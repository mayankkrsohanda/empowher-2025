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29" r:id="rId6"/>
    <p:sldId id="318" r:id="rId7"/>
    <p:sldId id="317" r:id="rId8"/>
    <p:sldId id="328" r:id="rId9"/>
    <p:sldId id="319" r:id="rId10"/>
    <p:sldId id="320" r:id="rId11"/>
    <p:sldId id="321" r:id="rId12"/>
    <p:sldId id="322" r:id="rId13"/>
    <p:sldId id="323" r:id="rId14"/>
    <p:sldId id="324" r:id="rId15"/>
    <p:sldId id="326" r:id="rId16"/>
    <p:sldId id="327" r:id="rId17"/>
    <p:sldId id="31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DCA2E4-CD42-4E3F-8918-C168D69023B8}">
          <p14:sldIdLst>
            <p14:sldId id="256"/>
            <p14:sldId id="329"/>
            <p14:sldId id="318"/>
            <p14:sldId id="317"/>
            <p14:sldId id="328"/>
            <p14:sldId id="319"/>
            <p14:sldId id="320"/>
            <p14:sldId id="321"/>
            <p14:sldId id="322"/>
            <p14:sldId id="323"/>
            <p14:sldId id="324"/>
            <p14:sldId id="326"/>
            <p14:sldId id="327"/>
            <p14:sldId id="316"/>
          </p14:sldIdLst>
        </p14:section>
        <p14:section name="Appendix" id="{9DA01A38-0DDC-4898-B9B5-FF14306FA11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726"/>
  </p:normalViewPr>
  <p:slideViewPr>
    <p:cSldViewPr snapToGrid="0">
      <p:cViewPr varScale="1">
        <p:scale>
          <a:sx n="120" d="100"/>
          <a:sy n="120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BCA1-FFF5-247D-963D-BBAEED30D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9D320-0EBE-A50C-99D7-ACD08EEE1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1F66A-17A9-7E5E-E78D-C1A07D88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80A3-4DA5-40B5-BC8D-0091774D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9897B-3F35-4338-D45F-5288C057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03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A516-D0F5-EE45-2649-C4D63C14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173A-14A9-1BA0-A0D1-D16F521B6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2B83B-18D7-AA39-5B67-E7CF49B7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83299-201D-D157-67CA-09C1CAFF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37BD5-2AD9-4DD6-9D47-8080E5A5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86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5098-FF09-1143-CF6C-1BFCC54F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B202D-0F89-8469-D1FC-633BACB48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A0457-243F-17BE-FFAB-F5CC6D6B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6676A-D5FD-B25A-D938-5FFFC9A5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CD660-8EEA-2F86-3C08-4269B55C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64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2724-1CCC-69BF-3507-E71AA6EC2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A6B71-BD58-C253-C3C9-CBBF45987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F3338-FC1E-67BC-E956-C3E50EAB2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6A137-3617-A23C-BB4F-64D5BF8A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B3AFA-6983-533D-A0AE-6DB6F90F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77F88-238E-D5C1-6B14-03B6F957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1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04C8-5EFF-5A27-9403-A907C57C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DEE94-153D-745B-F2B6-E99D32F7F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8FD29-1EBA-B53C-3F4C-83644A507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4FEDB4-BA45-E9A4-4032-C8F595220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CCC82-4BB4-51A0-8F5A-8F7E14976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FF8F7-C731-B569-4897-FDDB52F2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7C4FC-89D7-93F0-04A7-AA57049B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3C616D-F766-02A7-B7DF-126B613E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61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F4A1-134D-735D-EDE8-74F7777B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B37D6-B6EC-D790-AE2C-15511DC0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046C9-8DA9-F988-69A2-404557F0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82B78-B9B5-2508-6113-43C016BF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3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CF49B-09D6-D16B-F1DB-33492D597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325E9-48F1-5262-1C31-F0B60DA0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DB6E0-D119-65A3-3538-0DF9C977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4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CCA9-3731-B6DF-87F0-1F906D1B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C631-A7EE-B48F-6674-48AAF077C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FDFFB-CC24-F07C-3DAF-7D62C9E7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3AC25-0FE9-AFEA-FD50-2F868CA2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2D18B-9FA3-0165-ED23-680F9091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EE6D8-D08E-1720-D9A4-24E1C4BA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05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43EF4-BA8F-65E9-0917-1D725004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39C62-9BFA-8516-272F-1AD3815D7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2E702-7B80-F09D-204C-BA509D8C3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8AD38-AC38-DD12-CE74-4A648CB7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A660D-ACAC-0B03-CC86-B082F6A3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334A6-BE42-29D7-F751-81242399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76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1C21-A34C-877F-6A6E-0C078767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8A39B-6FA6-AF29-82B0-DD59245C4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4E69B-1285-DD69-EE6A-BA013163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A58F3-68DB-9216-7ABD-757EA3EB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7C398-CDF7-C2FF-CB33-746615F5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03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6855B-1E88-6466-0979-582C5BC0C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F50F0-E9FF-E444-13A0-C43BE78EF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300DA-29CF-FDEE-CEFC-18F6E393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BA1C4-11E7-D209-4F37-D84F6B0C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ECBFC-D8B3-4CB2-DE48-557F8B4E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50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F5A032-D996-0125-63F6-39FBE0E9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4BF49-8CBE-06B2-0CEA-1F88C0AA9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10CB0-6439-1F1F-EE8C-B5615FC67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1A6F-E424-4B9E-A6EF-BD3AD08B8CD1}" type="datetimeFigureOut">
              <a:rPr lang="en-IN" smtClean="0"/>
              <a:t>09/09/25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4D858-DE98-1F1A-8E92-0C8C045A2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A1998-3401-4351-B9D0-55FBAB058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AE614-7E21-495F-89DD-DD00EF8BC3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59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DA74E-5A8E-5500-0B4D-DCCE91C41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/>
              <a:t>EmpowHer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C3A2B-BE1A-77EC-7892-9DC418B74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Avenir Next LT Pro" panose="020B0504020202020204" pitchFamily="34" charset="0"/>
              </a:rPr>
              <a:t>Session: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66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software components&#10;&#10;AI-generated content may be incorrect.">
            <a:extLst>
              <a:ext uri="{FF2B5EF4-FFF2-40B4-BE49-F238E27FC236}">
                <a16:creationId xmlns:a16="http://schemas.microsoft.com/office/drawing/2014/main" id="{9C3B1A3B-814B-C176-DB76-104482886A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18" y="643467"/>
            <a:ext cx="8346164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33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85C95-E5DC-474F-58F5-AAA2AFCA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7DFFF-78EE-012F-F5AE-C9B66074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Agentic AI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2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035DB-F539-7739-82E2-3A45F37D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Rag Based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18" descr="A screenshot of a chatbot&#10;&#10;AI-generated content may be incorrect.">
            <a:extLst>
              <a:ext uri="{FF2B5EF4-FFF2-40B4-BE49-F238E27FC236}">
                <a16:creationId xmlns:a16="http://schemas.microsoft.com/office/drawing/2014/main" id="{BB9CE25C-816F-736A-ABFF-BB9D19A93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40032"/>
            <a:ext cx="6894576" cy="38954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5B71FF-6093-7FBD-B612-C3E0127821D0}"/>
              </a:ext>
            </a:extLst>
          </p:cNvPr>
          <p:cNvSpPr txBox="1"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Workflow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Integration with Data source</a:t>
            </a:r>
          </a:p>
        </p:txBody>
      </p:sp>
    </p:spTree>
    <p:extLst>
      <p:ext uri="{BB962C8B-B14F-4D97-AF65-F5344CB8AC3E}">
        <p14:creationId xmlns:p14="http://schemas.microsoft.com/office/powerpoint/2010/main" val="313476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39797-32FB-6405-4136-4D9D36CD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" name="Rectangle 20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673BD-B53B-745E-6B20-647E280ADDB5}"/>
              </a:ext>
            </a:extLst>
          </p:cNvPr>
          <p:cNvSpPr txBox="1"/>
          <p:nvPr/>
        </p:nvSpPr>
        <p:spPr>
          <a:xfrm>
            <a:off x="838200" y="365125"/>
            <a:ext cx="55584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Workflows vs Agents</a:t>
            </a:r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1118A-A383-D7C3-E196-C1C0C00EF10A}"/>
              </a:ext>
            </a:extLst>
          </p:cNvPr>
          <p:cNvSpPr txBox="1"/>
          <p:nvPr/>
        </p:nvSpPr>
        <p:spPr>
          <a:xfrm>
            <a:off x="838200" y="1825625"/>
            <a:ext cx="55584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Workflows differ from LLM agents, which are systems where the LLM dynamically directs its own processes and tool usage. 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Workflows offer more control and predictability, while agents provide greater flexibility and adaptability. </a:t>
            </a:r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Block Arc 2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6" name="Freeform: Shape 2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2" name="Arc 2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61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EEDAA-C495-A7A6-D221-A423F443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438BF97-E5B3-2A1C-53C8-27703329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Tool Augmented Chatbot</a:t>
            </a: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Content Placeholder 15" descr="A screenshot of a chatbot&#10;&#10;AI-generated content may be incorrect.">
            <a:extLst>
              <a:ext uri="{FF2B5EF4-FFF2-40B4-BE49-F238E27FC236}">
                <a16:creationId xmlns:a16="http://schemas.microsoft.com/office/drawing/2014/main" id="{2720324A-1F2B-0E37-3E5C-82801122D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48651"/>
            <a:ext cx="6894576" cy="38782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5E4A6D-EBD4-1FA7-2CC2-2C791C1104B3}"/>
              </a:ext>
            </a:extLst>
          </p:cNvPr>
          <p:cNvSpPr txBox="1"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Integration with other APIs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Communicate with API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DCCBF1-5234-D0DF-D90A-479B4194C88F}"/>
              </a:ext>
            </a:extLst>
          </p:cNvPr>
          <p:cNvSpPr txBox="1"/>
          <p:nvPr/>
        </p:nvSpPr>
        <p:spPr>
          <a:xfrm>
            <a:off x="9158748" y="51176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44301-79E4-2A32-A542-2C94DC99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D2612C-F0DD-1F82-323F-FD32D56CA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8759-3605-D172-980B-D22B3A3CD898}"/>
              </a:ext>
            </a:extLst>
          </p:cNvPr>
          <p:cNvSpPr txBox="1"/>
          <p:nvPr/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Agentic AI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17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12C6-1D43-0A66-1CD4-EADCCE764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DE32503-EF67-B0F1-1D62-2CF0B5C47B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0"/>
          <a:stretch>
            <a:fillRect/>
          </a:stretch>
        </p:blipFill>
        <p:spPr>
          <a:xfrm>
            <a:off x="180975" y="175336"/>
            <a:ext cx="11823637" cy="649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8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CCEA5-262D-653E-E155-6718AB78E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F1558D-A353-E733-AFC2-F7DA141FA5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0"/>
          <a:stretch>
            <a:fillRect/>
          </a:stretch>
        </p:blipFill>
        <p:spPr>
          <a:xfrm>
            <a:off x="187388" y="175336"/>
            <a:ext cx="11823637" cy="649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79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48ED5-63F1-FF59-24D3-4A715426D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F2BA33-AEEF-0C07-7818-C62AB18D8E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3"/>
          <a:stretch>
            <a:fillRect/>
          </a:stretch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36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A80DC-7329-1645-DA38-E1CB2216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4CF668D-6725-6375-D747-71D5872DD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"/>
          <a:stretch>
            <a:fillRect/>
          </a:stretch>
        </p:blipFill>
        <p:spPr>
          <a:xfrm>
            <a:off x="1028879" y="643467"/>
            <a:ext cx="10134241" cy="5571065"/>
          </a:xfrm>
          <a:prstGeom prst="rect">
            <a:avLst/>
          </a:prstGeom>
          <a:ln>
            <a:noFill/>
          </a:ln>
        </p:spPr>
      </p:pic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BA4E7-C11C-DBFC-6897-23BFC0AC3112}"/>
              </a:ext>
            </a:extLst>
          </p:cNvPr>
          <p:cNvSpPr txBox="1"/>
          <p:nvPr/>
        </p:nvSpPr>
        <p:spPr>
          <a:xfrm>
            <a:off x="13157200" y="2197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89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6CC3F-08F4-BE6C-0AB1-1C91494D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68DE2-4D90-1BE7-DAE9-369DFAE5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Low code examples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FE3BF7-D035-4D78-D250-B5356187ECA8}"/>
              </a:ext>
            </a:extLst>
          </p:cNvPr>
          <p:cNvSpPr txBox="1"/>
          <p:nvPr/>
        </p:nvSpPr>
        <p:spPr>
          <a:xfrm>
            <a:off x="890339" y="4636008"/>
            <a:ext cx="3734014" cy="157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/>
              <a:t>zapier</a:t>
            </a:r>
          </a:p>
        </p:txBody>
      </p:sp>
      <p:sp>
        <p:nvSpPr>
          <p:cNvPr id="5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A65324-3F2C-99A7-A2E5-55711EE238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44" r="3243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2502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70495-6F87-3340-50DB-5CC8FC9E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B67BE-7A70-D687-4265-2E7E1A70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Low code Examples</a:t>
            </a:r>
            <a:endParaRPr lang="en-US" sz="5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381540-9640-7711-B9D2-9C03D0348C52}"/>
              </a:ext>
            </a:extLst>
          </p:cNvPr>
          <p:cNvSpPr txBox="1"/>
          <p:nvPr/>
        </p:nvSpPr>
        <p:spPr>
          <a:xfrm>
            <a:off x="890339" y="4636008"/>
            <a:ext cx="3734014" cy="157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/>
              <a:t>n8n.io</a:t>
            </a:r>
          </a:p>
        </p:txBody>
      </p:sp>
      <p:sp>
        <p:nvSpPr>
          <p:cNvPr id="6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E77002-698F-C733-7CFA-ED80647E9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6" r="2055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70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57B01F8-2A4B-B3EB-DD4A-6CB78A300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400" dirty="0">
                <a:cs typeface="Calibri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31812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EA0FB2DF124395BB30136811E0F6" ma:contentTypeVersion="12" ma:contentTypeDescription="Create a new document." ma:contentTypeScope="" ma:versionID="bf34af3db09d99911fe43e5f817c16f4">
  <xsd:schema xmlns:xsd="http://www.w3.org/2001/XMLSchema" xmlns:xs="http://www.w3.org/2001/XMLSchema" xmlns:p="http://schemas.microsoft.com/office/2006/metadata/properties" xmlns:ns3="46ccd29f-f70d-4609-a317-8968d41a404d" xmlns:ns4="347dcaf8-0ddc-426e-8eaa-fa982e2d5739" targetNamespace="http://schemas.microsoft.com/office/2006/metadata/properties" ma:root="true" ma:fieldsID="0c108ae30d7427021d65d16ed5a618e8" ns3:_="" ns4:_="">
    <xsd:import namespace="46ccd29f-f70d-4609-a317-8968d41a404d"/>
    <xsd:import namespace="347dcaf8-0ddc-426e-8eaa-fa982e2d573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ccd29f-f70d-4609-a317-8968d41a40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dcaf8-0ddc-426e-8eaa-fa982e2d573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ccd29f-f70d-4609-a317-8968d41a404d" xsi:nil="true"/>
  </documentManagement>
</p:properties>
</file>

<file path=customXml/itemProps1.xml><?xml version="1.0" encoding="utf-8"?>
<ds:datastoreItem xmlns:ds="http://schemas.openxmlformats.org/officeDocument/2006/customXml" ds:itemID="{BA9CBFD2-4135-4725-BBEC-E27ABA88DCD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1E7C9C-D280-4B5D-A722-791933D0C78F}">
  <ds:schemaRefs>
    <ds:schemaRef ds:uri="347dcaf8-0ddc-426e-8eaa-fa982e2d5739"/>
    <ds:schemaRef ds:uri="46ccd29f-f70d-4609-a317-8968d41a40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BE9AD36-30A4-4004-A75D-E267272DE5BC}">
  <ds:schemaRefs>
    <ds:schemaRef ds:uri="http://schemas.microsoft.com/office/2006/metadata/properties"/>
    <ds:schemaRef ds:uri="http://purl.org/dc/terms/"/>
    <ds:schemaRef ds:uri="347dcaf8-0ddc-426e-8eaa-fa982e2d5739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6ccd29f-f70d-4609-a317-8968d41a404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78</Words>
  <Application>Microsoft Macintosh PowerPoint</Application>
  <PresentationFormat>Widescreen</PresentationFormat>
  <Paragraphs>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Calibri</vt:lpstr>
      <vt:lpstr>Calibri Light</vt:lpstr>
      <vt:lpstr>Office Theme</vt:lpstr>
      <vt:lpstr>EmpowHer</vt:lpstr>
      <vt:lpstr>PowerPoint Presentation</vt:lpstr>
      <vt:lpstr>Agentic AI</vt:lpstr>
      <vt:lpstr>Rag Based</vt:lpstr>
      <vt:lpstr>PowerPoint Presentation</vt:lpstr>
      <vt:lpstr>Tool Augmented Chatbot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Low code examples</vt:lpstr>
      <vt:lpstr>Low code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EmpowHer</dc:title>
  <dc:creator>Gupta, Shivangi</dc:creator>
  <cp:lastModifiedBy>Divya Mathew (Ratings - Tech)</cp:lastModifiedBy>
  <cp:revision>203</cp:revision>
  <dcterms:created xsi:type="dcterms:W3CDTF">2023-07-20T08:27:39Z</dcterms:created>
  <dcterms:modified xsi:type="dcterms:W3CDTF">2025-09-09T09:17:34Z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0x010100E6AAEA0FB2DF124395BB30136811E0F6</vt:lpwstr>
  </property>
</Properties>
</file>