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6854C0-F93E-4745-867A-8549887D9A7F}" v="79" dt="2024-05-29T15:39:04.6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ma Rai (Ratings - Tech)" userId="77dee571-e675-485c-869b-dbf189cddddd" providerId="ADAL" clId="{506854C0-F93E-4745-867A-8549887D9A7F}"/>
    <pc:docChg chg="undo custSel addSld delSld modSld">
      <pc:chgData name="Vima Rai (Ratings - Tech)" userId="77dee571-e675-485c-869b-dbf189cddddd" providerId="ADAL" clId="{506854C0-F93E-4745-867A-8549887D9A7F}" dt="2024-05-29T15:41:47.738" v="604" actId="6549"/>
      <pc:docMkLst>
        <pc:docMk/>
      </pc:docMkLst>
      <pc:sldChg chg="modSp mod">
        <pc:chgData name="Vima Rai (Ratings - Tech)" userId="77dee571-e675-485c-869b-dbf189cddddd" providerId="ADAL" clId="{506854C0-F93E-4745-867A-8549887D9A7F}" dt="2024-05-29T15:38:39.957" v="403" actId="1076"/>
        <pc:sldMkLst>
          <pc:docMk/>
          <pc:sldMk cId="3462549512" sldId="257"/>
        </pc:sldMkLst>
        <pc:spChg chg="mod">
          <ac:chgData name="Vima Rai (Ratings - Tech)" userId="77dee571-e675-485c-869b-dbf189cddddd" providerId="ADAL" clId="{506854C0-F93E-4745-867A-8549887D9A7F}" dt="2024-05-29T15:38:39.957" v="403" actId="1076"/>
          <ac:spMkLst>
            <pc:docMk/>
            <pc:sldMk cId="3462549512" sldId="257"/>
            <ac:spMk id="3" creationId="{1FCC727C-DD70-0E0B-7B8E-ACA471C751A3}"/>
          </ac:spMkLst>
        </pc:spChg>
      </pc:sldChg>
      <pc:sldChg chg="modSp">
        <pc:chgData name="Vima Rai (Ratings - Tech)" userId="77dee571-e675-485c-869b-dbf189cddddd" providerId="ADAL" clId="{506854C0-F93E-4745-867A-8549887D9A7F}" dt="2024-05-29T15:34:17.127" v="386" actId="20577"/>
        <pc:sldMkLst>
          <pc:docMk/>
          <pc:sldMk cId="557588841" sldId="258"/>
        </pc:sldMkLst>
        <pc:graphicFrameChg chg="mod">
          <ac:chgData name="Vima Rai (Ratings - Tech)" userId="77dee571-e675-485c-869b-dbf189cddddd" providerId="ADAL" clId="{506854C0-F93E-4745-867A-8549887D9A7F}" dt="2024-05-29T15:34:17.127" v="386" actId="20577"/>
          <ac:graphicFrameMkLst>
            <pc:docMk/>
            <pc:sldMk cId="557588841" sldId="258"/>
            <ac:graphicFrameMk id="5" creationId="{302A47A6-AB4C-81A2-EDD6-8FB7ED9257D2}"/>
          </ac:graphicFrameMkLst>
        </pc:graphicFrameChg>
      </pc:sldChg>
      <pc:sldChg chg="addSp delSp modSp mod setBg">
        <pc:chgData name="Vima Rai (Ratings - Tech)" userId="77dee571-e675-485c-869b-dbf189cddddd" providerId="ADAL" clId="{506854C0-F93E-4745-867A-8549887D9A7F}" dt="2024-05-29T15:39:00.497" v="406" actId="1076"/>
        <pc:sldMkLst>
          <pc:docMk/>
          <pc:sldMk cId="607836171" sldId="259"/>
        </pc:sldMkLst>
        <pc:spChg chg="mod">
          <ac:chgData name="Vima Rai (Ratings - Tech)" userId="77dee571-e675-485c-869b-dbf189cddddd" providerId="ADAL" clId="{506854C0-F93E-4745-867A-8549887D9A7F}" dt="2024-05-29T15:39:00.497" v="406" actId="1076"/>
          <ac:spMkLst>
            <pc:docMk/>
            <pc:sldMk cId="607836171" sldId="259"/>
            <ac:spMk id="2" creationId="{54445197-0A24-8724-FD57-2A1DF327F72C}"/>
          </ac:spMkLst>
        </pc:spChg>
        <pc:spChg chg="add del mod">
          <ac:chgData name="Vima Rai (Ratings - Tech)" userId="77dee571-e675-485c-869b-dbf189cddddd" providerId="ADAL" clId="{506854C0-F93E-4745-867A-8549887D9A7F}" dt="2024-05-29T15:30:08.901" v="292" actId="26606"/>
          <ac:spMkLst>
            <pc:docMk/>
            <pc:sldMk cId="607836171" sldId="259"/>
            <ac:spMk id="3" creationId="{BD9AEE89-F591-BB53-68C0-E68E7963679D}"/>
          </ac:spMkLst>
        </pc:spChg>
        <pc:spChg chg="add del">
          <ac:chgData name="Vima Rai (Ratings - Tech)" userId="77dee571-e675-485c-869b-dbf189cddddd" providerId="ADAL" clId="{506854C0-F93E-4745-867A-8549887D9A7F}" dt="2024-05-29T15:30:05.455" v="289" actId="26606"/>
          <ac:spMkLst>
            <pc:docMk/>
            <pc:sldMk cId="607836171" sldId="259"/>
            <ac:spMk id="9" creationId="{DB66C9CD-6BF4-44CA-8078-0BB819080761}"/>
          </ac:spMkLst>
        </pc:spChg>
        <pc:spChg chg="add">
          <ac:chgData name="Vima Rai (Ratings - Tech)" userId="77dee571-e675-485c-869b-dbf189cddddd" providerId="ADAL" clId="{506854C0-F93E-4745-867A-8549887D9A7F}" dt="2024-05-29T15:30:08.901" v="292" actId="26606"/>
          <ac:spMkLst>
            <pc:docMk/>
            <pc:sldMk cId="607836171" sldId="259"/>
            <ac:spMk id="15" creationId="{DB66C9CD-6BF4-44CA-8078-0BB819080761}"/>
          </ac:spMkLst>
        </pc:spChg>
        <pc:spChg chg="add mod">
          <ac:chgData name="Vima Rai (Ratings - Tech)" userId="77dee571-e675-485c-869b-dbf189cddddd" providerId="ADAL" clId="{506854C0-F93E-4745-867A-8549887D9A7F}" dt="2024-05-29T15:31:40.986" v="298" actId="20577"/>
          <ac:spMkLst>
            <pc:docMk/>
            <pc:sldMk cId="607836171" sldId="259"/>
            <ac:spMk id="17" creationId="{BD9AEE89-F591-BB53-68C0-E68E7963679D}"/>
          </ac:spMkLst>
        </pc:spChg>
        <pc:graphicFrameChg chg="add del">
          <ac:chgData name="Vima Rai (Ratings - Tech)" userId="77dee571-e675-485c-869b-dbf189cddddd" providerId="ADAL" clId="{506854C0-F93E-4745-867A-8549887D9A7F}" dt="2024-05-29T15:30:08.901" v="291" actId="26606"/>
          <ac:graphicFrameMkLst>
            <pc:docMk/>
            <pc:sldMk cId="607836171" sldId="259"/>
            <ac:graphicFrameMk id="13" creationId="{9767BF95-5E70-57CF-841D-B35A8B1351BB}"/>
          </ac:graphicFrameMkLst>
        </pc:graphicFrameChg>
        <pc:picChg chg="add del">
          <ac:chgData name="Vima Rai (Ratings - Tech)" userId="77dee571-e675-485c-869b-dbf189cddddd" providerId="ADAL" clId="{506854C0-F93E-4745-867A-8549887D9A7F}" dt="2024-05-29T15:30:05.455" v="289" actId="26606"/>
          <ac:picMkLst>
            <pc:docMk/>
            <pc:sldMk cId="607836171" sldId="259"/>
            <ac:picMk id="5" creationId="{AF766E3C-1153-D7DA-91EE-7E15C0C16413}"/>
          </ac:picMkLst>
        </pc:picChg>
        <pc:picChg chg="add">
          <ac:chgData name="Vima Rai (Ratings - Tech)" userId="77dee571-e675-485c-869b-dbf189cddddd" providerId="ADAL" clId="{506854C0-F93E-4745-867A-8549887D9A7F}" dt="2024-05-29T15:30:08.901" v="292" actId="26606"/>
          <ac:picMkLst>
            <pc:docMk/>
            <pc:sldMk cId="607836171" sldId="259"/>
            <ac:picMk id="18" creationId="{AF766E3C-1153-D7DA-91EE-7E15C0C16413}"/>
          </ac:picMkLst>
        </pc:picChg>
        <pc:cxnChg chg="add del">
          <ac:chgData name="Vima Rai (Ratings - Tech)" userId="77dee571-e675-485c-869b-dbf189cddddd" providerId="ADAL" clId="{506854C0-F93E-4745-867A-8549887D9A7F}" dt="2024-05-29T15:30:05.455" v="289" actId="26606"/>
          <ac:cxnSpMkLst>
            <pc:docMk/>
            <pc:sldMk cId="607836171" sldId="259"/>
            <ac:cxnSpMk id="11" creationId="{16C132CB-661F-4A80-B2A5-D78FF18C0CDF}"/>
          </ac:cxnSpMkLst>
        </pc:cxnChg>
        <pc:cxnChg chg="add">
          <ac:chgData name="Vima Rai (Ratings - Tech)" userId="77dee571-e675-485c-869b-dbf189cddddd" providerId="ADAL" clId="{506854C0-F93E-4745-867A-8549887D9A7F}" dt="2024-05-29T15:30:08.901" v="292" actId="26606"/>
          <ac:cxnSpMkLst>
            <pc:docMk/>
            <pc:sldMk cId="607836171" sldId="259"/>
            <ac:cxnSpMk id="16" creationId="{16C132CB-661F-4A80-B2A5-D78FF18C0CDF}"/>
          </ac:cxnSpMkLst>
        </pc:cxnChg>
      </pc:sldChg>
      <pc:sldChg chg="modSp del mod">
        <pc:chgData name="Vima Rai (Ratings - Tech)" userId="77dee571-e675-485c-869b-dbf189cddddd" providerId="ADAL" clId="{506854C0-F93E-4745-867A-8549887D9A7F}" dt="2024-05-29T15:30:43.957" v="293" actId="2696"/>
        <pc:sldMkLst>
          <pc:docMk/>
          <pc:sldMk cId="273671395" sldId="262"/>
        </pc:sldMkLst>
        <pc:spChg chg="mod">
          <ac:chgData name="Vima Rai (Ratings - Tech)" userId="77dee571-e675-485c-869b-dbf189cddddd" providerId="ADAL" clId="{506854C0-F93E-4745-867A-8549887D9A7F}" dt="2024-05-29T07:00:45.660" v="122" actId="20577"/>
          <ac:spMkLst>
            <pc:docMk/>
            <pc:sldMk cId="273671395" sldId="262"/>
            <ac:spMk id="3" creationId="{18C83F2D-C490-EF9B-7119-71643C838BED}"/>
          </ac:spMkLst>
        </pc:spChg>
      </pc:sldChg>
      <pc:sldChg chg="addSp modSp new mod setBg">
        <pc:chgData name="Vima Rai (Ratings - Tech)" userId="77dee571-e675-485c-869b-dbf189cddddd" providerId="ADAL" clId="{506854C0-F93E-4745-867A-8549887D9A7F}" dt="2024-05-29T15:41:47.738" v="604" actId="6549"/>
        <pc:sldMkLst>
          <pc:docMk/>
          <pc:sldMk cId="767288460" sldId="264"/>
        </pc:sldMkLst>
        <pc:spChg chg="add mod ord">
          <ac:chgData name="Vima Rai (Ratings - Tech)" userId="77dee571-e675-485c-869b-dbf189cddddd" providerId="ADAL" clId="{506854C0-F93E-4745-867A-8549887D9A7F}" dt="2024-05-29T15:41:47.738" v="604" actId="6549"/>
          <ac:spMkLst>
            <pc:docMk/>
            <pc:sldMk cId="767288460" sldId="264"/>
            <ac:spMk id="2" creationId="{57C4E796-3C85-3ABB-41EF-8DEC715041EC}"/>
          </ac:spMkLst>
        </pc:spChg>
        <pc:spChg chg="add mod">
          <ac:chgData name="Vima Rai (Ratings - Tech)" userId="77dee571-e675-485c-869b-dbf189cddddd" providerId="ADAL" clId="{506854C0-F93E-4745-867A-8549887D9A7F}" dt="2024-05-29T15:40:35.447" v="549" actId="26606"/>
          <ac:spMkLst>
            <pc:docMk/>
            <pc:sldMk cId="767288460" sldId="264"/>
            <ac:spMk id="3" creationId="{DCB557A8-E13F-B1AE-DCAE-E8B4974461E4}"/>
          </ac:spMkLst>
        </pc:spChg>
        <pc:cxnChg chg="add">
          <ac:chgData name="Vima Rai (Ratings - Tech)" userId="77dee571-e675-485c-869b-dbf189cddddd" providerId="ADAL" clId="{506854C0-F93E-4745-867A-8549887D9A7F}" dt="2024-05-29T15:40:35.447" v="549" actId="26606"/>
          <ac:cxnSpMkLst>
            <pc:docMk/>
            <pc:sldMk cId="767288460" sldId="264"/>
            <ac:cxnSpMk id="8" creationId="{653B9D3A-F8F6-4354-8088-6E520C2A64FC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63B716-16AC-4FD6-A8A5-B8BB2B284931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C655837-C273-4B5A-9581-46929A5930B0}">
      <dgm:prSet/>
      <dgm:spPr/>
      <dgm:t>
        <a:bodyPr/>
        <a:lstStyle/>
        <a:p>
          <a:r>
            <a:rPr lang="en-US"/>
            <a:t>Broadly speaking, the exchange of information, otherwise known as communication, is a cornerstone of interaction between individuals. </a:t>
          </a:r>
        </a:p>
      </dgm:t>
    </dgm:pt>
    <dgm:pt modelId="{A0AEA8D4-C129-4705-9001-86B790714998}" type="parTrans" cxnId="{BAEDD34E-F700-4F14-AB12-B1AB566C6A9F}">
      <dgm:prSet/>
      <dgm:spPr/>
      <dgm:t>
        <a:bodyPr/>
        <a:lstStyle/>
        <a:p>
          <a:endParaRPr lang="en-US"/>
        </a:p>
      </dgm:t>
    </dgm:pt>
    <dgm:pt modelId="{3C651A7E-0A60-4F6E-9EDB-15FEC896A088}" type="sibTrans" cxnId="{BAEDD34E-F700-4F14-AB12-B1AB566C6A9F}">
      <dgm:prSet/>
      <dgm:spPr/>
      <dgm:t>
        <a:bodyPr/>
        <a:lstStyle/>
        <a:p>
          <a:endParaRPr lang="en-US"/>
        </a:p>
      </dgm:t>
    </dgm:pt>
    <dgm:pt modelId="{3638C9D6-D64D-4F1E-93E9-1AAF0C1F0097}">
      <dgm:prSet/>
      <dgm:spPr/>
      <dgm:t>
        <a:bodyPr/>
        <a:lstStyle/>
        <a:p>
          <a:r>
            <a:rPr lang="en-US"/>
            <a:t>Within the context of a professional environment, it assumes a critical function in various aspects like:</a:t>
          </a:r>
        </a:p>
      </dgm:t>
    </dgm:pt>
    <dgm:pt modelId="{7EAAFD20-7EE3-410D-8B2C-BE3F6E465F92}" type="parTrans" cxnId="{E2558B55-324B-4583-8FD6-0DABD767C271}">
      <dgm:prSet/>
      <dgm:spPr/>
      <dgm:t>
        <a:bodyPr/>
        <a:lstStyle/>
        <a:p>
          <a:endParaRPr lang="en-US"/>
        </a:p>
      </dgm:t>
    </dgm:pt>
    <dgm:pt modelId="{1A4F5DBB-D031-4A8B-BF8A-739E9A743168}" type="sibTrans" cxnId="{E2558B55-324B-4583-8FD6-0DABD767C271}">
      <dgm:prSet/>
      <dgm:spPr/>
      <dgm:t>
        <a:bodyPr/>
        <a:lstStyle/>
        <a:p>
          <a:endParaRPr lang="en-US"/>
        </a:p>
      </dgm:t>
    </dgm:pt>
    <dgm:pt modelId="{AE953038-06E8-4502-822F-100C609034F6}">
      <dgm:prSet/>
      <dgm:spPr/>
      <dgm:t>
        <a:bodyPr/>
        <a:lstStyle/>
        <a:p>
          <a:r>
            <a:rPr lang="en-US" dirty="0"/>
            <a:t>Establish a comfortable, positive relationship or rapport with colleagues. </a:t>
          </a:r>
        </a:p>
      </dgm:t>
    </dgm:pt>
    <dgm:pt modelId="{0AC1137B-44BC-4962-96EF-5E184C2B5915}" type="parTrans" cxnId="{9EFBE4FA-20A1-44AE-AE16-1F4BD5EDB13A}">
      <dgm:prSet/>
      <dgm:spPr/>
      <dgm:t>
        <a:bodyPr/>
        <a:lstStyle/>
        <a:p>
          <a:endParaRPr lang="en-US"/>
        </a:p>
      </dgm:t>
    </dgm:pt>
    <dgm:pt modelId="{35F5FBB5-EA75-49F9-9C5A-13FF4C0CD100}" type="sibTrans" cxnId="{9EFBE4FA-20A1-44AE-AE16-1F4BD5EDB13A}">
      <dgm:prSet/>
      <dgm:spPr/>
      <dgm:t>
        <a:bodyPr/>
        <a:lstStyle/>
        <a:p>
          <a:endParaRPr lang="en-US"/>
        </a:p>
      </dgm:t>
    </dgm:pt>
    <dgm:pt modelId="{E0D3940A-D0EC-4183-B3E1-3A8226E7CBB4}">
      <dgm:prSet/>
      <dgm:spPr/>
      <dgm:t>
        <a:bodyPr/>
        <a:lstStyle/>
        <a:p>
          <a:r>
            <a:rPr lang="en-US" dirty="0"/>
            <a:t>Briefly outlining the scope, objectives, and details of your project to team members or subordinates.</a:t>
          </a:r>
        </a:p>
      </dgm:t>
    </dgm:pt>
    <dgm:pt modelId="{3B7E70F0-A4C9-4B71-B152-540E65FD6BBA}" type="parTrans" cxnId="{C4F8C136-F9D0-4EAF-95D3-CC246269941E}">
      <dgm:prSet/>
      <dgm:spPr/>
      <dgm:t>
        <a:bodyPr/>
        <a:lstStyle/>
        <a:p>
          <a:endParaRPr lang="en-US"/>
        </a:p>
      </dgm:t>
    </dgm:pt>
    <dgm:pt modelId="{C3D7E2BD-528F-45A1-A035-C07007BD41CD}" type="sibTrans" cxnId="{C4F8C136-F9D0-4EAF-95D3-CC246269941E}">
      <dgm:prSet/>
      <dgm:spPr/>
      <dgm:t>
        <a:bodyPr/>
        <a:lstStyle/>
        <a:p>
          <a:endParaRPr lang="en-US"/>
        </a:p>
      </dgm:t>
    </dgm:pt>
    <dgm:pt modelId="{A31AB4FB-3420-4746-8148-11ADEC77D661}">
      <dgm:prSet/>
      <dgm:spPr/>
      <dgm:t>
        <a:bodyPr/>
        <a:lstStyle/>
        <a:p>
          <a:r>
            <a:rPr lang="en-US" dirty="0"/>
            <a:t>Engaging with superiors about personal career, advancement and growth</a:t>
          </a:r>
        </a:p>
      </dgm:t>
    </dgm:pt>
    <dgm:pt modelId="{1B9A27E2-5F76-421E-BEE1-CCE0A67250EB}" type="parTrans" cxnId="{67680DC2-4607-4447-BCDB-BA450778B478}">
      <dgm:prSet/>
      <dgm:spPr/>
      <dgm:t>
        <a:bodyPr/>
        <a:lstStyle/>
        <a:p>
          <a:endParaRPr lang="en-US"/>
        </a:p>
      </dgm:t>
    </dgm:pt>
    <dgm:pt modelId="{12796559-7DD9-49D8-B859-065144A8CCA0}" type="sibTrans" cxnId="{67680DC2-4607-4447-BCDB-BA450778B478}">
      <dgm:prSet/>
      <dgm:spPr/>
      <dgm:t>
        <a:bodyPr/>
        <a:lstStyle/>
        <a:p>
          <a:endParaRPr lang="en-US"/>
        </a:p>
      </dgm:t>
    </dgm:pt>
    <dgm:pt modelId="{88F2A740-6C1E-46BC-A389-D5DC2DC57D30}">
      <dgm:prSet/>
      <dgm:spPr/>
      <dgm:t>
        <a:bodyPr/>
        <a:lstStyle/>
        <a:p>
          <a:r>
            <a:rPr lang="en-US" dirty="0"/>
            <a:t>Explaining the cause behind an issue and potential fixes.</a:t>
          </a:r>
        </a:p>
      </dgm:t>
    </dgm:pt>
    <dgm:pt modelId="{D53E4A2A-76EB-4EB9-8EA5-7647E66B25CD}" type="parTrans" cxnId="{5E34D1A0-FC96-4B84-B7B1-77531D0A15D0}">
      <dgm:prSet/>
      <dgm:spPr/>
      <dgm:t>
        <a:bodyPr/>
        <a:lstStyle/>
        <a:p>
          <a:endParaRPr lang="en-US"/>
        </a:p>
      </dgm:t>
    </dgm:pt>
    <dgm:pt modelId="{40E8009A-4791-4672-9B61-DE91B6F2721B}" type="sibTrans" cxnId="{5E34D1A0-FC96-4B84-B7B1-77531D0A15D0}">
      <dgm:prSet/>
      <dgm:spPr/>
      <dgm:t>
        <a:bodyPr/>
        <a:lstStyle/>
        <a:p>
          <a:endParaRPr lang="en-US"/>
        </a:p>
      </dgm:t>
    </dgm:pt>
    <dgm:pt modelId="{6559E4F1-3F9A-4713-A3AC-24C045790925}">
      <dgm:prSet custT="1"/>
      <dgm:spPr/>
      <dgm:t>
        <a:bodyPr/>
        <a:lstStyle/>
        <a:p>
          <a:r>
            <a:rPr lang="en-US" sz="1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venir Next LT Pro"/>
              <a:ea typeface="+mn-ea"/>
              <a:cs typeface="+mn-cs"/>
            </a:rPr>
            <a:t>Articulating one's perspective on a particular scenario or use case</a:t>
          </a:r>
        </a:p>
      </dgm:t>
    </dgm:pt>
    <dgm:pt modelId="{71AD4634-40D9-4886-AC35-E8E01B4846BF}" type="parTrans" cxnId="{DD70FEA0-3B65-4BEA-9A20-AF24F654B68C}">
      <dgm:prSet/>
      <dgm:spPr/>
      <dgm:t>
        <a:bodyPr/>
        <a:lstStyle/>
        <a:p>
          <a:endParaRPr lang="en-US"/>
        </a:p>
      </dgm:t>
    </dgm:pt>
    <dgm:pt modelId="{F43D3D1D-F530-48DB-98BC-80CDFA77B2A3}" type="sibTrans" cxnId="{DD70FEA0-3B65-4BEA-9A20-AF24F654B68C}">
      <dgm:prSet/>
      <dgm:spPr/>
      <dgm:t>
        <a:bodyPr/>
        <a:lstStyle/>
        <a:p>
          <a:endParaRPr lang="en-US"/>
        </a:p>
      </dgm:t>
    </dgm:pt>
    <dgm:pt modelId="{29099D42-1B6B-426A-8532-D04311DFAF3C}" type="pres">
      <dgm:prSet presAssocID="{6363B716-16AC-4FD6-A8A5-B8BB2B284931}" presName="Name0" presStyleCnt="0">
        <dgm:presLayoutVars>
          <dgm:dir/>
          <dgm:animLvl val="lvl"/>
          <dgm:resizeHandles val="exact"/>
        </dgm:presLayoutVars>
      </dgm:prSet>
      <dgm:spPr/>
    </dgm:pt>
    <dgm:pt modelId="{87A5AB33-E781-48C3-9DC9-A8BAA37AE28A}" type="pres">
      <dgm:prSet presAssocID="{3638C9D6-D64D-4F1E-93E9-1AAF0C1F0097}" presName="boxAndChildren" presStyleCnt="0"/>
      <dgm:spPr/>
    </dgm:pt>
    <dgm:pt modelId="{30623CCC-37A3-4C72-814A-CBC91845BC5B}" type="pres">
      <dgm:prSet presAssocID="{3638C9D6-D64D-4F1E-93E9-1AAF0C1F0097}" presName="parentTextBox" presStyleLbl="node1" presStyleIdx="0" presStyleCnt="2"/>
      <dgm:spPr/>
    </dgm:pt>
    <dgm:pt modelId="{5022A3F7-B8E1-4B23-AB0A-B63EDA3ECCF6}" type="pres">
      <dgm:prSet presAssocID="{3638C9D6-D64D-4F1E-93E9-1AAF0C1F0097}" presName="entireBox" presStyleLbl="node1" presStyleIdx="0" presStyleCnt="2"/>
      <dgm:spPr/>
    </dgm:pt>
    <dgm:pt modelId="{DC012AC5-441F-4E7B-BFA8-E1695D926D9F}" type="pres">
      <dgm:prSet presAssocID="{3638C9D6-D64D-4F1E-93E9-1AAF0C1F0097}" presName="descendantBox" presStyleCnt="0"/>
      <dgm:spPr/>
    </dgm:pt>
    <dgm:pt modelId="{F3A8D197-1FED-420B-924B-C82EAA6B089B}" type="pres">
      <dgm:prSet presAssocID="{AE953038-06E8-4502-822F-100C609034F6}" presName="childTextBox" presStyleLbl="fgAccFollowNode1" presStyleIdx="0" presStyleCnt="5">
        <dgm:presLayoutVars>
          <dgm:bulletEnabled val="1"/>
        </dgm:presLayoutVars>
      </dgm:prSet>
      <dgm:spPr/>
    </dgm:pt>
    <dgm:pt modelId="{67B0309F-71E3-4823-AB13-9D0104DEF3D4}" type="pres">
      <dgm:prSet presAssocID="{E0D3940A-D0EC-4183-B3E1-3A8226E7CBB4}" presName="childTextBox" presStyleLbl="fgAccFollowNode1" presStyleIdx="1" presStyleCnt="5">
        <dgm:presLayoutVars>
          <dgm:bulletEnabled val="1"/>
        </dgm:presLayoutVars>
      </dgm:prSet>
      <dgm:spPr/>
    </dgm:pt>
    <dgm:pt modelId="{24270EC0-8C1F-45C2-856E-05A9CD76DA76}" type="pres">
      <dgm:prSet presAssocID="{A31AB4FB-3420-4746-8148-11ADEC77D661}" presName="childTextBox" presStyleLbl="fgAccFollowNode1" presStyleIdx="2" presStyleCnt="5">
        <dgm:presLayoutVars>
          <dgm:bulletEnabled val="1"/>
        </dgm:presLayoutVars>
      </dgm:prSet>
      <dgm:spPr/>
    </dgm:pt>
    <dgm:pt modelId="{9AAAF729-FD04-4FFA-977B-141E6590AF7C}" type="pres">
      <dgm:prSet presAssocID="{88F2A740-6C1E-46BC-A389-D5DC2DC57D30}" presName="childTextBox" presStyleLbl="fgAccFollowNode1" presStyleIdx="3" presStyleCnt="5">
        <dgm:presLayoutVars>
          <dgm:bulletEnabled val="1"/>
        </dgm:presLayoutVars>
      </dgm:prSet>
      <dgm:spPr/>
    </dgm:pt>
    <dgm:pt modelId="{584B3B13-79C9-485E-86AA-2380305AA1D2}" type="pres">
      <dgm:prSet presAssocID="{6559E4F1-3F9A-4713-A3AC-24C045790925}" presName="childTextBox" presStyleLbl="fgAccFollowNode1" presStyleIdx="4" presStyleCnt="5">
        <dgm:presLayoutVars>
          <dgm:bulletEnabled val="1"/>
        </dgm:presLayoutVars>
      </dgm:prSet>
      <dgm:spPr/>
    </dgm:pt>
    <dgm:pt modelId="{CF0AC59B-8933-4E1B-A1E3-C247B6AA638A}" type="pres">
      <dgm:prSet presAssocID="{3C651A7E-0A60-4F6E-9EDB-15FEC896A088}" presName="sp" presStyleCnt="0"/>
      <dgm:spPr/>
    </dgm:pt>
    <dgm:pt modelId="{96AD7EE2-4092-497D-AA97-DEBC88B1EFD4}" type="pres">
      <dgm:prSet presAssocID="{1C655837-C273-4B5A-9581-46929A5930B0}" presName="arrowAndChildren" presStyleCnt="0"/>
      <dgm:spPr/>
    </dgm:pt>
    <dgm:pt modelId="{AA219032-4EC3-4C92-87E7-C2D4BC4927DB}" type="pres">
      <dgm:prSet presAssocID="{1C655837-C273-4B5A-9581-46929A5930B0}" presName="parentTextArrow" presStyleLbl="node1" presStyleIdx="1" presStyleCnt="2"/>
      <dgm:spPr/>
    </dgm:pt>
  </dgm:ptLst>
  <dgm:cxnLst>
    <dgm:cxn modelId="{585A5734-5A64-4C8A-A00D-303B4B176A58}" type="presOf" srcId="{6559E4F1-3F9A-4713-A3AC-24C045790925}" destId="{584B3B13-79C9-485E-86AA-2380305AA1D2}" srcOrd="0" destOrd="0" presId="urn:microsoft.com/office/officeart/2005/8/layout/process4"/>
    <dgm:cxn modelId="{C4F8C136-F9D0-4EAF-95D3-CC246269941E}" srcId="{3638C9D6-D64D-4F1E-93E9-1AAF0C1F0097}" destId="{E0D3940A-D0EC-4183-B3E1-3A8226E7CBB4}" srcOrd="1" destOrd="0" parTransId="{3B7E70F0-A4C9-4B71-B152-540E65FD6BBA}" sibTransId="{C3D7E2BD-528F-45A1-A035-C07007BD41CD}"/>
    <dgm:cxn modelId="{BAEDD34E-F700-4F14-AB12-B1AB566C6A9F}" srcId="{6363B716-16AC-4FD6-A8A5-B8BB2B284931}" destId="{1C655837-C273-4B5A-9581-46929A5930B0}" srcOrd="0" destOrd="0" parTransId="{A0AEA8D4-C129-4705-9001-86B790714998}" sibTransId="{3C651A7E-0A60-4F6E-9EDB-15FEC896A088}"/>
    <dgm:cxn modelId="{32FD7A72-B649-41D5-B752-E729880999D2}" type="presOf" srcId="{E0D3940A-D0EC-4183-B3E1-3A8226E7CBB4}" destId="{67B0309F-71E3-4823-AB13-9D0104DEF3D4}" srcOrd="0" destOrd="0" presId="urn:microsoft.com/office/officeart/2005/8/layout/process4"/>
    <dgm:cxn modelId="{E2558B55-324B-4583-8FD6-0DABD767C271}" srcId="{6363B716-16AC-4FD6-A8A5-B8BB2B284931}" destId="{3638C9D6-D64D-4F1E-93E9-1AAF0C1F0097}" srcOrd="1" destOrd="0" parTransId="{7EAAFD20-7EE3-410D-8B2C-BE3F6E465F92}" sibTransId="{1A4F5DBB-D031-4A8B-BF8A-739E9A743168}"/>
    <dgm:cxn modelId="{40610B7C-26A9-414F-9B0B-743B6C518395}" type="presOf" srcId="{1C655837-C273-4B5A-9581-46929A5930B0}" destId="{AA219032-4EC3-4C92-87E7-C2D4BC4927DB}" srcOrd="0" destOrd="0" presId="urn:microsoft.com/office/officeart/2005/8/layout/process4"/>
    <dgm:cxn modelId="{3455B695-9537-430F-8BEE-BEB936F5BC64}" type="presOf" srcId="{88F2A740-6C1E-46BC-A389-D5DC2DC57D30}" destId="{9AAAF729-FD04-4FFA-977B-141E6590AF7C}" srcOrd="0" destOrd="0" presId="urn:microsoft.com/office/officeart/2005/8/layout/process4"/>
    <dgm:cxn modelId="{E3901E98-DD68-48EA-B000-632526D68ED3}" type="presOf" srcId="{6363B716-16AC-4FD6-A8A5-B8BB2B284931}" destId="{29099D42-1B6B-426A-8532-D04311DFAF3C}" srcOrd="0" destOrd="0" presId="urn:microsoft.com/office/officeart/2005/8/layout/process4"/>
    <dgm:cxn modelId="{4E20429E-7768-4755-87C0-5AA0CFE5FE4A}" type="presOf" srcId="{A31AB4FB-3420-4746-8148-11ADEC77D661}" destId="{24270EC0-8C1F-45C2-856E-05A9CD76DA76}" srcOrd="0" destOrd="0" presId="urn:microsoft.com/office/officeart/2005/8/layout/process4"/>
    <dgm:cxn modelId="{D345769E-1427-4471-9FF9-EF329DF61FD8}" type="presOf" srcId="{AE953038-06E8-4502-822F-100C609034F6}" destId="{F3A8D197-1FED-420B-924B-C82EAA6B089B}" srcOrd="0" destOrd="0" presId="urn:microsoft.com/office/officeart/2005/8/layout/process4"/>
    <dgm:cxn modelId="{5E34D1A0-FC96-4B84-B7B1-77531D0A15D0}" srcId="{3638C9D6-D64D-4F1E-93E9-1AAF0C1F0097}" destId="{88F2A740-6C1E-46BC-A389-D5DC2DC57D30}" srcOrd="3" destOrd="0" parTransId="{D53E4A2A-76EB-4EB9-8EA5-7647E66B25CD}" sibTransId="{40E8009A-4791-4672-9B61-DE91B6F2721B}"/>
    <dgm:cxn modelId="{DD70FEA0-3B65-4BEA-9A20-AF24F654B68C}" srcId="{3638C9D6-D64D-4F1E-93E9-1AAF0C1F0097}" destId="{6559E4F1-3F9A-4713-A3AC-24C045790925}" srcOrd="4" destOrd="0" parTransId="{71AD4634-40D9-4886-AC35-E8E01B4846BF}" sibTransId="{F43D3D1D-F530-48DB-98BC-80CDFA77B2A3}"/>
    <dgm:cxn modelId="{799CE3BE-0A15-45A7-BD5E-CA93CE279F79}" type="presOf" srcId="{3638C9D6-D64D-4F1E-93E9-1AAF0C1F0097}" destId="{30623CCC-37A3-4C72-814A-CBC91845BC5B}" srcOrd="0" destOrd="0" presId="urn:microsoft.com/office/officeart/2005/8/layout/process4"/>
    <dgm:cxn modelId="{67680DC2-4607-4447-BCDB-BA450778B478}" srcId="{3638C9D6-D64D-4F1E-93E9-1AAF0C1F0097}" destId="{A31AB4FB-3420-4746-8148-11ADEC77D661}" srcOrd="2" destOrd="0" parTransId="{1B9A27E2-5F76-421E-BEE1-CCE0A67250EB}" sibTransId="{12796559-7DD9-49D8-B859-065144A8CCA0}"/>
    <dgm:cxn modelId="{75DDAED2-CA77-40CD-8C3E-8248F3840168}" type="presOf" srcId="{3638C9D6-D64D-4F1E-93E9-1AAF0C1F0097}" destId="{5022A3F7-B8E1-4B23-AB0A-B63EDA3ECCF6}" srcOrd="1" destOrd="0" presId="urn:microsoft.com/office/officeart/2005/8/layout/process4"/>
    <dgm:cxn modelId="{9EFBE4FA-20A1-44AE-AE16-1F4BD5EDB13A}" srcId="{3638C9D6-D64D-4F1E-93E9-1AAF0C1F0097}" destId="{AE953038-06E8-4502-822F-100C609034F6}" srcOrd="0" destOrd="0" parTransId="{0AC1137B-44BC-4962-96EF-5E184C2B5915}" sibTransId="{35F5FBB5-EA75-49F9-9C5A-13FF4C0CD100}"/>
    <dgm:cxn modelId="{639D5682-11C9-4C3D-95A7-6984C33B4859}" type="presParOf" srcId="{29099D42-1B6B-426A-8532-D04311DFAF3C}" destId="{87A5AB33-E781-48C3-9DC9-A8BAA37AE28A}" srcOrd="0" destOrd="0" presId="urn:microsoft.com/office/officeart/2005/8/layout/process4"/>
    <dgm:cxn modelId="{7DEABD73-FD08-4843-A639-05B3CF204BAC}" type="presParOf" srcId="{87A5AB33-E781-48C3-9DC9-A8BAA37AE28A}" destId="{30623CCC-37A3-4C72-814A-CBC91845BC5B}" srcOrd="0" destOrd="0" presId="urn:microsoft.com/office/officeart/2005/8/layout/process4"/>
    <dgm:cxn modelId="{0B25064F-164D-4190-A797-DA05961E56A1}" type="presParOf" srcId="{87A5AB33-E781-48C3-9DC9-A8BAA37AE28A}" destId="{5022A3F7-B8E1-4B23-AB0A-B63EDA3ECCF6}" srcOrd="1" destOrd="0" presId="urn:microsoft.com/office/officeart/2005/8/layout/process4"/>
    <dgm:cxn modelId="{737F653E-B46C-4218-AE2D-95F043E6CD75}" type="presParOf" srcId="{87A5AB33-E781-48C3-9DC9-A8BAA37AE28A}" destId="{DC012AC5-441F-4E7B-BFA8-E1695D926D9F}" srcOrd="2" destOrd="0" presId="urn:microsoft.com/office/officeart/2005/8/layout/process4"/>
    <dgm:cxn modelId="{A05934F6-0D73-4550-BB3D-5B5432EAA01F}" type="presParOf" srcId="{DC012AC5-441F-4E7B-BFA8-E1695D926D9F}" destId="{F3A8D197-1FED-420B-924B-C82EAA6B089B}" srcOrd="0" destOrd="0" presId="urn:microsoft.com/office/officeart/2005/8/layout/process4"/>
    <dgm:cxn modelId="{126DF58C-38B1-4D32-94D3-7DF0DB785AB2}" type="presParOf" srcId="{DC012AC5-441F-4E7B-BFA8-E1695D926D9F}" destId="{67B0309F-71E3-4823-AB13-9D0104DEF3D4}" srcOrd="1" destOrd="0" presId="urn:microsoft.com/office/officeart/2005/8/layout/process4"/>
    <dgm:cxn modelId="{B5AD0B0B-C761-4837-9AFA-AAFD5E8A1159}" type="presParOf" srcId="{DC012AC5-441F-4E7B-BFA8-E1695D926D9F}" destId="{24270EC0-8C1F-45C2-856E-05A9CD76DA76}" srcOrd="2" destOrd="0" presId="urn:microsoft.com/office/officeart/2005/8/layout/process4"/>
    <dgm:cxn modelId="{B1D90CAC-722D-438F-8136-91ABA4B655B3}" type="presParOf" srcId="{DC012AC5-441F-4E7B-BFA8-E1695D926D9F}" destId="{9AAAF729-FD04-4FFA-977B-141E6590AF7C}" srcOrd="3" destOrd="0" presId="urn:microsoft.com/office/officeart/2005/8/layout/process4"/>
    <dgm:cxn modelId="{80EBFBA7-47F0-4B71-BACA-ACFBD49F100B}" type="presParOf" srcId="{DC012AC5-441F-4E7B-BFA8-E1695D926D9F}" destId="{584B3B13-79C9-485E-86AA-2380305AA1D2}" srcOrd="4" destOrd="0" presId="urn:microsoft.com/office/officeart/2005/8/layout/process4"/>
    <dgm:cxn modelId="{01BB16C5-58B3-4A8A-82FC-3D67589B2DDD}" type="presParOf" srcId="{29099D42-1B6B-426A-8532-D04311DFAF3C}" destId="{CF0AC59B-8933-4E1B-A1E3-C247B6AA638A}" srcOrd="1" destOrd="0" presId="urn:microsoft.com/office/officeart/2005/8/layout/process4"/>
    <dgm:cxn modelId="{014D243A-6907-4ECF-BC1B-157E111313DD}" type="presParOf" srcId="{29099D42-1B6B-426A-8532-D04311DFAF3C}" destId="{96AD7EE2-4092-497D-AA97-DEBC88B1EFD4}" srcOrd="2" destOrd="0" presId="urn:microsoft.com/office/officeart/2005/8/layout/process4"/>
    <dgm:cxn modelId="{BC7421E7-D671-4D26-9409-1045B4B83DB1}" type="presParOf" srcId="{96AD7EE2-4092-497D-AA97-DEBC88B1EFD4}" destId="{AA219032-4EC3-4C92-87E7-C2D4BC4927D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22A3F7-B8E1-4B23-AB0A-B63EDA3ECCF6}">
      <dsp:nvSpPr>
        <dsp:cNvPr id="0" name=""/>
        <dsp:cNvSpPr/>
      </dsp:nvSpPr>
      <dsp:spPr>
        <a:xfrm>
          <a:off x="0" y="3487329"/>
          <a:ext cx="6668792" cy="228806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Within the context of a professional environment, it assumes a critical function in various aspects like:</a:t>
          </a:r>
        </a:p>
      </dsp:txBody>
      <dsp:txXfrm>
        <a:off x="0" y="3487329"/>
        <a:ext cx="6668792" cy="1235555"/>
      </dsp:txXfrm>
    </dsp:sp>
    <dsp:sp modelId="{F3A8D197-1FED-420B-924B-C82EAA6B089B}">
      <dsp:nvSpPr>
        <dsp:cNvPr id="0" name=""/>
        <dsp:cNvSpPr/>
      </dsp:nvSpPr>
      <dsp:spPr>
        <a:xfrm>
          <a:off x="814" y="4677123"/>
          <a:ext cx="1333432" cy="105251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Establish a comfortable, positive relationship or rapport with colleagues. </a:t>
          </a:r>
        </a:p>
      </dsp:txBody>
      <dsp:txXfrm>
        <a:off x="814" y="4677123"/>
        <a:ext cx="1333432" cy="1052510"/>
      </dsp:txXfrm>
    </dsp:sp>
    <dsp:sp modelId="{67B0309F-71E3-4823-AB13-9D0104DEF3D4}">
      <dsp:nvSpPr>
        <dsp:cNvPr id="0" name=""/>
        <dsp:cNvSpPr/>
      </dsp:nvSpPr>
      <dsp:spPr>
        <a:xfrm>
          <a:off x="1334246" y="4677123"/>
          <a:ext cx="1333432" cy="1052510"/>
        </a:xfrm>
        <a:prstGeom prst="rect">
          <a:avLst/>
        </a:prstGeom>
        <a:solidFill>
          <a:schemeClr val="accent2">
            <a:tint val="40000"/>
            <a:alpha val="90000"/>
            <a:hueOff val="-1494408"/>
            <a:satOff val="-3702"/>
            <a:lumOff val="-509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1494408"/>
              <a:satOff val="-3702"/>
              <a:lumOff val="-50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Briefly outlining the scope, objectives, and details of your project to team members or subordinates.</a:t>
          </a:r>
        </a:p>
      </dsp:txBody>
      <dsp:txXfrm>
        <a:off x="1334246" y="4677123"/>
        <a:ext cx="1333432" cy="1052510"/>
      </dsp:txXfrm>
    </dsp:sp>
    <dsp:sp modelId="{24270EC0-8C1F-45C2-856E-05A9CD76DA76}">
      <dsp:nvSpPr>
        <dsp:cNvPr id="0" name=""/>
        <dsp:cNvSpPr/>
      </dsp:nvSpPr>
      <dsp:spPr>
        <a:xfrm>
          <a:off x="2667679" y="4677123"/>
          <a:ext cx="1333432" cy="1052510"/>
        </a:xfrm>
        <a:prstGeom prst="rect">
          <a:avLst/>
        </a:prstGeom>
        <a:solidFill>
          <a:schemeClr val="accent2">
            <a:tint val="40000"/>
            <a:alpha val="90000"/>
            <a:hueOff val="-2988817"/>
            <a:satOff val="-7405"/>
            <a:lumOff val="-1019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2988817"/>
              <a:satOff val="-7405"/>
              <a:lumOff val="-101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Engaging with superiors about personal career, advancement and growth</a:t>
          </a:r>
        </a:p>
      </dsp:txBody>
      <dsp:txXfrm>
        <a:off x="2667679" y="4677123"/>
        <a:ext cx="1333432" cy="1052510"/>
      </dsp:txXfrm>
    </dsp:sp>
    <dsp:sp modelId="{9AAAF729-FD04-4FFA-977B-141E6590AF7C}">
      <dsp:nvSpPr>
        <dsp:cNvPr id="0" name=""/>
        <dsp:cNvSpPr/>
      </dsp:nvSpPr>
      <dsp:spPr>
        <a:xfrm>
          <a:off x="4001112" y="4677123"/>
          <a:ext cx="1333432" cy="1052510"/>
        </a:xfrm>
        <a:prstGeom prst="rect">
          <a:avLst/>
        </a:prstGeom>
        <a:solidFill>
          <a:schemeClr val="accent2">
            <a:tint val="40000"/>
            <a:alpha val="90000"/>
            <a:hueOff val="-4483225"/>
            <a:satOff val="-11107"/>
            <a:lumOff val="-1528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4483225"/>
              <a:satOff val="-11107"/>
              <a:lumOff val="-15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Explaining the cause behind an issue and potential fixes.</a:t>
          </a:r>
        </a:p>
      </dsp:txBody>
      <dsp:txXfrm>
        <a:off x="4001112" y="4677123"/>
        <a:ext cx="1333432" cy="1052510"/>
      </dsp:txXfrm>
    </dsp:sp>
    <dsp:sp modelId="{584B3B13-79C9-485E-86AA-2380305AA1D2}">
      <dsp:nvSpPr>
        <dsp:cNvPr id="0" name=""/>
        <dsp:cNvSpPr/>
      </dsp:nvSpPr>
      <dsp:spPr>
        <a:xfrm>
          <a:off x="5334545" y="4677123"/>
          <a:ext cx="1333432" cy="1052510"/>
        </a:xfrm>
        <a:prstGeom prst="rect">
          <a:avLst/>
        </a:prstGeom>
        <a:solidFill>
          <a:schemeClr val="accent2">
            <a:tint val="40000"/>
            <a:alpha val="90000"/>
            <a:hueOff val="-5977634"/>
            <a:satOff val="-14809"/>
            <a:lumOff val="-2037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5977634"/>
              <a:satOff val="-14809"/>
              <a:lumOff val="-203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venir Next LT Pro"/>
              <a:ea typeface="+mn-ea"/>
              <a:cs typeface="+mn-cs"/>
            </a:rPr>
            <a:t>Articulating one's perspective on a particular scenario or use case</a:t>
          </a:r>
        </a:p>
      </dsp:txBody>
      <dsp:txXfrm>
        <a:off x="5334545" y="4677123"/>
        <a:ext cx="1333432" cy="1052510"/>
      </dsp:txXfrm>
    </dsp:sp>
    <dsp:sp modelId="{AA219032-4EC3-4C92-87E7-C2D4BC4927DB}">
      <dsp:nvSpPr>
        <dsp:cNvPr id="0" name=""/>
        <dsp:cNvSpPr/>
      </dsp:nvSpPr>
      <dsp:spPr>
        <a:xfrm rot="10800000">
          <a:off x="0" y="2605"/>
          <a:ext cx="6668792" cy="3519044"/>
        </a:xfrm>
        <a:prstGeom prst="upArrowCallout">
          <a:avLst/>
        </a:prstGeom>
        <a:solidFill>
          <a:schemeClr val="accent2">
            <a:hueOff val="-6080002"/>
            <a:satOff val="-17144"/>
            <a:lumOff val="-725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Broadly speaking, the exchange of information, otherwise known as communication, is a cornerstone of interaction between individuals. </a:t>
          </a:r>
        </a:p>
      </dsp:txBody>
      <dsp:txXfrm rot="10800000">
        <a:off x="0" y="2605"/>
        <a:ext cx="6668792" cy="22865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821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9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20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0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1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1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0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79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95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0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5/29/2024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09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55309-608C-A015-E5AA-41CBBB99E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199" y="2495550"/>
            <a:ext cx="7977600" cy="933450"/>
          </a:xfrm>
        </p:spPr>
        <p:txBody>
          <a:bodyPr/>
          <a:lstStyle/>
          <a:p>
            <a:r>
              <a:rPr lang="en-US" dirty="0"/>
              <a:t>Corporate 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2B2AE-C57F-0537-C19D-5C351D1B2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837" y="3675340"/>
            <a:ext cx="6242325" cy="933450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Avenir Next LT Pro" panose="020B0504020202020204" pitchFamily="34" charset="0"/>
              </a:rPr>
              <a:t>EmpowHer: Empowering Girls for Corporate Excellence</a:t>
            </a:r>
            <a:endParaRPr lang="en-US" sz="17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20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CB557A8-E13F-B1AE-DCAE-E8B4974461E4}"/>
              </a:ext>
            </a:extLst>
          </p:cNvPr>
          <p:cNvSpPr txBox="1">
            <a:spLocks/>
          </p:cNvSpPr>
          <p:nvPr/>
        </p:nvSpPr>
        <p:spPr>
          <a:xfrm>
            <a:off x="2748000" y="427220"/>
            <a:ext cx="6696000" cy="107721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Self Introduction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3B9D3A-F8F6-4354-8088-6E520C2A6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194300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7C4E796-3C85-3ABB-41EF-8DEC715041EC}"/>
              </a:ext>
            </a:extLst>
          </p:cNvPr>
          <p:cNvSpPr txBox="1">
            <a:spLocks/>
          </p:cNvSpPr>
          <p:nvPr/>
        </p:nvSpPr>
        <p:spPr>
          <a:xfrm>
            <a:off x="2748000" y="2391877"/>
            <a:ext cx="6696000" cy="3386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00" indent="-360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As today’s topic is on communication, it would be good to start with a brief introduction from each one of you.</a:t>
            </a:r>
          </a:p>
        </p:txBody>
      </p:sp>
    </p:spTree>
    <p:extLst>
      <p:ext uri="{BB962C8B-B14F-4D97-AF65-F5344CB8AC3E}">
        <p14:creationId xmlns:p14="http://schemas.microsoft.com/office/powerpoint/2010/main" val="767288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6A5661-2CFE-478C-BAC3-729F393F3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72CCB-7A20-3673-1C7D-D30395240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1508125"/>
            <a:ext cx="3899982" cy="3838576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Agenda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7C5DB0-7DD2-458D-B2D6-43AD6AB88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4357" y="198422"/>
            <a:ext cx="788808" cy="1273628"/>
            <a:chOff x="554357" y="198422"/>
            <a:chExt cx="788808" cy="127362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7C83ECF-756B-4492-843B-918CC1105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002750" y="198422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F058DD3-3916-4C08-B24C-579AB28BC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8100000" flipH="1">
              <a:off x="554357" y="402322"/>
              <a:ext cx="641183" cy="1069728"/>
              <a:chOff x="6484112" y="2967038"/>
              <a:chExt cx="641183" cy="1069728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D110D46-B042-4353-93DE-70E69ECEA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8" name="Freeform 68">
                  <a:extLst>
                    <a:ext uri="{FF2B5EF4-FFF2-40B4-BE49-F238E27FC236}">
                      <a16:creationId xmlns:a16="http://schemas.microsoft.com/office/drawing/2014/main" id="{E214E373-86E1-401E-AED2-85946BACF9C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" name="Freeform 69">
                  <a:extLst>
                    <a:ext uri="{FF2B5EF4-FFF2-40B4-BE49-F238E27FC236}">
                      <a16:creationId xmlns:a16="http://schemas.microsoft.com/office/drawing/2014/main" id="{1691C68F-E553-4087-B3CD-06675355AAF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Line 70">
                  <a:extLst>
                    <a:ext uri="{FF2B5EF4-FFF2-40B4-BE49-F238E27FC236}">
                      <a16:creationId xmlns:a16="http://schemas.microsoft.com/office/drawing/2014/main" id="{B13009C4-8616-47EF-BB18-A5E66A5192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926455A-FC5C-4B86-8A74-CE4D2F87D4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5" name="Freeform 68">
                  <a:extLst>
                    <a:ext uri="{FF2B5EF4-FFF2-40B4-BE49-F238E27FC236}">
                      <a16:creationId xmlns:a16="http://schemas.microsoft.com/office/drawing/2014/main" id="{A78AACFD-FC9C-4CB1-A53D-E25D19ABF57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Freeform 69">
                  <a:extLst>
                    <a:ext uri="{FF2B5EF4-FFF2-40B4-BE49-F238E27FC236}">
                      <a16:creationId xmlns:a16="http://schemas.microsoft.com/office/drawing/2014/main" id="{7642CF8C-E6A9-4EBD-8606-8C51CFA327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Line 70">
                  <a:extLst>
                    <a:ext uri="{FF2B5EF4-FFF2-40B4-BE49-F238E27FC236}">
                      <a16:creationId xmlns:a16="http://schemas.microsoft.com/office/drawing/2014/main" id="{1EDA345F-CA5B-4CCA-B550-CF69B956A6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71395C-0D5B-4C83-8CEB-2648A2239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3159000"/>
            <a:ext cx="0" cy="540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C727C-DD70-0E0B-7B8E-ACA471C75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4800" y="1084262"/>
            <a:ext cx="5171439" cy="4689476"/>
          </a:xfrm>
        </p:spPr>
        <p:txBody>
          <a:bodyPr anchor="ctr">
            <a:normAutofit/>
          </a:bodyPr>
          <a:lstStyle/>
          <a:p>
            <a:r>
              <a:rPr lang="en-US" sz="1800" dirty="0"/>
              <a:t>Communication process – how it plays an important role in the professional space</a:t>
            </a:r>
          </a:p>
          <a:p>
            <a:r>
              <a:rPr lang="en-US" sz="1800" dirty="0"/>
              <a:t>Effective communication techniques</a:t>
            </a:r>
          </a:p>
          <a:p>
            <a:r>
              <a:rPr lang="en-US" sz="1800" dirty="0"/>
              <a:t>Types of communication within an organization</a:t>
            </a:r>
          </a:p>
          <a:p>
            <a:r>
              <a:rPr lang="en-US" sz="1800" dirty="0"/>
              <a:t>Role Play</a:t>
            </a:r>
          </a:p>
        </p:txBody>
      </p:sp>
    </p:spTree>
    <p:extLst>
      <p:ext uri="{BB962C8B-B14F-4D97-AF65-F5344CB8AC3E}">
        <p14:creationId xmlns:p14="http://schemas.microsoft.com/office/powerpoint/2010/main" val="3462549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4E06C-E47F-FA34-D850-9791C9D2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6800"/>
            <a:ext cx="2802386" cy="4689475"/>
          </a:xfrm>
        </p:spPr>
        <p:txBody>
          <a:bodyPr anchor="t">
            <a:normAutofit/>
          </a:bodyPr>
          <a:lstStyle/>
          <a:p>
            <a:r>
              <a:rPr lang="en-US" sz="3000" baseline="0" dirty="0"/>
              <a:t>Communication Process – how it plays an important role in the professional space</a:t>
            </a:r>
            <a:endParaRPr lang="en-US" sz="3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4757C4-228A-47E5-94C8-058312AB2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32300" y="540000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2A47A6-AB4C-81A2-EDD6-8FB7ED9257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5155060"/>
              </p:ext>
            </p:extLst>
          </p:nvPr>
        </p:nvGraphicFramePr>
        <p:xfrm>
          <a:off x="4982215" y="537330"/>
          <a:ext cx="6668792" cy="577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7588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45197-0A24-8724-FD57-2A1DF327F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8" y="395288"/>
            <a:ext cx="6317998" cy="1120439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Effective Communication Techniques</a:t>
            </a:r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16C132CB-661F-4A80-B2A5-D78FF18C0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78998" y="1964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D9AEE89-F591-BB53-68C0-E68E79636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998" y="2413468"/>
            <a:ext cx="6318000" cy="3365032"/>
          </a:xfrm>
        </p:spPr>
        <p:txBody>
          <a:bodyPr>
            <a:normAutofit/>
          </a:bodyPr>
          <a:lstStyle/>
          <a:p>
            <a:r>
              <a:rPr lang="en-US" dirty="0"/>
              <a:t>Active listing</a:t>
            </a:r>
          </a:p>
          <a:p>
            <a:r>
              <a:rPr lang="en-US" dirty="0"/>
              <a:t>Nonverbal communication – facial expressions, gestures and body language.</a:t>
            </a:r>
          </a:p>
          <a:p>
            <a:r>
              <a:rPr lang="en-US" dirty="0"/>
              <a:t>Tone - involves varying pitch, word choice etc.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8" name="Picture 4" descr="White paper ships being led by a yellow ship">
            <a:extLst>
              <a:ext uri="{FF2B5EF4-FFF2-40B4-BE49-F238E27FC236}">
                <a16:creationId xmlns:a16="http://schemas.microsoft.com/office/drawing/2014/main" id="{AF766E3C-1153-D7DA-91EE-7E15C0C164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942" r="17380" b="-1"/>
          <a:stretch/>
        </p:blipFill>
        <p:spPr>
          <a:xfrm>
            <a:off x="8321011" y="10"/>
            <a:ext cx="387098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36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4EC3-F273-71B6-D843-ED2692457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Audience-Specific Organizational Communication</a:t>
            </a:r>
            <a:br>
              <a:rPr lang="en-US" dirty="0">
                <a:effectLst/>
                <a:latin typeface="-apple-system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6F751-24BC-7492-C62B-BBC0FD3CE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rtl="0">
              <a:buNone/>
            </a:pPr>
            <a:r>
              <a:rPr lang="en-US" sz="1800" dirty="0"/>
              <a:t>The following categories are determined by the specific audience or stakeholder involved in the dialogue:</a:t>
            </a:r>
          </a:p>
          <a:p>
            <a:pPr rtl="0"/>
            <a:endParaRPr lang="en-US" sz="1800" dirty="0"/>
          </a:p>
          <a:p>
            <a:pPr lvl="1"/>
            <a:r>
              <a:rPr lang="en-US" sz="1800" dirty="0"/>
              <a:t>• </a:t>
            </a:r>
            <a:r>
              <a:rPr lang="en-US" sz="1800" i="0" dirty="0"/>
              <a:t>Communication within the team </a:t>
            </a:r>
          </a:p>
          <a:p>
            <a:pPr lvl="1"/>
            <a:r>
              <a:rPr lang="en-US" sz="1800" i="0" dirty="0"/>
              <a:t>• Internal organizational communication </a:t>
            </a:r>
          </a:p>
          <a:p>
            <a:pPr lvl="1"/>
            <a:r>
              <a:rPr lang="en-US" sz="1800" i="0" dirty="0"/>
              <a:t>• Whole-organization communication </a:t>
            </a:r>
          </a:p>
          <a:p>
            <a:pPr lvl="1"/>
            <a:r>
              <a:rPr lang="en-US" sz="1800" i="0" dirty="0"/>
              <a:t>• Communication with external stakeholders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73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0B328-FD49-2352-241A-A0C7EC06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6328800" cy="111283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Role Play – How would you respond to the below scenario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716F-B213-C0F3-B75F-82250F264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864801"/>
            <a:ext cx="6328800" cy="3913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your daily update call (stand up), you are expected to provide a status update to your manager/lead on the tasks in your queue. What are the pointers you would consider essential to be mentioned?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5D45D7-984D-4CDD-B1BC-0CF407C72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24850" y="540000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Call center">
            <a:extLst>
              <a:ext uri="{FF2B5EF4-FFF2-40B4-BE49-F238E27FC236}">
                <a16:creationId xmlns:a16="http://schemas.microsoft.com/office/drawing/2014/main" id="{CAA3E5BC-BAAC-BDA0-E8D1-785F77DAD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3650" y="2045319"/>
            <a:ext cx="2767362" cy="276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352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2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1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A3CE0-187B-DDE1-44D5-D3B2D7E3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1089025"/>
            <a:ext cx="7797799" cy="1532951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800" dirty="0"/>
              <a:t>Thank you for your time, any questions?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F9F7A1D-1090-4288-AA92-5E103402E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87925" y="2840038"/>
            <a:ext cx="2216150" cy="1177924"/>
            <a:chOff x="4987925" y="2840038"/>
            <a:chExt cx="2216150" cy="117792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109F7CF-3139-48B9-AF7B-9BD2941A8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F52CE0A-5FEB-41F7-AC08-13F9CCDA58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731CECC-3215-4BBB-9435-8EE683B8E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5" name="Freeform 68">
                  <a:extLst>
                    <a:ext uri="{FF2B5EF4-FFF2-40B4-BE49-F238E27FC236}">
                      <a16:creationId xmlns:a16="http://schemas.microsoft.com/office/drawing/2014/main" id="{55668BB4-A5B1-47EB-B913-25AE6AB036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Freeform 69">
                  <a:extLst>
                    <a:ext uri="{FF2B5EF4-FFF2-40B4-BE49-F238E27FC236}">
                      <a16:creationId xmlns:a16="http://schemas.microsoft.com/office/drawing/2014/main" id="{94A22C99-8239-43D4-81DE-86F79FF1D7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Line 70">
                  <a:extLst>
                    <a:ext uri="{FF2B5EF4-FFF2-40B4-BE49-F238E27FC236}">
                      <a16:creationId xmlns:a16="http://schemas.microsoft.com/office/drawing/2014/main" id="{8103C5B8-06AC-40D5-B70E-00FC0783A96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E3881FC-25BE-49F9-8318-512ECDA4FB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5A832B89-863F-48D0-A912-B1414A2544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0BF5E77C-56C6-472D-B6A0-56C2E3D51B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Line 70">
                  <a:extLst>
                    <a:ext uri="{FF2B5EF4-FFF2-40B4-BE49-F238E27FC236}">
                      <a16:creationId xmlns:a16="http://schemas.microsoft.com/office/drawing/2014/main" id="{8A3B85A2-B137-458E-B4D6-9141EA2D52A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10362810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Frosty</Template>
  <TotalTime>0</TotalTime>
  <Words>294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Avenir Next LT Pro</vt:lpstr>
      <vt:lpstr>Goudy Old Style</vt:lpstr>
      <vt:lpstr>Wingdings</vt:lpstr>
      <vt:lpstr>FrostyVTI</vt:lpstr>
      <vt:lpstr>Corporate Communication</vt:lpstr>
      <vt:lpstr>PowerPoint Presentation</vt:lpstr>
      <vt:lpstr>Agenda</vt:lpstr>
      <vt:lpstr>Communication Process – how it plays an important role in the professional space</vt:lpstr>
      <vt:lpstr>Effective Communication Techniques</vt:lpstr>
      <vt:lpstr>Audience-Specific Organizational Communication </vt:lpstr>
      <vt:lpstr>Role Play – How would you respond to the below scenario</vt:lpstr>
      <vt:lpstr>Thank you for your time, any questions?</vt:lpstr>
    </vt:vector>
  </TitlesOfParts>
  <Company>Moodys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Communication</dc:title>
  <dc:creator>Vima Rai (Ratings - Tech)</dc:creator>
  <cp:lastModifiedBy>Vima Rai (Ratings - Tech)</cp:lastModifiedBy>
  <cp:revision>1</cp:revision>
  <dcterms:created xsi:type="dcterms:W3CDTF">2024-05-29T06:01:50Z</dcterms:created>
  <dcterms:modified xsi:type="dcterms:W3CDTF">2024-05-29T15:41:52Z</dcterms:modified>
</cp:coreProperties>
</file>