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0" r:id="rId6"/>
    <p:sldId id="7584" r:id="rId7"/>
    <p:sldId id="7588" r:id="rId8"/>
    <p:sldId id="273" r:id="rId9"/>
    <p:sldId id="7585" r:id="rId10"/>
    <p:sldId id="280" r:id="rId11"/>
    <p:sldId id="7587" r:id="rId12"/>
    <p:sldId id="7579" r:id="rId13"/>
    <p:sldId id="7580" r:id="rId14"/>
    <p:sldId id="7582" r:id="rId15"/>
    <p:sldId id="75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2E2"/>
    <a:srgbClr val="002E5D"/>
    <a:srgbClr val="0028A0"/>
    <a:srgbClr val="52525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474" y="10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197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1AC715-73DF-4EE9-8FF4-72D667DECC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0985E9-AE66-40F0-A872-F7208C1E8758}">
      <dgm:prSet/>
      <dgm:spPr/>
      <dgm:t>
        <a:bodyPr/>
        <a:lstStyle/>
        <a:p>
          <a:r>
            <a:rPr lang="en-US"/>
            <a:t>What is APS?</a:t>
          </a:r>
        </a:p>
      </dgm:t>
    </dgm:pt>
    <dgm:pt modelId="{E70884E6-0EC4-4DB0-B5F7-0DB74EEB1835}" type="parTrans" cxnId="{51804B41-A0ED-4CB5-876E-AAE76D9969FE}">
      <dgm:prSet/>
      <dgm:spPr/>
      <dgm:t>
        <a:bodyPr/>
        <a:lstStyle/>
        <a:p>
          <a:endParaRPr lang="en-US" sz="2000"/>
        </a:p>
      </dgm:t>
    </dgm:pt>
    <dgm:pt modelId="{B77FA29F-B071-42F6-A8B9-77F64D3CACA6}" type="sibTrans" cxnId="{51804B41-A0ED-4CB5-876E-AAE76D9969FE}">
      <dgm:prSet/>
      <dgm:spPr/>
      <dgm:t>
        <a:bodyPr/>
        <a:lstStyle/>
        <a:p>
          <a:endParaRPr lang="en-US"/>
        </a:p>
      </dgm:t>
    </dgm:pt>
    <dgm:pt modelId="{0962072F-48CF-4763-9C91-B77E98C3BED6}">
      <dgm:prSet/>
      <dgm:spPr/>
      <dgm:t>
        <a:bodyPr/>
        <a:lstStyle/>
        <a:p>
          <a:r>
            <a:rPr lang="en-US" dirty="0"/>
            <a:t>APS Team’s roles and responsibilities</a:t>
          </a:r>
        </a:p>
      </dgm:t>
    </dgm:pt>
    <dgm:pt modelId="{93FA2F7F-6381-4B11-9E0E-B887EB700BA7}" type="parTrans" cxnId="{B97CA567-8CAB-4A9C-8553-30464B54D1EA}">
      <dgm:prSet/>
      <dgm:spPr/>
      <dgm:t>
        <a:bodyPr/>
        <a:lstStyle/>
        <a:p>
          <a:endParaRPr lang="en-US" sz="2000"/>
        </a:p>
      </dgm:t>
    </dgm:pt>
    <dgm:pt modelId="{903E6F70-B5B1-4896-8E1B-5179E6DBBA34}" type="sibTrans" cxnId="{B97CA567-8CAB-4A9C-8553-30464B54D1EA}">
      <dgm:prSet/>
      <dgm:spPr/>
      <dgm:t>
        <a:bodyPr/>
        <a:lstStyle/>
        <a:p>
          <a:endParaRPr lang="en-US"/>
        </a:p>
      </dgm:t>
    </dgm:pt>
    <dgm:pt modelId="{168FF6B6-8C45-415E-A95C-88C125B185C2}">
      <dgm:prSet/>
      <dgm:spPr/>
      <dgm:t>
        <a:bodyPr/>
        <a:lstStyle/>
        <a:p>
          <a:r>
            <a:rPr lang="en-US" dirty="0"/>
            <a:t>Initiating a New application onboarding </a:t>
          </a:r>
        </a:p>
      </dgm:t>
    </dgm:pt>
    <dgm:pt modelId="{9FD60AD4-9E89-475C-820A-6C9A32968FEC}" type="parTrans" cxnId="{E4FD0BF0-C8C5-4654-81C3-0238782C725A}">
      <dgm:prSet/>
      <dgm:spPr/>
      <dgm:t>
        <a:bodyPr/>
        <a:lstStyle/>
        <a:p>
          <a:endParaRPr lang="en-US" sz="2000"/>
        </a:p>
      </dgm:t>
    </dgm:pt>
    <dgm:pt modelId="{C6D1F04B-2BB9-46DE-B162-75AEC26EF2B1}" type="sibTrans" cxnId="{E4FD0BF0-C8C5-4654-81C3-0238782C725A}">
      <dgm:prSet/>
      <dgm:spPr/>
      <dgm:t>
        <a:bodyPr/>
        <a:lstStyle/>
        <a:p>
          <a:endParaRPr lang="en-US"/>
        </a:p>
      </dgm:t>
    </dgm:pt>
    <dgm:pt modelId="{30C31B8B-23F8-456C-BA40-5AFDC414F6B0}">
      <dgm:prSet/>
      <dgm:spPr/>
      <dgm:t>
        <a:bodyPr/>
        <a:lstStyle/>
        <a:p>
          <a:r>
            <a:rPr lang="en-US"/>
            <a:t>Onboarding Checklist</a:t>
          </a:r>
        </a:p>
      </dgm:t>
    </dgm:pt>
    <dgm:pt modelId="{EEE8FD2A-38C5-48F6-875D-AC31A40A5893}" type="parTrans" cxnId="{AA1B5FF9-A258-4C55-A181-B125775002AB}">
      <dgm:prSet/>
      <dgm:spPr/>
      <dgm:t>
        <a:bodyPr/>
        <a:lstStyle/>
        <a:p>
          <a:endParaRPr lang="en-US" sz="2000"/>
        </a:p>
      </dgm:t>
    </dgm:pt>
    <dgm:pt modelId="{E0BF706B-9E59-4B0E-A4D7-E499B025194D}" type="sibTrans" cxnId="{AA1B5FF9-A258-4C55-A181-B125775002AB}">
      <dgm:prSet/>
      <dgm:spPr/>
      <dgm:t>
        <a:bodyPr/>
        <a:lstStyle/>
        <a:p>
          <a:endParaRPr lang="en-US"/>
        </a:p>
      </dgm:t>
    </dgm:pt>
    <dgm:pt modelId="{8FD47D70-415B-482F-BD2E-CE1BD0B1B24A}">
      <dgm:prSet/>
      <dgm:spPr/>
      <dgm:t>
        <a:bodyPr/>
        <a:lstStyle/>
        <a:p>
          <a:r>
            <a:rPr lang="en-US"/>
            <a:t>Application maintenance </a:t>
          </a:r>
        </a:p>
      </dgm:t>
    </dgm:pt>
    <dgm:pt modelId="{B77F5128-7B27-44E1-B5E1-562E76835112}" type="parTrans" cxnId="{FA0A3654-9F2B-4401-BA6C-2BE355736299}">
      <dgm:prSet/>
      <dgm:spPr/>
      <dgm:t>
        <a:bodyPr/>
        <a:lstStyle/>
        <a:p>
          <a:endParaRPr lang="en-US" sz="2000"/>
        </a:p>
      </dgm:t>
    </dgm:pt>
    <dgm:pt modelId="{A8BB2E15-BDE5-42BE-B9EA-56B2BB7CE48C}" type="sibTrans" cxnId="{FA0A3654-9F2B-4401-BA6C-2BE355736299}">
      <dgm:prSet/>
      <dgm:spPr/>
      <dgm:t>
        <a:bodyPr/>
        <a:lstStyle/>
        <a:p>
          <a:endParaRPr lang="en-US"/>
        </a:p>
      </dgm:t>
    </dgm:pt>
    <dgm:pt modelId="{A8D82981-24FC-460A-8F51-33230069D9F1}">
      <dgm:prSet/>
      <dgm:spPr/>
      <dgm:t>
        <a:bodyPr/>
        <a:lstStyle/>
        <a:p>
          <a:r>
            <a:rPr lang="en-US" dirty="0"/>
            <a:t>Engaging APS Team</a:t>
          </a:r>
        </a:p>
      </dgm:t>
    </dgm:pt>
    <dgm:pt modelId="{AE3B5184-FC24-4E41-8B9E-3022A54B78D1}" type="parTrans" cxnId="{44AC9691-1E41-48C1-A751-47A5A2420AB9}">
      <dgm:prSet/>
      <dgm:spPr/>
      <dgm:t>
        <a:bodyPr/>
        <a:lstStyle/>
        <a:p>
          <a:endParaRPr lang="en-US"/>
        </a:p>
      </dgm:t>
    </dgm:pt>
    <dgm:pt modelId="{63A1332B-BDAB-4767-9283-D45AF18E204D}" type="sibTrans" cxnId="{44AC9691-1E41-48C1-A751-47A5A2420AB9}">
      <dgm:prSet/>
      <dgm:spPr/>
      <dgm:t>
        <a:bodyPr/>
        <a:lstStyle/>
        <a:p>
          <a:endParaRPr lang="en-US"/>
        </a:p>
      </dgm:t>
    </dgm:pt>
    <dgm:pt modelId="{B3D03B4E-87E9-45C5-945B-9F6C3E0C9820}">
      <dgm:prSet/>
      <dgm:spPr/>
      <dgm:t>
        <a:bodyPr/>
        <a:lstStyle/>
        <a:p>
          <a:r>
            <a:rPr lang="en-US" dirty="0"/>
            <a:t>Initiating an existing application onboarding </a:t>
          </a:r>
        </a:p>
      </dgm:t>
    </dgm:pt>
    <dgm:pt modelId="{D23B3E50-5D51-4FBF-93A2-84C2F7F2E301}" type="parTrans" cxnId="{2A0F3BC7-F8B3-4E36-95D8-021806B1179A}">
      <dgm:prSet/>
      <dgm:spPr/>
      <dgm:t>
        <a:bodyPr/>
        <a:lstStyle/>
        <a:p>
          <a:endParaRPr lang="en-US"/>
        </a:p>
      </dgm:t>
    </dgm:pt>
    <dgm:pt modelId="{7C7DEF71-243D-4CA0-9348-4882CA9E8B68}" type="sibTrans" cxnId="{2A0F3BC7-F8B3-4E36-95D8-021806B1179A}">
      <dgm:prSet/>
      <dgm:spPr/>
      <dgm:t>
        <a:bodyPr/>
        <a:lstStyle/>
        <a:p>
          <a:endParaRPr lang="en-US"/>
        </a:p>
      </dgm:t>
    </dgm:pt>
    <dgm:pt modelId="{51226697-8931-41E9-A362-B1E3490A8241}" type="pres">
      <dgm:prSet presAssocID="{991AC715-73DF-4EE9-8FF4-72D667DECC8B}" presName="vert0" presStyleCnt="0">
        <dgm:presLayoutVars>
          <dgm:dir/>
          <dgm:animOne val="branch"/>
          <dgm:animLvl val="lvl"/>
        </dgm:presLayoutVars>
      </dgm:prSet>
      <dgm:spPr/>
    </dgm:pt>
    <dgm:pt modelId="{1EC0D8F0-2665-4451-8180-97922AD06D8E}" type="pres">
      <dgm:prSet presAssocID="{700985E9-AE66-40F0-A872-F7208C1E8758}" presName="thickLine" presStyleLbl="alignNode1" presStyleIdx="0" presStyleCnt="7"/>
      <dgm:spPr/>
    </dgm:pt>
    <dgm:pt modelId="{7D075EF0-89B5-4A52-8AE1-CB365458150F}" type="pres">
      <dgm:prSet presAssocID="{700985E9-AE66-40F0-A872-F7208C1E8758}" presName="horz1" presStyleCnt="0"/>
      <dgm:spPr/>
    </dgm:pt>
    <dgm:pt modelId="{07528D20-A9B7-4469-BB83-0F7104C74993}" type="pres">
      <dgm:prSet presAssocID="{700985E9-AE66-40F0-A872-F7208C1E8758}" presName="tx1" presStyleLbl="revTx" presStyleIdx="0" presStyleCnt="7"/>
      <dgm:spPr/>
    </dgm:pt>
    <dgm:pt modelId="{499F1241-6F24-4399-A80A-CD605C7EC826}" type="pres">
      <dgm:prSet presAssocID="{700985E9-AE66-40F0-A872-F7208C1E8758}" presName="vert1" presStyleCnt="0"/>
      <dgm:spPr/>
    </dgm:pt>
    <dgm:pt modelId="{D23D9E95-3D04-443A-A631-9ADBEFF76AB7}" type="pres">
      <dgm:prSet presAssocID="{0962072F-48CF-4763-9C91-B77E98C3BED6}" presName="thickLine" presStyleLbl="alignNode1" presStyleIdx="1" presStyleCnt="7"/>
      <dgm:spPr/>
    </dgm:pt>
    <dgm:pt modelId="{146F31EB-25D1-49CD-9CA8-AE58235CD77A}" type="pres">
      <dgm:prSet presAssocID="{0962072F-48CF-4763-9C91-B77E98C3BED6}" presName="horz1" presStyleCnt="0"/>
      <dgm:spPr/>
    </dgm:pt>
    <dgm:pt modelId="{DC7A60B3-E179-48FA-9C0C-AFF7BB6416E4}" type="pres">
      <dgm:prSet presAssocID="{0962072F-48CF-4763-9C91-B77E98C3BED6}" presName="tx1" presStyleLbl="revTx" presStyleIdx="1" presStyleCnt="7"/>
      <dgm:spPr/>
    </dgm:pt>
    <dgm:pt modelId="{D71B6E86-505A-4DE9-B2CB-F6D4A693FBE7}" type="pres">
      <dgm:prSet presAssocID="{0962072F-48CF-4763-9C91-B77E98C3BED6}" presName="vert1" presStyleCnt="0"/>
      <dgm:spPr/>
    </dgm:pt>
    <dgm:pt modelId="{D81BEB3B-4F30-465D-9913-E834D1733D17}" type="pres">
      <dgm:prSet presAssocID="{A8D82981-24FC-460A-8F51-33230069D9F1}" presName="thickLine" presStyleLbl="alignNode1" presStyleIdx="2" presStyleCnt="7"/>
      <dgm:spPr/>
    </dgm:pt>
    <dgm:pt modelId="{EF7008C4-F3CB-401A-BD47-C3CB1E2610E5}" type="pres">
      <dgm:prSet presAssocID="{A8D82981-24FC-460A-8F51-33230069D9F1}" presName="horz1" presStyleCnt="0"/>
      <dgm:spPr/>
    </dgm:pt>
    <dgm:pt modelId="{4DBC3062-66C8-4629-A0A3-11501E05B092}" type="pres">
      <dgm:prSet presAssocID="{A8D82981-24FC-460A-8F51-33230069D9F1}" presName="tx1" presStyleLbl="revTx" presStyleIdx="2" presStyleCnt="7"/>
      <dgm:spPr/>
    </dgm:pt>
    <dgm:pt modelId="{A071DFB8-679D-4795-AA5B-D8DFC2E25017}" type="pres">
      <dgm:prSet presAssocID="{A8D82981-24FC-460A-8F51-33230069D9F1}" presName="vert1" presStyleCnt="0"/>
      <dgm:spPr/>
    </dgm:pt>
    <dgm:pt modelId="{E05447EB-004F-4AA8-B783-74926850C9AA}" type="pres">
      <dgm:prSet presAssocID="{168FF6B6-8C45-415E-A95C-88C125B185C2}" presName="thickLine" presStyleLbl="alignNode1" presStyleIdx="3" presStyleCnt="7"/>
      <dgm:spPr/>
    </dgm:pt>
    <dgm:pt modelId="{179EDD45-BB23-49F9-BF9A-B2FB9F33EFBE}" type="pres">
      <dgm:prSet presAssocID="{168FF6B6-8C45-415E-A95C-88C125B185C2}" presName="horz1" presStyleCnt="0"/>
      <dgm:spPr/>
    </dgm:pt>
    <dgm:pt modelId="{020D4BE9-0009-4236-919E-8977778538F6}" type="pres">
      <dgm:prSet presAssocID="{168FF6B6-8C45-415E-A95C-88C125B185C2}" presName="tx1" presStyleLbl="revTx" presStyleIdx="3" presStyleCnt="7"/>
      <dgm:spPr/>
    </dgm:pt>
    <dgm:pt modelId="{9470E528-809C-4267-9EF5-1BE5CAECFD44}" type="pres">
      <dgm:prSet presAssocID="{168FF6B6-8C45-415E-A95C-88C125B185C2}" presName="vert1" presStyleCnt="0"/>
      <dgm:spPr/>
    </dgm:pt>
    <dgm:pt modelId="{9A646D06-D458-466C-8C24-66F2E6683360}" type="pres">
      <dgm:prSet presAssocID="{B3D03B4E-87E9-45C5-945B-9F6C3E0C9820}" presName="thickLine" presStyleLbl="alignNode1" presStyleIdx="4" presStyleCnt="7"/>
      <dgm:spPr/>
    </dgm:pt>
    <dgm:pt modelId="{8D0FE178-AA24-429E-A8C1-0D9B8AD0D86B}" type="pres">
      <dgm:prSet presAssocID="{B3D03B4E-87E9-45C5-945B-9F6C3E0C9820}" presName="horz1" presStyleCnt="0"/>
      <dgm:spPr/>
    </dgm:pt>
    <dgm:pt modelId="{7C25ECA1-F685-4E7D-A58A-115EE1CECB01}" type="pres">
      <dgm:prSet presAssocID="{B3D03B4E-87E9-45C5-945B-9F6C3E0C9820}" presName="tx1" presStyleLbl="revTx" presStyleIdx="4" presStyleCnt="7"/>
      <dgm:spPr/>
    </dgm:pt>
    <dgm:pt modelId="{3A309F64-9401-4009-817C-50A52656BEBD}" type="pres">
      <dgm:prSet presAssocID="{B3D03B4E-87E9-45C5-945B-9F6C3E0C9820}" presName="vert1" presStyleCnt="0"/>
      <dgm:spPr/>
    </dgm:pt>
    <dgm:pt modelId="{BB45E3C5-AA7F-4D5D-BCE3-19CE16A26A47}" type="pres">
      <dgm:prSet presAssocID="{30C31B8B-23F8-456C-BA40-5AFDC414F6B0}" presName="thickLine" presStyleLbl="alignNode1" presStyleIdx="5" presStyleCnt="7"/>
      <dgm:spPr/>
    </dgm:pt>
    <dgm:pt modelId="{66A1C4C7-3589-441D-9B92-6FAEE210DFDC}" type="pres">
      <dgm:prSet presAssocID="{30C31B8B-23F8-456C-BA40-5AFDC414F6B0}" presName="horz1" presStyleCnt="0"/>
      <dgm:spPr/>
    </dgm:pt>
    <dgm:pt modelId="{2EED25C0-EE8C-4992-9504-1071064609F9}" type="pres">
      <dgm:prSet presAssocID="{30C31B8B-23F8-456C-BA40-5AFDC414F6B0}" presName="tx1" presStyleLbl="revTx" presStyleIdx="5" presStyleCnt="7"/>
      <dgm:spPr/>
    </dgm:pt>
    <dgm:pt modelId="{2162D561-71E5-4935-AA48-8C9ABD56EED0}" type="pres">
      <dgm:prSet presAssocID="{30C31B8B-23F8-456C-BA40-5AFDC414F6B0}" presName="vert1" presStyleCnt="0"/>
      <dgm:spPr/>
    </dgm:pt>
    <dgm:pt modelId="{9B15729E-27BC-4C96-9C72-7689A631728C}" type="pres">
      <dgm:prSet presAssocID="{8FD47D70-415B-482F-BD2E-CE1BD0B1B24A}" presName="thickLine" presStyleLbl="alignNode1" presStyleIdx="6" presStyleCnt="7"/>
      <dgm:spPr/>
    </dgm:pt>
    <dgm:pt modelId="{70C05E64-54E2-4797-AB1B-D02C7952B9DA}" type="pres">
      <dgm:prSet presAssocID="{8FD47D70-415B-482F-BD2E-CE1BD0B1B24A}" presName="horz1" presStyleCnt="0"/>
      <dgm:spPr/>
    </dgm:pt>
    <dgm:pt modelId="{F7A8F458-A78F-499D-AF45-59462BD53E57}" type="pres">
      <dgm:prSet presAssocID="{8FD47D70-415B-482F-BD2E-CE1BD0B1B24A}" presName="tx1" presStyleLbl="revTx" presStyleIdx="6" presStyleCnt="7"/>
      <dgm:spPr/>
    </dgm:pt>
    <dgm:pt modelId="{BEC23754-F810-4CC0-8D98-7EFCEF810EC3}" type="pres">
      <dgm:prSet presAssocID="{8FD47D70-415B-482F-BD2E-CE1BD0B1B24A}" presName="vert1" presStyleCnt="0"/>
      <dgm:spPr/>
    </dgm:pt>
  </dgm:ptLst>
  <dgm:cxnLst>
    <dgm:cxn modelId="{18FD7E35-2B97-4680-AC00-B734558D7904}" type="presOf" srcId="{991AC715-73DF-4EE9-8FF4-72D667DECC8B}" destId="{51226697-8931-41E9-A362-B1E3490A8241}" srcOrd="0" destOrd="0" presId="urn:microsoft.com/office/officeart/2008/layout/LinedList"/>
    <dgm:cxn modelId="{28F67A40-A2D6-4FE6-8042-EC1BBA4B1651}" type="presOf" srcId="{30C31B8B-23F8-456C-BA40-5AFDC414F6B0}" destId="{2EED25C0-EE8C-4992-9504-1071064609F9}" srcOrd="0" destOrd="0" presId="urn:microsoft.com/office/officeart/2008/layout/LinedList"/>
    <dgm:cxn modelId="{51804B41-A0ED-4CB5-876E-AAE76D9969FE}" srcId="{991AC715-73DF-4EE9-8FF4-72D667DECC8B}" destId="{700985E9-AE66-40F0-A872-F7208C1E8758}" srcOrd="0" destOrd="0" parTransId="{E70884E6-0EC4-4DB0-B5F7-0DB74EEB1835}" sibTransId="{B77FA29F-B071-42F6-A8B9-77F64D3CACA6}"/>
    <dgm:cxn modelId="{B97CA567-8CAB-4A9C-8553-30464B54D1EA}" srcId="{991AC715-73DF-4EE9-8FF4-72D667DECC8B}" destId="{0962072F-48CF-4763-9C91-B77E98C3BED6}" srcOrd="1" destOrd="0" parTransId="{93FA2F7F-6381-4B11-9E0E-B887EB700BA7}" sibTransId="{903E6F70-B5B1-4896-8E1B-5179E6DBBA34}"/>
    <dgm:cxn modelId="{3842F370-B663-48C0-AC90-CAF53E6F2E26}" type="presOf" srcId="{8FD47D70-415B-482F-BD2E-CE1BD0B1B24A}" destId="{F7A8F458-A78F-499D-AF45-59462BD53E57}" srcOrd="0" destOrd="0" presId="urn:microsoft.com/office/officeart/2008/layout/LinedList"/>
    <dgm:cxn modelId="{FA0A3654-9F2B-4401-BA6C-2BE355736299}" srcId="{991AC715-73DF-4EE9-8FF4-72D667DECC8B}" destId="{8FD47D70-415B-482F-BD2E-CE1BD0B1B24A}" srcOrd="6" destOrd="0" parTransId="{B77F5128-7B27-44E1-B5E1-562E76835112}" sibTransId="{A8BB2E15-BDE5-42BE-B9EA-56B2BB7CE48C}"/>
    <dgm:cxn modelId="{D710D27B-4F7B-459A-9C5B-09789422A9CD}" type="presOf" srcId="{700985E9-AE66-40F0-A872-F7208C1E8758}" destId="{07528D20-A9B7-4469-BB83-0F7104C74993}" srcOrd="0" destOrd="0" presId="urn:microsoft.com/office/officeart/2008/layout/LinedList"/>
    <dgm:cxn modelId="{44AC9691-1E41-48C1-A751-47A5A2420AB9}" srcId="{991AC715-73DF-4EE9-8FF4-72D667DECC8B}" destId="{A8D82981-24FC-460A-8F51-33230069D9F1}" srcOrd="2" destOrd="0" parTransId="{AE3B5184-FC24-4E41-8B9E-3022A54B78D1}" sibTransId="{63A1332B-BDAB-4767-9283-D45AF18E204D}"/>
    <dgm:cxn modelId="{62008CA7-1460-4582-82F5-F84529B2A666}" type="presOf" srcId="{168FF6B6-8C45-415E-A95C-88C125B185C2}" destId="{020D4BE9-0009-4236-919E-8977778538F6}" srcOrd="0" destOrd="0" presId="urn:microsoft.com/office/officeart/2008/layout/LinedList"/>
    <dgm:cxn modelId="{543E75C5-237C-481D-B154-8EF4817EFF12}" type="presOf" srcId="{0962072F-48CF-4763-9C91-B77E98C3BED6}" destId="{DC7A60B3-E179-48FA-9C0C-AFF7BB6416E4}" srcOrd="0" destOrd="0" presId="urn:microsoft.com/office/officeart/2008/layout/LinedList"/>
    <dgm:cxn modelId="{2A0F3BC7-F8B3-4E36-95D8-021806B1179A}" srcId="{991AC715-73DF-4EE9-8FF4-72D667DECC8B}" destId="{B3D03B4E-87E9-45C5-945B-9F6C3E0C9820}" srcOrd="4" destOrd="0" parTransId="{D23B3E50-5D51-4FBF-93A2-84C2F7F2E301}" sibTransId="{7C7DEF71-243D-4CA0-9348-4882CA9E8B68}"/>
    <dgm:cxn modelId="{4234F1DA-DA21-4E38-A076-DF731E3DBEFD}" type="presOf" srcId="{B3D03B4E-87E9-45C5-945B-9F6C3E0C9820}" destId="{7C25ECA1-F685-4E7D-A58A-115EE1CECB01}" srcOrd="0" destOrd="0" presId="urn:microsoft.com/office/officeart/2008/layout/LinedList"/>
    <dgm:cxn modelId="{E4FD0BF0-C8C5-4654-81C3-0238782C725A}" srcId="{991AC715-73DF-4EE9-8FF4-72D667DECC8B}" destId="{168FF6B6-8C45-415E-A95C-88C125B185C2}" srcOrd="3" destOrd="0" parTransId="{9FD60AD4-9E89-475C-820A-6C9A32968FEC}" sibTransId="{C6D1F04B-2BB9-46DE-B162-75AEC26EF2B1}"/>
    <dgm:cxn modelId="{AA1B5FF9-A258-4C55-A181-B125775002AB}" srcId="{991AC715-73DF-4EE9-8FF4-72D667DECC8B}" destId="{30C31B8B-23F8-456C-BA40-5AFDC414F6B0}" srcOrd="5" destOrd="0" parTransId="{EEE8FD2A-38C5-48F6-875D-AC31A40A5893}" sibTransId="{E0BF706B-9E59-4B0E-A4D7-E499B025194D}"/>
    <dgm:cxn modelId="{948668FC-D907-41BE-9BFD-35C9BD95207E}" type="presOf" srcId="{A8D82981-24FC-460A-8F51-33230069D9F1}" destId="{4DBC3062-66C8-4629-A0A3-11501E05B092}" srcOrd="0" destOrd="0" presId="urn:microsoft.com/office/officeart/2008/layout/LinedList"/>
    <dgm:cxn modelId="{CD5FE3DD-9C26-41AE-A0F5-914C3498C388}" type="presParOf" srcId="{51226697-8931-41E9-A362-B1E3490A8241}" destId="{1EC0D8F0-2665-4451-8180-97922AD06D8E}" srcOrd="0" destOrd="0" presId="urn:microsoft.com/office/officeart/2008/layout/LinedList"/>
    <dgm:cxn modelId="{52145440-4172-4DC8-8BF3-B55CAE953B0E}" type="presParOf" srcId="{51226697-8931-41E9-A362-B1E3490A8241}" destId="{7D075EF0-89B5-4A52-8AE1-CB365458150F}" srcOrd="1" destOrd="0" presId="urn:microsoft.com/office/officeart/2008/layout/LinedList"/>
    <dgm:cxn modelId="{A68A862E-FFE8-4239-A1BC-474B2531DE16}" type="presParOf" srcId="{7D075EF0-89B5-4A52-8AE1-CB365458150F}" destId="{07528D20-A9B7-4469-BB83-0F7104C74993}" srcOrd="0" destOrd="0" presId="urn:microsoft.com/office/officeart/2008/layout/LinedList"/>
    <dgm:cxn modelId="{5B15491B-5CE1-40BC-BF22-7E8E848C25CA}" type="presParOf" srcId="{7D075EF0-89B5-4A52-8AE1-CB365458150F}" destId="{499F1241-6F24-4399-A80A-CD605C7EC826}" srcOrd="1" destOrd="0" presId="urn:microsoft.com/office/officeart/2008/layout/LinedList"/>
    <dgm:cxn modelId="{9AD3E92F-505C-45CD-BC25-CAFD92346080}" type="presParOf" srcId="{51226697-8931-41E9-A362-B1E3490A8241}" destId="{D23D9E95-3D04-443A-A631-9ADBEFF76AB7}" srcOrd="2" destOrd="0" presId="urn:microsoft.com/office/officeart/2008/layout/LinedList"/>
    <dgm:cxn modelId="{6F6CEDE4-F82A-4B17-BC16-2D2C3351DE3C}" type="presParOf" srcId="{51226697-8931-41E9-A362-B1E3490A8241}" destId="{146F31EB-25D1-49CD-9CA8-AE58235CD77A}" srcOrd="3" destOrd="0" presId="urn:microsoft.com/office/officeart/2008/layout/LinedList"/>
    <dgm:cxn modelId="{0F102EEE-9BC6-446C-A403-1D9B1116D7E0}" type="presParOf" srcId="{146F31EB-25D1-49CD-9CA8-AE58235CD77A}" destId="{DC7A60B3-E179-48FA-9C0C-AFF7BB6416E4}" srcOrd="0" destOrd="0" presId="urn:microsoft.com/office/officeart/2008/layout/LinedList"/>
    <dgm:cxn modelId="{3F4B329A-8AC7-41B0-A2D2-170BCF6A5AFF}" type="presParOf" srcId="{146F31EB-25D1-49CD-9CA8-AE58235CD77A}" destId="{D71B6E86-505A-4DE9-B2CB-F6D4A693FBE7}" srcOrd="1" destOrd="0" presId="urn:microsoft.com/office/officeart/2008/layout/LinedList"/>
    <dgm:cxn modelId="{6FFA8CE5-9F37-49B0-B240-9FEBB274962C}" type="presParOf" srcId="{51226697-8931-41E9-A362-B1E3490A8241}" destId="{D81BEB3B-4F30-465D-9913-E834D1733D17}" srcOrd="4" destOrd="0" presId="urn:microsoft.com/office/officeart/2008/layout/LinedList"/>
    <dgm:cxn modelId="{4F100557-5418-42F5-A428-291C36A60117}" type="presParOf" srcId="{51226697-8931-41E9-A362-B1E3490A8241}" destId="{EF7008C4-F3CB-401A-BD47-C3CB1E2610E5}" srcOrd="5" destOrd="0" presId="urn:microsoft.com/office/officeart/2008/layout/LinedList"/>
    <dgm:cxn modelId="{306D898C-1241-4E86-9745-45217372DCEC}" type="presParOf" srcId="{EF7008C4-F3CB-401A-BD47-C3CB1E2610E5}" destId="{4DBC3062-66C8-4629-A0A3-11501E05B092}" srcOrd="0" destOrd="0" presId="urn:microsoft.com/office/officeart/2008/layout/LinedList"/>
    <dgm:cxn modelId="{2E7F15C0-1662-4CF0-8478-18F14246BF4B}" type="presParOf" srcId="{EF7008C4-F3CB-401A-BD47-C3CB1E2610E5}" destId="{A071DFB8-679D-4795-AA5B-D8DFC2E25017}" srcOrd="1" destOrd="0" presId="urn:microsoft.com/office/officeart/2008/layout/LinedList"/>
    <dgm:cxn modelId="{D779F0D2-B323-421C-AFF3-1335472A41DD}" type="presParOf" srcId="{51226697-8931-41E9-A362-B1E3490A8241}" destId="{E05447EB-004F-4AA8-B783-74926850C9AA}" srcOrd="6" destOrd="0" presId="urn:microsoft.com/office/officeart/2008/layout/LinedList"/>
    <dgm:cxn modelId="{E7E576CB-D5C1-4E56-9706-6C47723BE919}" type="presParOf" srcId="{51226697-8931-41E9-A362-B1E3490A8241}" destId="{179EDD45-BB23-49F9-BF9A-B2FB9F33EFBE}" srcOrd="7" destOrd="0" presId="urn:microsoft.com/office/officeart/2008/layout/LinedList"/>
    <dgm:cxn modelId="{B2A37B5D-CA67-4AFC-91DF-9F19899DCCF8}" type="presParOf" srcId="{179EDD45-BB23-49F9-BF9A-B2FB9F33EFBE}" destId="{020D4BE9-0009-4236-919E-8977778538F6}" srcOrd="0" destOrd="0" presId="urn:microsoft.com/office/officeart/2008/layout/LinedList"/>
    <dgm:cxn modelId="{91B2DA1E-C5A4-4D1F-859D-6E40FD2AD35E}" type="presParOf" srcId="{179EDD45-BB23-49F9-BF9A-B2FB9F33EFBE}" destId="{9470E528-809C-4267-9EF5-1BE5CAECFD44}" srcOrd="1" destOrd="0" presId="urn:microsoft.com/office/officeart/2008/layout/LinedList"/>
    <dgm:cxn modelId="{F0CA7F41-73BE-4FFF-8696-2EC0D877FAF0}" type="presParOf" srcId="{51226697-8931-41E9-A362-B1E3490A8241}" destId="{9A646D06-D458-466C-8C24-66F2E6683360}" srcOrd="8" destOrd="0" presId="urn:microsoft.com/office/officeart/2008/layout/LinedList"/>
    <dgm:cxn modelId="{98D3C45B-86EF-4DE5-80BC-52F682D47A6D}" type="presParOf" srcId="{51226697-8931-41E9-A362-B1E3490A8241}" destId="{8D0FE178-AA24-429E-A8C1-0D9B8AD0D86B}" srcOrd="9" destOrd="0" presId="urn:microsoft.com/office/officeart/2008/layout/LinedList"/>
    <dgm:cxn modelId="{E2D48629-C8C5-485D-B189-0D442753A969}" type="presParOf" srcId="{8D0FE178-AA24-429E-A8C1-0D9B8AD0D86B}" destId="{7C25ECA1-F685-4E7D-A58A-115EE1CECB01}" srcOrd="0" destOrd="0" presId="urn:microsoft.com/office/officeart/2008/layout/LinedList"/>
    <dgm:cxn modelId="{AF2B8BAD-32AC-4056-97F1-4760958EFA84}" type="presParOf" srcId="{8D0FE178-AA24-429E-A8C1-0D9B8AD0D86B}" destId="{3A309F64-9401-4009-817C-50A52656BEBD}" srcOrd="1" destOrd="0" presId="urn:microsoft.com/office/officeart/2008/layout/LinedList"/>
    <dgm:cxn modelId="{8DADA31B-EC32-4E0E-BF4B-233276D83D14}" type="presParOf" srcId="{51226697-8931-41E9-A362-B1E3490A8241}" destId="{BB45E3C5-AA7F-4D5D-BCE3-19CE16A26A47}" srcOrd="10" destOrd="0" presId="urn:microsoft.com/office/officeart/2008/layout/LinedList"/>
    <dgm:cxn modelId="{293EEC7D-1321-4B92-88E8-2C9FC4D9B849}" type="presParOf" srcId="{51226697-8931-41E9-A362-B1E3490A8241}" destId="{66A1C4C7-3589-441D-9B92-6FAEE210DFDC}" srcOrd="11" destOrd="0" presId="urn:microsoft.com/office/officeart/2008/layout/LinedList"/>
    <dgm:cxn modelId="{06E4DCF1-7654-4454-9A3A-886A5E5EADA7}" type="presParOf" srcId="{66A1C4C7-3589-441D-9B92-6FAEE210DFDC}" destId="{2EED25C0-EE8C-4992-9504-1071064609F9}" srcOrd="0" destOrd="0" presId="urn:microsoft.com/office/officeart/2008/layout/LinedList"/>
    <dgm:cxn modelId="{DE10D2B0-6EFA-41F9-920C-A49C59F190C1}" type="presParOf" srcId="{66A1C4C7-3589-441D-9B92-6FAEE210DFDC}" destId="{2162D561-71E5-4935-AA48-8C9ABD56EED0}" srcOrd="1" destOrd="0" presId="urn:microsoft.com/office/officeart/2008/layout/LinedList"/>
    <dgm:cxn modelId="{E84B9A08-2DA4-42A3-ADDB-94540FCC4659}" type="presParOf" srcId="{51226697-8931-41E9-A362-B1E3490A8241}" destId="{9B15729E-27BC-4C96-9C72-7689A631728C}" srcOrd="12" destOrd="0" presId="urn:microsoft.com/office/officeart/2008/layout/LinedList"/>
    <dgm:cxn modelId="{96E62E68-E66B-4F88-9A4C-7FB716A72374}" type="presParOf" srcId="{51226697-8931-41E9-A362-B1E3490A8241}" destId="{70C05E64-54E2-4797-AB1B-D02C7952B9DA}" srcOrd="13" destOrd="0" presId="urn:microsoft.com/office/officeart/2008/layout/LinedList"/>
    <dgm:cxn modelId="{34BEC9BA-4829-4A37-8752-AFABF199DEC7}" type="presParOf" srcId="{70C05E64-54E2-4797-AB1B-D02C7952B9DA}" destId="{F7A8F458-A78F-499D-AF45-59462BD53E57}" srcOrd="0" destOrd="0" presId="urn:microsoft.com/office/officeart/2008/layout/LinedList"/>
    <dgm:cxn modelId="{295647C7-EC06-415C-A9D6-6348E7AFFF24}" type="presParOf" srcId="{70C05E64-54E2-4797-AB1B-D02C7952B9DA}" destId="{BEC23754-F810-4CC0-8D98-7EFCEF810E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5961DA-B9A8-415B-810B-111FD77292CA}" type="doc">
      <dgm:prSet loTypeId="urn:microsoft.com/office/officeart/2005/8/layout/radial5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318050B-D01D-49F1-B7C0-A18A198A4A9F}">
      <dgm:prSet phldrT="[Text]"/>
      <dgm:spPr/>
      <dgm:t>
        <a:bodyPr/>
        <a:lstStyle/>
        <a:p>
          <a:r>
            <a:rPr lang="en-US" dirty="0"/>
            <a:t>Application Production Support</a:t>
          </a:r>
        </a:p>
      </dgm:t>
    </dgm:pt>
    <dgm:pt modelId="{8F12D906-AAA8-4B13-B188-C2F640DF3E95}" type="parTrans" cxnId="{A7FC6A2D-DA5C-48AC-9939-3050588E9B34}">
      <dgm:prSet/>
      <dgm:spPr/>
      <dgm:t>
        <a:bodyPr/>
        <a:lstStyle/>
        <a:p>
          <a:endParaRPr lang="en-US"/>
        </a:p>
      </dgm:t>
    </dgm:pt>
    <dgm:pt modelId="{75A9AAE9-7F0A-4C38-B095-F484CC6AED3B}" type="sibTrans" cxnId="{A7FC6A2D-DA5C-48AC-9939-3050588E9B34}">
      <dgm:prSet/>
      <dgm:spPr/>
      <dgm:t>
        <a:bodyPr/>
        <a:lstStyle/>
        <a:p>
          <a:endParaRPr lang="en-US"/>
        </a:p>
      </dgm:t>
    </dgm:pt>
    <dgm:pt modelId="{1CEADC34-2AAC-45F1-BE05-FAAFD94F92F3}">
      <dgm:prSet phldrT="[Text]" custT="1"/>
      <dgm:spPr/>
      <dgm:t>
        <a:bodyPr/>
        <a:lstStyle/>
        <a:p>
          <a:r>
            <a:rPr lang="en-US" sz="1100" dirty="0"/>
            <a:t>24*7 Service Desk</a:t>
          </a:r>
        </a:p>
        <a:p>
          <a:r>
            <a:rPr lang="en-US" sz="1100" dirty="0"/>
            <a:t> for Incident/SR creation</a:t>
          </a:r>
        </a:p>
      </dgm:t>
    </dgm:pt>
    <dgm:pt modelId="{7DCF222E-D6F4-42B5-BD0F-26D8A4BC6C4D}" type="parTrans" cxnId="{B3852FDA-958D-437D-A2FC-7733E1AA1666}">
      <dgm:prSet/>
      <dgm:spPr/>
      <dgm:t>
        <a:bodyPr/>
        <a:lstStyle/>
        <a:p>
          <a:endParaRPr lang="en-US"/>
        </a:p>
      </dgm:t>
    </dgm:pt>
    <dgm:pt modelId="{B6746E63-D83A-4482-B238-E74189D541C3}" type="sibTrans" cxnId="{B3852FDA-958D-437D-A2FC-7733E1AA1666}">
      <dgm:prSet/>
      <dgm:spPr/>
      <dgm:t>
        <a:bodyPr/>
        <a:lstStyle/>
        <a:p>
          <a:endParaRPr lang="en-US"/>
        </a:p>
      </dgm:t>
    </dgm:pt>
    <dgm:pt modelId="{233FD677-BB19-4408-9DFE-24C251FE9B43}">
      <dgm:prSet phldrT="[Text]" custT="1"/>
      <dgm:spPr/>
      <dgm:t>
        <a:bodyPr/>
        <a:lstStyle/>
        <a:p>
          <a:r>
            <a:rPr lang="en-US" sz="1100" dirty="0"/>
            <a:t>Proactive Monitoring of Application System and Alerts</a:t>
          </a:r>
        </a:p>
      </dgm:t>
    </dgm:pt>
    <dgm:pt modelId="{87DFB27C-2415-4B6D-9D32-C69B45F1F78B}" type="parTrans" cxnId="{7A05DBF3-14DD-41D7-B82D-961B8C191B8F}">
      <dgm:prSet/>
      <dgm:spPr/>
      <dgm:t>
        <a:bodyPr/>
        <a:lstStyle/>
        <a:p>
          <a:endParaRPr lang="en-US"/>
        </a:p>
      </dgm:t>
    </dgm:pt>
    <dgm:pt modelId="{E75FBE0F-7EDA-44DF-B400-E0DC923E33D2}" type="sibTrans" cxnId="{7A05DBF3-14DD-41D7-B82D-961B8C191B8F}">
      <dgm:prSet/>
      <dgm:spPr/>
      <dgm:t>
        <a:bodyPr/>
        <a:lstStyle/>
        <a:p>
          <a:endParaRPr lang="en-US"/>
        </a:p>
      </dgm:t>
    </dgm:pt>
    <dgm:pt modelId="{FBC95E19-3B2E-4C4F-BBE8-5B6DDB4FF9CD}">
      <dgm:prSet phldrT="[Text]" custT="1"/>
      <dgm:spPr/>
      <dgm:t>
        <a:bodyPr/>
        <a:lstStyle/>
        <a:p>
          <a:r>
            <a:rPr lang="en-US" sz="1100" dirty="0"/>
            <a:t>Automation </a:t>
          </a:r>
        </a:p>
        <a:p>
          <a:r>
            <a:rPr lang="en-US" sz="1100" dirty="0"/>
            <a:t>and Dashboard Creation</a:t>
          </a:r>
        </a:p>
      </dgm:t>
    </dgm:pt>
    <dgm:pt modelId="{1FD44D68-634D-4EB1-90C6-CC34EABCCED0}" type="parTrans" cxnId="{A05811E2-C75C-47F7-ACDF-F3ADCBE3BA4C}">
      <dgm:prSet/>
      <dgm:spPr/>
      <dgm:t>
        <a:bodyPr/>
        <a:lstStyle/>
        <a:p>
          <a:endParaRPr lang="en-US"/>
        </a:p>
      </dgm:t>
    </dgm:pt>
    <dgm:pt modelId="{C2974AA7-E182-43F0-A8C6-7DC4B4ECE04C}" type="sibTrans" cxnId="{A05811E2-C75C-47F7-ACDF-F3ADCBE3BA4C}">
      <dgm:prSet/>
      <dgm:spPr/>
      <dgm:t>
        <a:bodyPr/>
        <a:lstStyle/>
        <a:p>
          <a:endParaRPr lang="en-US"/>
        </a:p>
      </dgm:t>
    </dgm:pt>
    <dgm:pt modelId="{DBAF526F-7862-4F7D-B538-8231D3244E4E}">
      <dgm:prSet phldrT="[Text]" custT="1"/>
      <dgm:spPr/>
      <dgm:t>
        <a:bodyPr/>
        <a:lstStyle/>
        <a:p>
          <a:r>
            <a:rPr lang="en-US" sz="1100" dirty="0"/>
            <a:t>Incident and Service Request Resolution</a:t>
          </a:r>
        </a:p>
      </dgm:t>
    </dgm:pt>
    <dgm:pt modelId="{CCED8B1E-D9D1-4C83-AA08-34A5330E7C6C}" type="parTrans" cxnId="{9D367921-4A41-48CE-B438-696FDB4EC8F5}">
      <dgm:prSet/>
      <dgm:spPr/>
      <dgm:t>
        <a:bodyPr/>
        <a:lstStyle/>
        <a:p>
          <a:endParaRPr lang="en-US"/>
        </a:p>
      </dgm:t>
    </dgm:pt>
    <dgm:pt modelId="{FFC98DBC-8D16-43F2-8A76-8CAAFDA1793D}" type="sibTrans" cxnId="{9D367921-4A41-48CE-B438-696FDB4EC8F5}">
      <dgm:prSet/>
      <dgm:spPr/>
      <dgm:t>
        <a:bodyPr/>
        <a:lstStyle/>
        <a:p>
          <a:endParaRPr lang="en-US"/>
        </a:p>
      </dgm:t>
    </dgm:pt>
    <dgm:pt modelId="{6138CCAB-3B9F-4BD0-9850-73BF7249FB45}" type="pres">
      <dgm:prSet presAssocID="{B45961DA-B9A8-415B-810B-111FD77292C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91E1ADB-684E-4393-86CC-BC6D14C41FAC}" type="pres">
      <dgm:prSet presAssocID="{0318050B-D01D-49F1-B7C0-A18A198A4A9F}" presName="centerShape" presStyleLbl="node0" presStyleIdx="0" presStyleCnt="1"/>
      <dgm:spPr/>
    </dgm:pt>
    <dgm:pt modelId="{B7272E55-64EE-4112-8CBC-96F47C29F851}" type="pres">
      <dgm:prSet presAssocID="{7DCF222E-D6F4-42B5-BD0F-26D8A4BC6C4D}" presName="parTrans" presStyleLbl="sibTrans2D1" presStyleIdx="0" presStyleCnt="4"/>
      <dgm:spPr/>
    </dgm:pt>
    <dgm:pt modelId="{DCEF1C56-E8CA-4BB8-B660-E363C404F48E}" type="pres">
      <dgm:prSet presAssocID="{7DCF222E-D6F4-42B5-BD0F-26D8A4BC6C4D}" presName="connectorText" presStyleLbl="sibTrans2D1" presStyleIdx="0" presStyleCnt="4"/>
      <dgm:spPr/>
    </dgm:pt>
    <dgm:pt modelId="{958B1F7E-2BE2-4879-ABE6-80194F2B227A}" type="pres">
      <dgm:prSet presAssocID="{1CEADC34-2AAC-45F1-BE05-FAAFD94F92F3}" presName="node" presStyleLbl="node1" presStyleIdx="0" presStyleCnt="4">
        <dgm:presLayoutVars>
          <dgm:bulletEnabled val="1"/>
        </dgm:presLayoutVars>
      </dgm:prSet>
      <dgm:spPr/>
    </dgm:pt>
    <dgm:pt modelId="{19B8613C-62EE-465E-B5A4-BD4BB3208F28}" type="pres">
      <dgm:prSet presAssocID="{CCED8B1E-D9D1-4C83-AA08-34A5330E7C6C}" presName="parTrans" presStyleLbl="sibTrans2D1" presStyleIdx="1" presStyleCnt="4"/>
      <dgm:spPr/>
    </dgm:pt>
    <dgm:pt modelId="{B1711363-3B19-4E04-8134-018DD2DD0C90}" type="pres">
      <dgm:prSet presAssocID="{CCED8B1E-D9D1-4C83-AA08-34A5330E7C6C}" presName="connectorText" presStyleLbl="sibTrans2D1" presStyleIdx="1" presStyleCnt="4"/>
      <dgm:spPr/>
    </dgm:pt>
    <dgm:pt modelId="{2787C817-B28E-4155-AA90-F19F9ADEC247}" type="pres">
      <dgm:prSet presAssocID="{DBAF526F-7862-4F7D-B538-8231D3244E4E}" presName="node" presStyleLbl="node1" presStyleIdx="1" presStyleCnt="4">
        <dgm:presLayoutVars>
          <dgm:bulletEnabled val="1"/>
        </dgm:presLayoutVars>
      </dgm:prSet>
      <dgm:spPr/>
    </dgm:pt>
    <dgm:pt modelId="{095390F3-A055-4DB2-B0DE-7B041DC2494B}" type="pres">
      <dgm:prSet presAssocID="{87DFB27C-2415-4B6D-9D32-C69B45F1F78B}" presName="parTrans" presStyleLbl="sibTrans2D1" presStyleIdx="2" presStyleCnt="4"/>
      <dgm:spPr/>
    </dgm:pt>
    <dgm:pt modelId="{812132D8-69E4-4FC0-88D2-95C3FDCB3BD3}" type="pres">
      <dgm:prSet presAssocID="{87DFB27C-2415-4B6D-9D32-C69B45F1F78B}" presName="connectorText" presStyleLbl="sibTrans2D1" presStyleIdx="2" presStyleCnt="4"/>
      <dgm:spPr/>
    </dgm:pt>
    <dgm:pt modelId="{21DB140B-EE0B-43ED-B6BA-927219596B09}" type="pres">
      <dgm:prSet presAssocID="{233FD677-BB19-4408-9DFE-24C251FE9B43}" presName="node" presStyleLbl="node1" presStyleIdx="2" presStyleCnt="4">
        <dgm:presLayoutVars>
          <dgm:bulletEnabled val="1"/>
        </dgm:presLayoutVars>
      </dgm:prSet>
      <dgm:spPr/>
    </dgm:pt>
    <dgm:pt modelId="{AC3F8359-02CF-4339-8A02-74AAED7725F1}" type="pres">
      <dgm:prSet presAssocID="{1FD44D68-634D-4EB1-90C6-CC34EABCCED0}" presName="parTrans" presStyleLbl="sibTrans2D1" presStyleIdx="3" presStyleCnt="4"/>
      <dgm:spPr/>
    </dgm:pt>
    <dgm:pt modelId="{E3537E7A-7F05-44C8-82B0-9860F3E16095}" type="pres">
      <dgm:prSet presAssocID="{1FD44D68-634D-4EB1-90C6-CC34EABCCED0}" presName="connectorText" presStyleLbl="sibTrans2D1" presStyleIdx="3" presStyleCnt="4"/>
      <dgm:spPr/>
    </dgm:pt>
    <dgm:pt modelId="{294F7C51-6DDB-4809-BC6C-0D56C8EA6F69}" type="pres">
      <dgm:prSet presAssocID="{FBC95E19-3B2E-4C4F-BBE8-5B6DDB4FF9CD}" presName="node" presStyleLbl="node1" presStyleIdx="3" presStyleCnt="4">
        <dgm:presLayoutVars>
          <dgm:bulletEnabled val="1"/>
        </dgm:presLayoutVars>
      </dgm:prSet>
      <dgm:spPr/>
    </dgm:pt>
  </dgm:ptLst>
  <dgm:cxnLst>
    <dgm:cxn modelId="{5FDE9701-558D-4DAB-BD73-54B0A24AEDA9}" type="presOf" srcId="{CCED8B1E-D9D1-4C83-AA08-34A5330E7C6C}" destId="{19B8613C-62EE-465E-B5A4-BD4BB3208F28}" srcOrd="0" destOrd="0" presId="urn:microsoft.com/office/officeart/2005/8/layout/radial5"/>
    <dgm:cxn modelId="{EF3C1916-96B7-4186-9FB5-93B990EF9936}" type="presOf" srcId="{1FD44D68-634D-4EB1-90C6-CC34EABCCED0}" destId="{AC3F8359-02CF-4339-8A02-74AAED7725F1}" srcOrd="0" destOrd="0" presId="urn:microsoft.com/office/officeart/2005/8/layout/radial5"/>
    <dgm:cxn modelId="{9D367921-4A41-48CE-B438-696FDB4EC8F5}" srcId="{0318050B-D01D-49F1-B7C0-A18A198A4A9F}" destId="{DBAF526F-7862-4F7D-B538-8231D3244E4E}" srcOrd="1" destOrd="0" parTransId="{CCED8B1E-D9D1-4C83-AA08-34A5330E7C6C}" sibTransId="{FFC98DBC-8D16-43F2-8A76-8CAAFDA1793D}"/>
    <dgm:cxn modelId="{A7FC6A2D-DA5C-48AC-9939-3050588E9B34}" srcId="{B45961DA-B9A8-415B-810B-111FD77292CA}" destId="{0318050B-D01D-49F1-B7C0-A18A198A4A9F}" srcOrd="0" destOrd="0" parTransId="{8F12D906-AAA8-4B13-B188-C2F640DF3E95}" sibTransId="{75A9AAE9-7F0A-4C38-B095-F484CC6AED3B}"/>
    <dgm:cxn modelId="{8DDB2239-C3F5-48D9-A806-D3F6083A024E}" type="presOf" srcId="{CCED8B1E-D9D1-4C83-AA08-34A5330E7C6C}" destId="{B1711363-3B19-4E04-8134-018DD2DD0C90}" srcOrd="1" destOrd="0" presId="urn:microsoft.com/office/officeart/2005/8/layout/radial5"/>
    <dgm:cxn modelId="{C4210743-C2B4-42A6-9F4A-A7D8F34A4671}" type="presOf" srcId="{FBC95E19-3B2E-4C4F-BBE8-5B6DDB4FF9CD}" destId="{294F7C51-6DDB-4809-BC6C-0D56C8EA6F69}" srcOrd="0" destOrd="0" presId="urn:microsoft.com/office/officeart/2005/8/layout/radial5"/>
    <dgm:cxn modelId="{0C994A63-A9E2-4509-9BCD-7B2367CC96F5}" type="presOf" srcId="{0318050B-D01D-49F1-B7C0-A18A198A4A9F}" destId="{B91E1ADB-684E-4393-86CC-BC6D14C41FAC}" srcOrd="0" destOrd="0" presId="urn:microsoft.com/office/officeart/2005/8/layout/radial5"/>
    <dgm:cxn modelId="{9928F14E-09EA-45B9-9A81-ED6FECF31EDD}" type="presOf" srcId="{87DFB27C-2415-4B6D-9D32-C69B45F1F78B}" destId="{812132D8-69E4-4FC0-88D2-95C3FDCB3BD3}" srcOrd="1" destOrd="0" presId="urn:microsoft.com/office/officeart/2005/8/layout/radial5"/>
    <dgm:cxn modelId="{47C8358F-919C-4978-877E-81CB1B6F5650}" type="presOf" srcId="{87DFB27C-2415-4B6D-9D32-C69B45F1F78B}" destId="{095390F3-A055-4DB2-B0DE-7B041DC2494B}" srcOrd="0" destOrd="0" presId="urn:microsoft.com/office/officeart/2005/8/layout/radial5"/>
    <dgm:cxn modelId="{F3A55C90-64BA-43D5-A6E9-4ECAA89F52F1}" type="presOf" srcId="{1FD44D68-634D-4EB1-90C6-CC34EABCCED0}" destId="{E3537E7A-7F05-44C8-82B0-9860F3E16095}" srcOrd="1" destOrd="0" presId="urn:microsoft.com/office/officeart/2005/8/layout/radial5"/>
    <dgm:cxn modelId="{00150392-FB43-4206-8FA4-480C7EB7341E}" type="presOf" srcId="{B45961DA-B9A8-415B-810B-111FD77292CA}" destId="{6138CCAB-3B9F-4BD0-9850-73BF7249FB45}" srcOrd="0" destOrd="0" presId="urn:microsoft.com/office/officeart/2005/8/layout/radial5"/>
    <dgm:cxn modelId="{3B9D9DB3-1244-47F8-8709-5D5876DE3AC9}" type="presOf" srcId="{DBAF526F-7862-4F7D-B538-8231D3244E4E}" destId="{2787C817-B28E-4155-AA90-F19F9ADEC247}" srcOrd="0" destOrd="0" presId="urn:microsoft.com/office/officeart/2005/8/layout/radial5"/>
    <dgm:cxn modelId="{CA74E2B3-74A1-43DC-A408-321D00CC4357}" type="presOf" srcId="{1CEADC34-2AAC-45F1-BE05-FAAFD94F92F3}" destId="{958B1F7E-2BE2-4879-ABE6-80194F2B227A}" srcOrd="0" destOrd="0" presId="urn:microsoft.com/office/officeart/2005/8/layout/radial5"/>
    <dgm:cxn modelId="{F3D80BB8-F653-4C86-BA2F-078260CE63C3}" type="presOf" srcId="{7DCF222E-D6F4-42B5-BD0F-26D8A4BC6C4D}" destId="{B7272E55-64EE-4112-8CBC-96F47C29F851}" srcOrd="0" destOrd="0" presId="urn:microsoft.com/office/officeart/2005/8/layout/radial5"/>
    <dgm:cxn modelId="{B3852FDA-958D-437D-A2FC-7733E1AA1666}" srcId="{0318050B-D01D-49F1-B7C0-A18A198A4A9F}" destId="{1CEADC34-2AAC-45F1-BE05-FAAFD94F92F3}" srcOrd="0" destOrd="0" parTransId="{7DCF222E-D6F4-42B5-BD0F-26D8A4BC6C4D}" sibTransId="{B6746E63-D83A-4482-B238-E74189D541C3}"/>
    <dgm:cxn modelId="{A05811E2-C75C-47F7-ACDF-F3ADCBE3BA4C}" srcId="{0318050B-D01D-49F1-B7C0-A18A198A4A9F}" destId="{FBC95E19-3B2E-4C4F-BBE8-5B6DDB4FF9CD}" srcOrd="3" destOrd="0" parTransId="{1FD44D68-634D-4EB1-90C6-CC34EABCCED0}" sibTransId="{C2974AA7-E182-43F0-A8C6-7DC4B4ECE04C}"/>
    <dgm:cxn modelId="{D58AA0E7-3BAC-40E9-8200-24315EB67494}" type="presOf" srcId="{7DCF222E-D6F4-42B5-BD0F-26D8A4BC6C4D}" destId="{DCEF1C56-E8CA-4BB8-B660-E363C404F48E}" srcOrd="1" destOrd="0" presId="urn:microsoft.com/office/officeart/2005/8/layout/radial5"/>
    <dgm:cxn modelId="{7A05DBF3-14DD-41D7-B82D-961B8C191B8F}" srcId="{0318050B-D01D-49F1-B7C0-A18A198A4A9F}" destId="{233FD677-BB19-4408-9DFE-24C251FE9B43}" srcOrd="2" destOrd="0" parTransId="{87DFB27C-2415-4B6D-9D32-C69B45F1F78B}" sibTransId="{E75FBE0F-7EDA-44DF-B400-E0DC923E33D2}"/>
    <dgm:cxn modelId="{408246F6-ADA8-4641-9309-420607F69E7B}" type="presOf" srcId="{233FD677-BB19-4408-9DFE-24C251FE9B43}" destId="{21DB140B-EE0B-43ED-B6BA-927219596B09}" srcOrd="0" destOrd="0" presId="urn:microsoft.com/office/officeart/2005/8/layout/radial5"/>
    <dgm:cxn modelId="{36A29B48-8EF0-44B3-BA8B-7646BDA03A35}" type="presParOf" srcId="{6138CCAB-3B9F-4BD0-9850-73BF7249FB45}" destId="{B91E1ADB-684E-4393-86CC-BC6D14C41FAC}" srcOrd="0" destOrd="0" presId="urn:microsoft.com/office/officeart/2005/8/layout/radial5"/>
    <dgm:cxn modelId="{13BB59F3-2A33-445B-82FF-7E2FE6C7DD0B}" type="presParOf" srcId="{6138CCAB-3B9F-4BD0-9850-73BF7249FB45}" destId="{B7272E55-64EE-4112-8CBC-96F47C29F851}" srcOrd="1" destOrd="0" presId="urn:microsoft.com/office/officeart/2005/8/layout/radial5"/>
    <dgm:cxn modelId="{3B8DDF26-230C-4053-A70B-80CD6B893BF9}" type="presParOf" srcId="{B7272E55-64EE-4112-8CBC-96F47C29F851}" destId="{DCEF1C56-E8CA-4BB8-B660-E363C404F48E}" srcOrd="0" destOrd="0" presId="urn:microsoft.com/office/officeart/2005/8/layout/radial5"/>
    <dgm:cxn modelId="{2109BDF8-F020-4DB5-8029-9E22469BE51D}" type="presParOf" srcId="{6138CCAB-3B9F-4BD0-9850-73BF7249FB45}" destId="{958B1F7E-2BE2-4879-ABE6-80194F2B227A}" srcOrd="2" destOrd="0" presId="urn:microsoft.com/office/officeart/2005/8/layout/radial5"/>
    <dgm:cxn modelId="{6AB92173-20CC-41E4-AFA3-AA24403257F9}" type="presParOf" srcId="{6138CCAB-3B9F-4BD0-9850-73BF7249FB45}" destId="{19B8613C-62EE-465E-B5A4-BD4BB3208F28}" srcOrd="3" destOrd="0" presId="urn:microsoft.com/office/officeart/2005/8/layout/radial5"/>
    <dgm:cxn modelId="{874194DD-8BFB-41C5-AB2D-F5DCBF622294}" type="presParOf" srcId="{19B8613C-62EE-465E-B5A4-BD4BB3208F28}" destId="{B1711363-3B19-4E04-8134-018DD2DD0C90}" srcOrd="0" destOrd="0" presId="urn:microsoft.com/office/officeart/2005/8/layout/radial5"/>
    <dgm:cxn modelId="{5F05BB1B-E5EB-4BD9-B091-07C3E0109FBE}" type="presParOf" srcId="{6138CCAB-3B9F-4BD0-9850-73BF7249FB45}" destId="{2787C817-B28E-4155-AA90-F19F9ADEC247}" srcOrd="4" destOrd="0" presId="urn:microsoft.com/office/officeart/2005/8/layout/radial5"/>
    <dgm:cxn modelId="{8865FB61-ADE6-4868-B2E6-58D7AB58A6AE}" type="presParOf" srcId="{6138CCAB-3B9F-4BD0-9850-73BF7249FB45}" destId="{095390F3-A055-4DB2-B0DE-7B041DC2494B}" srcOrd="5" destOrd="0" presId="urn:microsoft.com/office/officeart/2005/8/layout/radial5"/>
    <dgm:cxn modelId="{4C6F4588-55BE-4F02-B927-7C254D65F32D}" type="presParOf" srcId="{095390F3-A055-4DB2-B0DE-7B041DC2494B}" destId="{812132D8-69E4-4FC0-88D2-95C3FDCB3BD3}" srcOrd="0" destOrd="0" presId="urn:microsoft.com/office/officeart/2005/8/layout/radial5"/>
    <dgm:cxn modelId="{D857F1E4-3899-4E01-849C-51278D010B45}" type="presParOf" srcId="{6138CCAB-3B9F-4BD0-9850-73BF7249FB45}" destId="{21DB140B-EE0B-43ED-B6BA-927219596B09}" srcOrd="6" destOrd="0" presId="urn:microsoft.com/office/officeart/2005/8/layout/radial5"/>
    <dgm:cxn modelId="{652DD0DD-EE97-4460-B87D-8CDC081ECA04}" type="presParOf" srcId="{6138CCAB-3B9F-4BD0-9850-73BF7249FB45}" destId="{AC3F8359-02CF-4339-8A02-74AAED7725F1}" srcOrd="7" destOrd="0" presId="urn:microsoft.com/office/officeart/2005/8/layout/radial5"/>
    <dgm:cxn modelId="{7836A730-532A-4B6A-B599-02F1737F5E2F}" type="presParOf" srcId="{AC3F8359-02CF-4339-8A02-74AAED7725F1}" destId="{E3537E7A-7F05-44C8-82B0-9860F3E16095}" srcOrd="0" destOrd="0" presId="urn:microsoft.com/office/officeart/2005/8/layout/radial5"/>
    <dgm:cxn modelId="{B6DA51B3-FBEE-49E5-B75F-11370A34B3CE}" type="presParOf" srcId="{6138CCAB-3B9F-4BD0-9850-73BF7249FB45}" destId="{294F7C51-6DDB-4809-BC6C-0D56C8EA6F69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5961DA-B9A8-415B-810B-111FD77292CA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318050B-D01D-49F1-B7C0-A18A198A4A9F}">
      <dgm:prSet phldrT="[Text]" custT="1"/>
      <dgm:spPr/>
      <dgm:t>
        <a:bodyPr/>
        <a:lstStyle/>
        <a:p>
          <a:r>
            <a:rPr lang="en-US" sz="1300" dirty="0"/>
            <a:t>Application Production Support</a:t>
          </a:r>
        </a:p>
      </dgm:t>
    </dgm:pt>
    <dgm:pt modelId="{8F12D906-AAA8-4B13-B188-C2F640DF3E95}" type="parTrans" cxnId="{A7FC6A2D-DA5C-48AC-9939-3050588E9B34}">
      <dgm:prSet/>
      <dgm:spPr/>
      <dgm:t>
        <a:bodyPr/>
        <a:lstStyle/>
        <a:p>
          <a:endParaRPr lang="en-US" sz="1600"/>
        </a:p>
      </dgm:t>
    </dgm:pt>
    <dgm:pt modelId="{75A9AAE9-7F0A-4C38-B095-F484CC6AED3B}" type="sibTrans" cxnId="{A7FC6A2D-DA5C-48AC-9939-3050588E9B34}">
      <dgm:prSet/>
      <dgm:spPr/>
      <dgm:t>
        <a:bodyPr/>
        <a:lstStyle/>
        <a:p>
          <a:endParaRPr lang="en-US" sz="1600"/>
        </a:p>
      </dgm:t>
    </dgm:pt>
    <dgm:pt modelId="{1743255C-DD90-47CA-AF9B-F16F1E99E9AC}">
      <dgm:prSet phldrT="[Text]" custT="1"/>
      <dgm:spPr/>
      <dgm:t>
        <a:bodyPr/>
        <a:lstStyle/>
        <a:p>
          <a:r>
            <a:rPr lang="en-US" sz="1200" dirty="0"/>
            <a:t>Incident and Service Request Resolution</a:t>
          </a:r>
        </a:p>
      </dgm:t>
    </dgm:pt>
    <dgm:pt modelId="{EBE8DCBF-30C3-4E3D-80F1-6D6C959CF0D2}" type="parTrans" cxnId="{0424DD8A-F9CB-4E2C-8497-E6B966D510C4}">
      <dgm:prSet/>
      <dgm:spPr/>
      <dgm:t>
        <a:bodyPr/>
        <a:lstStyle/>
        <a:p>
          <a:endParaRPr lang="en-US" sz="1600"/>
        </a:p>
      </dgm:t>
    </dgm:pt>
    <dgm:pt modelId="{37AC0262-0CC7-4D54-9FE7-C6448E3AB6CC}" type="sibTrans" cxnId="{0424DD8A-F9CB-4E2C-8497-E6B966D510C4}">
      <dgm:prSet/>
      <dgm:spPr/>
      <dgm:t>
        <a:bodyPr/>
        <a:lstStyle/>
        <a:p>
          <a:endParaRPr lang="en-US" sz="1600"/>
        </a:p>
      </dgm:t>
    </dgm:pt>
    <dgm:pt modelId="{420B626C-12FB-4AF1-86DB-A59079526618}">
      <dgm:prSet phldrT="[Text]" custT="1"/>
      <dgm:spPr/>
      <dgm:t>
        <a:bodyPr/>
        <a:lstStyle/>
        <a:p>
          <a:r>
            <a:rPr lang="en-US" sz="1300" dirty="0"/>
            <a:t>Monitoring</a:t>
          </a:r>
        </a:p>
      </dgm:t>
    </dgm:pt>
    <dgm:pt modelId="{4C45E126-E2E7-42B2-9F68-47C4A822C95D}" type="parTrans" cxnId="{7D46E6E0-8A11-46F3-A6AF-96DB70F29697}">
      <dgm:prSet/>
      <dgm:spPr/>
      <dgm:t>
        <a:bodyPr/>
        <a:lstStyle/>
        <a:p>
          <a:endParaRPr lang="en-US" sz="1600"/>
        </a:p>
      </dgm:t>
    </dgm:pt>
    <dgm:pt modelId="{99C65F13-9337-4FB4-91B7-BCF1A30B70AA}" type="sibTrans" cxnId="{7D46E6E0-8A11-46F3-A6AF-96DB70F29697}">
      <dgm:prSet/>
      <dgm:spPr/>
      <dgm:t>
        <a:bodyPr/>
        <a:lstStyle/>
        <a:p>
          <a:endParaRPr lang="en-US" sz="1600"/>
        </a:p>
      </dgm:t>
    </dgm:pt>
    <dgm:pt modelId="{4123FCC4-5170-420F-A070-F5E6C832E1D1}">
      <dgm:prSet phldrT="[Text]" custT="1"/>
      <dgm:spPr/>
      <dgm:t>
        <a:bodyPr/>
        <a:lstStyle/>
        <a:p>
          <a:r>
            <a:rPr lang="en-US" sz="1200" dirty="0"/>
            <a:t>Splunk and AppDynamics dashboard creation</a:t>
          </a:r>
        </a:p>
      </dgm:t>
    </dgm:pt>
    <dgm:pt modelId="{87EC19C4-5BC3-4019-98F7-6A191F36AD58}" type="parTrans" cxnId="{BBA383C9-B38B-4E09-8539-0C4B8FA081A3}">
      <dgm:prSet/>
      <dgm:spPr/>
      <dgm:t>
        <a:bodyPr/>
        <a:lstStyle/>
        <a:p>
          <a:endParaRPr lang="en-US" sz="1600"/>
        </a:p>
      </dgm:t>
    </dgm:pt>
    <dgm:pt modelId="{D29F7812-7B40-45B0-820D-E2BF8A39FB86}" type="sibTrans" cxnId="{BBA383C9-B38B-4E09-8539-0C4B8FA081A3}">
      <dgm:prSet/>
      <dgm:spPr/>
      <dgm:t>
        <a:bodyPr/>
        <a:lstStyle/>
        <a:p>
          <a:endParaRPr lang="en-US" sz="1600"/>
        </a:p>
      </dgm:t>
    </dgm:pt>
    <dgm:pt modelId="{DA5257C3-76A6-4116-8771-5055A3542607}">
      <dgm:prSet phldrT="[Text]" custT="1"/>
      <dgm:spPr/>
      <dgm:t>
        <a:bodyPr/>
        <a:lstStyle/>
        <a:p>
          <a:r>
            <a:rPr lang="en-US" sz="1300" dirty="0"/>
            <a:t>Dashboarding</a:t>
          </a:r>
        </a:p>
      </dgm:t>
    </dgm:pt>
    <dgm:pt modelId="{7370F440-A8D4-46A5-B1D1-627B61B9E3B5}" type="parTrans" cxnId="{7ECA1DC7-7A76-41D6-99A3-CA1F3C8A283F}">
      <dgm:prSet/>
      <dgm:spPr/>
      <dgm:t>
        <a:bodyPr/>
        <a:lstStyle/>
        <a:p>
          <a:endParaRPr lang="en-US" sz="1600"/>
        </a:p>
      </dgm:t>
    </dgm:pt>
    <dgm:pt modelId="{196BE968-D0AA-4B80-8C35-D41673EBF229}" type="sibTrans" cxnId="{7ECA1DC7-7A76-41D6-99A3-CA1F3C8A283F}">
      <dgm:prSet/>
      <dgm:spPr/>
      <dgm:t>
        <a:bodyPr/>
        <a:lstStyle/>
        <a:p>
          <a:endParaRPr lang="en-US" sz="1600"/>
        </a:p>
      </dgm:t>
    </dgm:pt>
    <dgm:pt modelId="{64445F93-3229-48D1-AF9B-4C78F125562F}">
      <dgm:prSet phldrT="[Text]" custT="1"/>
      <dgm:spPr/>
      <dgm:t>
        <a:bodyPr/>
        <a:lstStyle/>
        <a:p>
          <a:r>
            <a:rPr lang="en-US" sz="1200" dirty="0"/>
            <a:t>False Alert Rationalization</a:t>
          </a:r>
        </a:p>
      </dgm:t>
    </dgm:pt>
    <dgm:pt modelId="{8C000C83-DC84-477B-9F74-4E40AD19B08E}" type="parTrans" cxnId="{35C9A30A-DC8A-4B30-A875-4F92006F64EF}">
      <dgm:prSet/>
      <dgm:spPr/>
      <dgm:t>
        <a:bodyPr/>
        <a:lstStyle/>
        <a:p>
          <a:endParaRPr lang="en-US" sz="1600"/>
        </a:p>
      </dgm:t>
    </dgm:pt>
    <dgm:pt modelId="{99AB6340-AA09-492B-A1B8-3F390854EE63}" type="sibTrans" cxnId="{35C9A30A-DC8A-4B30-A875-4F92006F64EF}">
      <dgm:prSet/>
      <dgm:spPr/>
      <dgm:t>
        <a:bodyPr/>
        <a:lstStyle/>
        <a:p>
          <a:endParaRPr lang="en-US" sz="1600"/>
        </a:p>
      </dgm:t>
    </dgm:pt>
    <dgm:pt modelId="{5E1E3FFC-30A1-4EE4-8C37-2A05DD07099C}">
      <dgm:prSet phldrT="[Text]" custT="1"/>
      <dgm:spPr/>
      <dgm:t>
        <a:bodyPr/>
        <a:lstStyle/>
        <a:p>
          <a:r>
            <a:rPr lang="en-US" sz="1300" dirty="0"/>
            <a:t>New App On-boarding</a:t>
          </a:r>
        </a:p>
      </dgm:t>
    </dgm:pt>
    <dgm:pt modelId="{8F8E4401-0CAF-466A-90AD-A16F702D2BBB}" type="parTrans" cxnId="{9ABBC60D-BD3A-45F5-A812-0F888057B7A1}">
      <dgm:prSet/>
      <dgm:spPr/>
      <dgm:t>
        <a:bodyPr/>
        <a:lstStyle/>
        <a:p>
          <a:endParaRPr lang="en-US" sz="1600"/>
        </a:p>
      </dgm:t>
    </dgm:pt>
    <dgm:pt modelId="{B73AAC9C-9281-4050-BFC1-3F684D632C1C}" type="sibTrans" cxnId="{9ABBC60D-BD3A-45F5-A812-0F888057B7A1}">
      <dgm:prSet/>
      <dgm:spPr/>
      <dgm:t>
        <a:bodyPr/>
        <a:lstStyle/>
        <a:p>
          <a:endParaRPr lang="en-US" sz="1600"/>
        </a:p>
      </dgm:t>
    </dgm:pt>
    <dgm:pt modelId="{2D20216A-E2CC-46A9-AF45-06B2BC69D4DE}">
      <dgm:prSet phldrT="[Text]" custT="1"/>
      <dgm:spPr/>
      <dgm:t>
        <a:bodyPr/>
        <a:lstStyle/>
        <a:p>
          <a:r>
            <a:rPr lang="en-US" sz="1200" dirty="0"/>
            <a:t>Runbook Walkthrough</a:t>
          </a:r>
        </a:p>
      </dgm:t>
    </dgm:pt>
    <dgm:pt modelId="{AFDE0D08-7FE3-4BA5-8CFE-E31C117769FF}" type="parTrans" cxnId="{C7337446-7C8C-48F8-8D80-4C1EAA82F836}">
      <dgm:prSet/>
      <dgm:spPr/>
      <dgm:t>
        <a:bodyPr/>
        <a:lstStyle/>
        <a:p>
          <a:endParaRPr lang="en-US" sz="1600"/>
        </a:p>
      </dgm:t>
    </dgm:pt>
    <dgm:pt modelId="{58897805-AFE3-4646-9442-C429C28B13AD}" type="sibTrans" cxnId="{C7337446-7C8C-48F8-8D80-4C1EAA82F836}">
      <dgm:prSet/>
      <dgm:spPr/>
      <dgm:t>
        <a:bodyPr/>
        <a:lstStyle/>
        <a:p>
          <a:endParaRPr lang="en-US" sz="1600"/>
        </a:p>
      </dgm:t>
    </dgm:pt>
    <dgm:pt modelId="{1ADE29F4-4FBB-4540-80DC-31601582BF03}">
      <dgm:prSet phldrT="[Text]" custT="1"/>
      <dgm:spPr/>
      <dgm:t>
        <a:bodyPr/>
        <a:lstStyle/>
        <a:p>
          <a:r>
            <a:rPr lang="en-US" sz="1300" dirty="0"/>
            <a:t>Documentation and Operations</a:t>
          </a:r>
        </a:p>
      </dgm:t>
    </dgm:pt>
    <dgm:pt modelId="{C254A402-1154-4F69-8C2E-C4425FE028F1}" type="parTrans" cxnId="{DC9A313B-FD25-4FFF-8A5D-687EE4424C79}">
      <dgm:prSet/>
      <dgm:spPr/>
      <dgm:t>
        <a:bodyPr/>
        <a:lstStyle/>
        <a:p>
          <a:endParaRPr lang="en-US" sz="1600"/>
        </a:p>
      </dgm:t>
    </dgm:pt>
    <dgm:pt modelId="{448C3816-368A-4950-84E6-FAF9A3C9580F}" type="sibTrans" cxnId="{DC9A313B-FD25-4FFF-8A5D-687EE4424C79}">
      <dgm:prSet/>
      <dgm:spPr/>
      <dgm:t>
        <a:bodyPr/>
        <a:lstStyle/>
        <a:p>
          <a:endParaRPr lang="en-US" sz="1600"/>
        </a:p>
      </dgm:t>
    </dgm:pt>
    <dgm:pt modelId="{4394B980-B94B-4B8B-BB4D-CE329C405B7B}">
      <dgm:prSet phldrT="[Text]" custT="1"/>
      <dgm:spPr/>
      <dgm:t>
        <a:bodyPr/>
        <a:lstStyle/>
        <a:p>
          <a:r>
            <a:rPr lang="en-US" sz="1200" dirty="0"/>
            <a:t>KB Article creation</a:t>
          </a:r>
        </a:p>
      </dgm:t>
    </dgm:pt>
    <dgm:pt modelId="{71C330F4-8956-455F-AC05-DAC254E4BDB7}" type="parTrans" cxnId="{3448323D-8C0A-4C01-9BD9-A67B6500ACDF}">
      <dgm:prSet/>
      <dgm:spPr/>
      <dgm:t>
        <a:bodyPr/>
        <a:lstStyle/>
        <a:p>
          <a:endParaRPr lang="en-US" sz="1600"/>
        </a:p>
      </dgm:t>
    </dgm:pt>
    <dgm:pt modelId="{8240C049-C8D8-4B6D-9434-303070B792DB}" type="sibTrans" cxnId="{3448323D-8C0A-4C01-9BD9-A67B6500ACDF}">
      <dgm:prSet/>
      <dgm:spPr/>
      <dgm:t>
        <a:bodyPr/>
        <a:lstStyle/>
        <a:p>
          <a:endParaRPr lang="en-US" sz="1600"/>
        </a:p>
      </dgm:t>
    </dgm:pt>
    <dgm:pt modelId="{B1892B9E-EBF4-4E16-858F-F0A2C5F20779}">
      <dgm:prSet phldrT="[Text]" custT="1"/>
      <dgm:spPr/>
      <dgm:t>
        <a:bodyPr/>
        <a:lstStyle/>
        <a:p>
          <a:r>
            <a:rPr lang="en-US" sz="1200" dirty="0"/>
            <a:t>24*7 RASD support</a:t>
          </a:r>
        </a:p>
      </dgm:t>
    </dgm:pt>
    <dgm:pt modelId="{42FB9243-87AD-4EF4-854E-47C0339E1C64}" type="parTrans" cxnId="{115E2A1F-F77A-4174-AC40-0DC6673E2A96}">
      <dgm:prSet/>
      <dgm:spPr/>
      <dgm:t>
        <a:bodyPr/>
        <a:lstStyle/>
        <a:p>
          <a:endParaRPr lang="en-US" sz="1600"/>
        </a:p>
      </dgm:t>
    </dgm:pt>
    <dgm:pt modelId="{8522BCD6-ED15-4CC6-B9BD-767C0F61D5D4}" type="sibTrans" cxnId="{115E2A1F-F77A-4174-AC40-0DC6673E2A96}">
      <dgm:prSet/>
      <dgm:spPr/>
      <dgm:t>
        <a:bodyPr/>
        <a:lstStyle/>
        <a:p>
          <a:endParaRPr lang="en-US" sz="1600"/>
        </a:p>
      </dgm:t>
    </dgm:pt>
    <dgm:pt modelId="{DAAD56FE-8499-4FFA-9586-09C22D8F3178}">
      <dgm:prSet phldrT="[Text]" custT="1"/>
      <dgm:spPr/>
      <dgm:t>
        <a:bodyPr/>
        <a:lstStyle/>
        <a:p>
          <a:r>
            <a:rPr lang="en-US" sz="1200" dirty="0"/>
            <a:t>Automation Opportunities</a:t>
          </a:r>
        </a:p>
      </dgm:t>
    </dgm:pt>
    <dgm:pt modelId="{6C1F8DD4-7859-45E9-9660-CB976CB1EBF1}" type="parTrans" cxnId="{826856ED-5E30-4E95-AA34-316C6F92E1A3}">
      <dgm:prSet/>
      <dgm:spPr/>
      <dgm:t>
        <a:bodyPr/>
        <a:lstStyle/>
        <a:p>
          <a:endParaRPr lang="en-US" sz="1600"/>
        </a:p>
      </dgm:t>
    </dgm:pt>
    <dgm:pt modelId="{9B704639-272A-40B0-85D5-208D32B44D06}" type="sibTrans" cxnId="{826856ED-5E30-4E95-AA34-316C6F92E1A3}">
      <dgm:prSet/>
      <dgm:spPr/>
      <dgm:t>
        <a:bodyPr/>
        <a:lstStyle/>
        <a:p>
          <a:endParaRPr lang="en-US" sz="1600"/>
        </a:p>
      </dgm:t>
    </dgm:pt>
    <dgm:pt modelId="{F1751696-1235-4B4F-9C23-D372670D6FA0}">
      <dgm:prSet phldrT="[Text]" custT="1"/>
      <dgm:spPr/>
      <dgm:t>
        <a:bodyPr/>
        <a:lstStyle/>
        <a:p>
          <a:r>
            <a:rPr lang="en-US" sz="1200" dirty="0"/>
            <a:t>Enabling Synthetic Monitoring</a:t>
          </a:r>
        </a:p>
      </dgm:t>
    </dgm:pt>
    <dgm:pt modelId="{3B3D3E12-D4C9-4746-9323-A38076EC60DF}" type="parTrans" cxnId="{F7A96952-FD4D-4A6B-8196-1CD76403F28B}">
      <dgm:prSet/>
      <dgm:spPr/>
      <dgm:t>
        <a:bodyPr/>
        <a:lstStyle/>
        <a:p>
          <a:endParaRPr lang="en-US" sz="1600"/>
        </a:p>
      </dgm:t>
    </dgm:pt>
    <dgm:pt modelId="{CD8069A9-6156-47FD-B8DF-F29E64FA23EE}" type="sibTrans" cxnId="{F7A96952-FD4D-4A6B-8196-1CD76403F28B}">
      <dgm:prSet/>
      <dgm:spPr/>
      <dgm:t>
        <a:bodyPr/>
        <a:lstStyle/>
        <a:p>
          <a:endParaRPr lang="en-US" sz="1600"/>
        </a:p>
      </dgm:t>
    </dgm:pt>
    <dgm:pt modelId="{61E28552-A147-4ED2-AC9B-1EC325CD539D}">
      <dgm:prSet phldrT="[Text]" custT="1"/>
      <dgm:spPr/>
      <dgm:t>
        <a:bodyPr/>
        <a:lstStyle/>
        <a:p>
          <a:r>
            <a:rPr lang="en-US" sz="1200" dirty="0"/>
            <a:t>Problem Ticket Management</a:t>
          </a:r>
        </a:p>
      </dgm:t>
    </dgm:pt>
    <dgm:pt modelId="{D6052C7E-22C3-4B11-9869-7C9C57DA0D2E}" type="parTrans" cxnId="{F93F7D0F-95F4-448E-9C3E-578C464E70A2}">
      <dgm:prSet/>
      <dgm:spPr/>
      <dgm:t>
        <a:bodyPr/>
        <a:lstStyle/>
        <a:p>
          <a:endParaRPr lang="en-US" sz="1600"/>
        </a:p>
      </dgm:t>
    </dgm:pt>
    <dgm:pt modelId="{DE6E4FDB-619C-4C5D-8071-21AA5195BEF2}" type="sibTrans" cxnId="{F93F7D0F-95F4-448E-9C3E-578C464E70A2}">
      <dgm:prSet/>
      <dgm:spPr/>
      <dgm:t>
        <a:bodyPr/>
        <a:lstStyle/>
        <a:p>
          <a:endParaRPr lang="en-US" sz="1600"/>
        </a:p>
      </dgm:t>
    </dgm:pt>
    <dgm:pt modelId="{AECA39D1-944E-4E96-BE52-75E6D2313667}">
      <dgm:prSet phldrT="[Text]" custT="1"/>
      <dgm:spPr/>
      <dgm:t>
        <a:bodyPr/>
        <a:lstStyle/>
        <a:p>
          <a:r>
            <a:rPr lang="en-US" sz="1200" dirty="0"/>
            <a:t>MTTR Analysis</a:t>
          </a:r>
        </a:p>
      </dgm:t>
    </dgm:pt>
    <dgm:pt modelId="{99477F6A-6C88-4E09-910E-F06779551643}" type="parTrans" cxnId="{39D1CAFA-1F2B-41A1-8B91-D7AC3A669088}">
      <dgm:prSet/>
      <dgm:spPr/>
      <dgm:t>
        <a:bodyPr/>
        <a:lstStyle/>
        <a:p>
          <a:endParaRPr lang="en-US" sz="1600"/>
        </a:p>
      </dgm:t>
    </dgm:pt>
    <dgm:pt modelId="{04FDE859-7E5F-4D3E-95DF-BD867084623E}" type="sibTrans" cxnId="{39D1CAFA-1F2B-41A1-8B91-D7AC3A669088}">
      <dgm:prSet/>
      <dgm:spPr/>
      <dgm:t>
        <a:bodyPr/>
        <a:lstStyle/>
        <a:p>
          <a:endParaRPr lang="en-US" sz="1600"/>
        </a:p>
      </dgm:t>
    </dgm:pt>
    <dgm:pt modelId="{2398C97C-5E18-49D7-AA68-58A3CE57DA12}">
      <dgm:prSet phldrT="[Text]" custT="1"/>
      <dgm:spPr/>
      <dgm:t>
        <a:bodyPr/>
        <a:lstStyle/>
        <a:p>
          <a:r>
            <a:rPr lang="en-US" sz="1200" dirty="0"/>
            <a:t>Capacity Management Analysis</a:t>
          </a:r>
        </a:p>
      </dgm:t>
    </dgm:pt>
    <dgm:pt modelId="{45FE0156-F952-4555-AE5E-B6CA2A459E65}" type="parTrans" cxnId="{953E4CF9-7653-4BDC-AECB-8F1669021778}">
      <dgm:prSet/>
      <dgm:spPr/>
      <dgm:t>
        <a:bodyPr/>
        <a:lstStyle/>
        <a:p>
          <a:endParaRPr lang="en-US" sz="1600"/>
        </a:p>
      </dgm:t>
    </dgm:pt>
    <dgm:pt modelId="{EC1A651C-35CD-45C4-8628-B2941E0BC668}" type="sibTrans" cxnId="{953E4CF9-7653-4BDC-AECB-8F1669021778}">
      <dgm:prSet/>
      <dgm:spPr/>
      <dgm:t>
        <a:bodyPr/>
        <a:lstStyle/>
        <a:p>
          <a:endParaRPr lang="en-US" sz="1600"/>
        </a:p>
      </dgm:t>
    </dgm:pt>
    <dgm:pt modelId="{5D091925-CF33-4CEC-AAAE-EEA72AB9A180}">
      <dgm:prSet phldrT="[Text]" custT="1"/>
      <dgm:spPr/>
      <dgm:t>
        <a:bodyPr/>
        <a:lstStyle/>
        <a:p>
          <a:r>
            <a:rPr lang="en-US" sz="1200" dirty="0"/>
            <a:t>Confluence Page creation</a:t>
          </a:r>
        </a:p>
      </dgm:t>
    </dgm:pt>
    <dgm:pt modelId="{457F23F3-665F-40B0-A188-6F9507794AD0}" type="parTrans" cxnId="{58026DFB-9D99-413F-9F2C-C7F61818CAEA}">
      <dgm:prSet/>
      <dgm:spPr/>
      <dgm:t>
        <a:bodyPr/>
        <a:lstStyle/>
        <a:p>
          <a:endParaRPr lang="en-US" sz="1600"/>
        </a:p>
      </dgm:t>
    </dgm:pt>
    <dgm:pt modelId="{CFA1B035-A6CE-489B-A772-1CA323BA0F5D}" type="sibTrans" cxnId="{58026DFB-9D99-413F-9F2C-C7F61818CAEA}">
      <dgm:prSet/>
      <dgm:spPr/>
      <dgm:t>
        <a:bodyPr/>
        <a:lstStyle/>
        <a:p>
          <a:endParaRPr lang="en-US" sz="1600"/>
        </a:p>
      </dgm:t>
    </dgm:pt>
    <dgm:pt modelId="{BE2A3B51-7C87-48A5-B0A6-F857FB68606E}">
      <dgm:prSet phldrT="[Text]" custT="1"/>
      <dgm:spPr/>
      <dgm:t>
        <a:bodyPr/>
        <a:lstStyle/>
        <a:p>
          <a:r>
            <a:rPr lang="en-US" sz="1200" dirty="0"/>
            <a:t>SPOC Identification</a:t>
          </a:r>
        </a:p>
      </dgm:t>
    </dgm:pt>
    <dgm:pt modelId="{58FE46C9-D8CD-4F1F-A9FA-90633A71B878}" type="parTrans" cxnId="{1CC632A8-93C5-4F79-9F7A-9483753B41DE}">
      <dgm:prSet/>
      <dgm:spPr/>
      <dgm:t>
        <a:bodyPr/>
        <a:lstStyle/>
        <a:p>
          <a:endParaRPr lang="en-US" sz="1600"/>
        </a:p>
      </dgm:t>
    </dgm:pt>
    <dgm:pt modelId="{AA90E7F1-51E2-4D34-AAF4-F9AA34DAACB3}" type="sibTrans" cxnId="{1CC632A8-93C5-4F79-9F7A-9483753B41DE}">
      <dgm:prSet/>
      <dgm:spPr/>
      <dgm:t>
        <a:bodyPr/>
        <a:lstStyle/>
        <a:p>
          <a:endParaRPr lang="en-US" sz="1600"/>
        </a:p>
      </dgm:t>
    </dgm:pt>
    <dgm:pt modelId="{AA09AB83-1930-4021-891C-06170A38A0A2}">
      <dgm:prSet phldrT="[Text]" custT="1"/>
      <dgm:spPr/>
      <dgm:t>
        <a:bodyPr/>
        <a:lstStyle/>
        <a:p>
          <a:r>
            <a:rPr lang="en-US" sz="1200" dirty="0"/>
            <a:t>Email Alerts suppression </a:t>
          </a:r>
        </a:p>
      </dgm:t>
    </dgm:pt>
    <dgm:pt modelId="{9BC945E7-0833-4978-BB2F-78E65D9B6C36}" type="parTrans" cxnId="{FF3BA256-494A-4B34-BFEE-7C8995521446}">
      <dgm:prSet/>
      <dgm:spPr/>
      <dgm:t>
        <a:bodyPr/>
        <a:lstStyle/>
        <a:p>
          <a:endParaRPr lang="en-US" sz="1600"/>
        </a:p>
      </dgm:t>
    </dgm:pt>
    <dgm:pt modelId="{922C2385-074E-47D7-B095-76E04364EAAC}" type="sibTrans" cxnId="{FF3BA256-494A-4B34-BFEE-7C8995521446}">
      <dgm:prSet/>
      <dgm:spPr/>
      <dgm:t>
        <a:bodyPr/>
        <a:lstStyle/>
        <a:p>
          <a:endParaRPr lang="en-US" sz="1600"/>
        </a:p>
      </dgm:t>
    </dgm:pt>
    <dgm:pt modelId="{72EFD289-93D6-44E0-AAD9-08BC2880280C}">
      <dgm:prSet phldrT="[Text]" custT="1"/>
      <dgm:spPr/>
      <dgm:t>
        <a:bodyPr/>
        <a:lstStyle/>
        <a:p>
          <a:r>
            <a:rPr lang="en-US" sz="1200" dirty="0"/>
            <a:t>Business Req dashboards</a:t>
          </a:r>
        </a:p>
      </dgm:t>
    </dgm:pt>
    <dgm:pt modelId="{19898AA4-35F1-4D04-AB48-207C7B3D2CD1}" type="parTrans" cxnId="{1448DB80-645D-4FCA-A422-B1CB6F4E2449}">
      <dgm:prSet/>
      <dgm:spPr/>
      <dgm:t>
        <a:bodyPr/>
        <a:lstStyle/>
        <a:p>
          <a:endParaRPr lang="en-US"/>
        </a:p>
      </dgm:t>
    </dgm:pt>
    <dgm:pt modelId="{2CED99B8-470A-486E-8E64-DAA168C1E010}" type="sibTrans" cxnId="{1448DB80-645D-4FCA-A422-B1CB6F4E2449}">
      <dgm:prSet/>
      <dgm:spPr/>
      <dgm:t>
        <a:bodyPr/>
        <a:lstStyle/>
        <a:p>
          <a:endParaRPr lang="en-US"/>
        </a:p>
      </dgm:t>
    </dgm:pt>
    <dgm:pt modelId="{D358F8D5-37D7-4F92-A8E7-FA882A02D848}">
      <dgm:prSet phldrT="[Text]" custT="1"/>
      <dgm:spPr/>
      <dgm:t>
        <a:bodyPr/>
        <a:lstStyle/>
        <a:p>
          <a:r>
            <a:rPr lang="en-US" sz="1200" dirty="0"/>
            <a:t>Tableau dashboards</a:t>
          </a:r>
        </a:p>
      </dgm:t>
    </dgm:pt>
    <dgm:pt modelId="{940C15DA-A4AE-4258-8F29-1ACFC548917F}" type="parTrans" cxnId="{3530CE69-9807-4F28-9D45-57FB1AF3B2EE}">
      <dgm:prSet/>
      <dgm:spPr/>
      <dgm:t>
        <a:bodyPr/>
        <a:lstStyle/>
        <a:p>
          <a:endParaRPr lang="en-US"/>
        </a:p>
      </dgm:t>
    </dgm:pt>
    <dgm:pt modelId="{226426C6-457E-41EC-A7C5-7AA33034350A}" type="sibTrans" cxnId="{3530CE69-9807-4F28-9D45-57FB1AF3B2EE}">
      <dgm:prSet/>
      <dgm:spPr/>
      <dgm:t>
        <a:bodyPr/>
        <a:lstStyle/>
        <a:p>
          <a:endParaRPr lang="en-US"/>
        </a:p>
      </dgm:t>
    </dgm:pt>
    <dgm:pt modelId="{F00F0167-62C9-4D6F-8701-A9827A359EA8}">
      <dgm:prSet phldrT="[Text]" custT="1"/>
      <dgm:spPr/>
      <dgm:t>
        <a:bodyPr/>
        <a:lstStyle/>
        <a:p>
          <a:r>
            <a:rPr lang="en-US" sz="1300"/>
            <a:t>Automation</a:t>
          </a:r>
          <a:endParaRPr lang="en-US" sz="1300" dirty="0"/>
        </a:p>
      </dgm:t>
    </dgm:pt>
    <dgm:pt modelId="{4A04A362-86D1-4954-80AA-8ABACF685D26}" type="parTrans" cxnId="{7733A477-6C6F-48BC-9ABA-65A3393B67D0}">
      <dgm:prSet/>
      <dgm:spPr/>
      <dgm:t>
        <a:bodyPr/>
        <a:lstStyle/>
        <a:p>
          <a:endParaRPr lang="en-US"/>
        </a:p>
      </dgm:t>
    </dgm:pt>
    <dgm:pt modelId="{30B06FE9-AF3D-4949-B145-17A0A897A64E}" type="sibTrans" cxnId="{7733A477-6C6F-48BC-9ABA-65A3393B67D0}">
      <dgm:prSet/>
      <dgm:spPr/>
      <dgm:t>
        <a:bodyPr/>
        <a:lstStyle/>
        <a:p>
          <a:endParaRPr lang="en-US"/>
        </a:p>
      </dgm:t>
    </dgm:pt>
    <dgm:pt modelId="{6DA9FAFD-0C66-4A30-A104-9ACF622D735A}">
      <dgm:prSet phldrT="[Text]"/>
      <dgm:spPr/>
      <dgm:t>
        <a:bodyPr/>
        <a:lstStyle/>
        <a:p>
          <a:r>
            <a:rPr lang="en-US" b="0" dirty="0">
              <a:solidFill>
                <a:schemeClr val="tx2">
                  <a:lumMod val="50000"/>
                </a:schemeClr>
              </a:solidFill>
            </a:rPr>
            <a:t>Testing capability of monitoring</a:t>
          </a:r>
        </a:p>
      </dgm:t>
    </dgm:pt>
    <dgm:pt modelId="{51D9092F-771D-4947-9AE3-1A797768560D}" type="parTrans" cxnId="{D66DA322-F564-4E2E-9450-E4D3969D23B5}">
      <dgm:prSet/>
      <dgm:spPr/>
      <dgm:t>
        <a:bodyPr/>
        <a:lstStyle/>
        <a:p>
          <a:endParaRPr lang="en-IN"/>
        </a:p>
      </dgm:t>
    </dgm:pt>
    <dgm:pt modelId="{75E26486-0AC2-4F07-BDAA-8C3417B3418D}" type="sibTrans" cxnId="{D66DA322-F564-4E2E-9450-E4D3969D23B5}">
      <dgm:prSet/>
      <dgm:spPr/>
      <dgm:t>
        <a:bodyPr/>
        <a:lstStyle/>
        <a:p>
          <a:endParaRPr lang="en-IN"/>
        </a:p>
      </dgm:t>
    </dgm:pt>
    <dgm:pt modelId="{F27AC881-C647-4011-93B4-EBF836EBC19C}">
      <dgm:prSet phldrT="[Text]"/>
      <dgm:spPr/>
      <dgm:t>
        <a:bodyPr/>
        <a:lstStyle/>
        <a:p>
          <a:r>
            <a:rPr lang="en-US" dirty="0"/>
            <a:t>Stages of App-On-boarding</a:t>
          </a:r>
        </a:p>
      </dgm:t>
    </dgm:pt>
    <dgm:pt modelId="{B195B9A3-333F-4126-92FA-63F1B67EFD3F}" type="parTrans" cxnId="{CC71A8CB-5F32-4763-A4BF-752633A67700}">
      <dgm:prSet/>
      <dgm:spPr/>
      <dgm:t>
        <a:bodyPr/>
        <a:lstStyle/>
        <a:p>
          <a:endParaRPr lang="en-IN"/>
        </a:p>
      </dgm:t>
    </dgm:pt>
    <dgm:pt modelId="{27AB5AAC-0964-482C-AEAD-090FAD061C7D}" type="sibTrans" cxnId="{CC71A8CB-5F32-4763-A4BF-752633A67700}">
      <dgm:prSet/>
      <dgm:spPr/>
      <dgm:t>
        <a:bodyPr/>
        <a:lstStyle/>
        <a:p>
          <a:endParaRPr lang="en-IN"/>
        </a:p>
      </dgm:t>
    </dgm:pt>
    <dgm:pt modelId="{A856B567-C215-4E25-AFF3-D1EB597B59CA}" type="pres">
      <dgm:prSet presAssocID="{B45961DA-B9A8-415B-810B-111FD77292C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35A47A3-ADCE-4EC8-AEDE-DBBFF9113818}" type="pres">
      <dgm:prSet presAssocID="{0318050B-D01D-49F1-B7C0-A18A198A4A9F}" presName="horFlow" presStyleCnt="0"/>
      <dgm:spPr/>
    </dgm:pt>
    <dgm:pt modelId="{FAECB672-865E-46A6-931E-2948CE3F5C08}" type="pres">
      <dgm:prSet presAssocID="{0318050B-D01D-49F1-B7C0-A18A198A4A9F}" presName="bigChev" presStyleLbl="node1" presStyleIdx="0" presStyleCnt="6"/>
      <dgm:spPr/>
    </dgm:pt>
    <dgm:pt modelId="{F7FFE04B-C569-4B4C-AD3C-9872825D10B9}" type="pres">
      <dgm:prSet presAssocID="{42FB9243-87AD-4EF4-854E-47C0339E1C64}" presName="parTrans" presStyleCnt="0"/>
      <dgm:spPr/>
    </dgm:pt>
    <dgm:pt modelId="{FBFEA6A3-DA5E-4B90-9536-E5325C627D97}" type="pres">
      <dgm:prSet presAssocID="{B1892B9E-EBF4-4E16-858F-F0A2C5F20779}" presName="node" presStyleLbl="alignAccFollowNode1" presStyleIdx="0" presStyleCnt="18">
        <dgm:presLayoutVars>
          <dgm:bulletEnabled val="1"/>
        </dgm:presLayoutVars>
      </dgm:prSet>
      <dgm:spPr/>
    </dgm:pt>
    <dgm:pt modelId="{0F8498D8-A7A1-4A4D-95E8-B2267AB13CF3}" type="pres">
      <dgm:prSet presAssocID="{8522BCD6-ED15-4CC6-B9BD-767C0F61D5D4}" presName="sibTrans" presStyleCnt="0"/>
      <dgm:spPr/>
    </dgm:pt>
    <dgm:pt modelId="{EA1E34C5-380B-40C3-9278-BBA6C952329C}" type="pres">
      <dgm:prSet presAssocID="{1743255C-DD90-47CA-AF9B-F16F1E99E9AC}" presName="node" presStyleLbl="alignAccFollowNode1" presStyleIdx="1" presStyleCnt="18">
        <dgm:presLayoutVars>
          <dgm:bulletEnabled val="1"/>
        </dgm:presLayoutVars>
      </dgm:prSet>
      <dgm:spPr/>
    </dgm:pt>
    <dgm:pt modelId="{5C3996E7-F948-4FA9-A7EE-92610B6F80A5}" type="pres">
      <dgm:prSet presAssocID="{0318050B-D01D-49F1-B7C0-A18A198A4A9F}" presName="vSp" presStyleCnt="0"/>
      <dgm:spPr/>
    </dgm:pt>
    <dgm:pt modelId="{CA8E9511-CA58-4F0D-807F-139F348EC701}" type="pres">
      <dgm:prSet presAssocID="{420B626C-12FB-4AF1-86DB-A59079526618}" presName="horFlow" presStyleCnt="0"/>
      <dgm:spPr/>
    </dgm:pt>
    <dgm:pt modelId="{85EF93EF-3E4B-4AEE-B500-7C0CDD11AD54}" type="pres">
      <dgm:prSet presAssocID="{420B626C-12FB-4AF1-86DB-A59079526618}" presName="bigChev" presStyleLbl="node1" presStyleIdx="1" presStyleCnt="6"/>
      <dgm:spPr/>
    </dgm:pt>
    <dgm:pt modelId="{41EBA1EC-F67C-48F8-997B-A1396D12678E}" type="pres">
      <dgm:prSet presAssocID="{87EC19C4-5BC3-4019-98F7-6A191F36AD58}" presName="parTrans" presStyleCnt="0"/>
      <dgm:spPr/>
    </dgm:pt>
    <dgm:pt modelId="{E2922DC5-A343-4EAA-BEA5-9EA191596334}" type="pres">
      <dgm:prSet presAssocID="{4123FCC4-5170-420F-A070-F5E6C832E1D1}" presName="node" presStyleLbl="alignAccFollowNode1" presStyleIdx="2" presStyleCnt="18">
        <dgm:presLayoutVars>
          <dgm:bulletEnabled val="1"/>
        </dgm:presLayoutVars>
      </dgm:prSet>
      <dgm:spPr/>
    </dgm:pt>
    <dgm:pt modelId="{A60C56B1-3C57-413E-8DF2-876F6323161B}" type="pres">
      <dgm:prSet presAssocID="{D29F7812-7B40-45B0-820D-E2BF8A39FB86}" presName="sibTrans" presStyleCnt="0"/>
      <dgm:spPr/>
    </dgm:pt>
    <dgm:pt modelId="{6ACEA0FD-DDF3-41E3-A0AB-88E68AAFC857}" type="pres">
      <dgm:prSet presAssocID="{F1751696-1235-4B4F-9C23-D372670D6FA0}" presName="node" presStyleLbl="alignAccFollowNode1" presStyleIdx="3" presStyleCnt="18">
        <dgm:presLayoutVars>
          <dgm:bulletEnabled val="1"/>
        </dgm:presLayoutVars>
      </dgm:prSet>
      <dgm:spPr/>
    </dgm:pt>
    <dgm:pt modelId="{E8C1571F-41E9-4AF4-AC21-BEB30031237B}" type="pres">
      <dgm:prSet presAssocID="{CD8069A9-6156-47FD-B8DF-F29E64FA23EE}" presName="sibTrans" presStyleCnt="0"/>
      <dgm:spPr/>
    </dgm:pt>
    <dgm:pt modelId="{4E1EBD25-3276-4006-BD2A-FD62B36E0A75}" type="pres">
      <dgm:prSet presAssocID="{6DA9FAFD-0C66-4A30-A104-9ACF622D735A}" presName="node" presStyleLbl="alignAccFollowNode1" presStyleIdx="4" presStyleCnt="18">
        <dgm:presLayoutVars>
          <dgm:bulletEnabled val="1"/>
        </dgm:presLayoutVars>
      </dgm:prSet>
      <dgm:spPr/>
    </dgm:pt>
    <dgm:pt modelId="{E0AEDA37-CEE5-4946-9E0B-CB9B523CA996}" type="pres">
      <dgm:prSet presAssocID="{420B626C-12FB-4AF1-86DB-A59079526618}" presName="vSp" presStyleCnt="0"/>
      <dgm:spPr/>
    </dgm:pt>
    <dgm:pt modelId="{02CDE3C8-658B-4128-B358-71CB303FBD56}" type="pres">
      <dgm:prSet presAssocID="{DA5257C3-76A6-4116-8771-5055A3542607}" presName="horFlow" presStyleCnt="0"/>
      <dgm:spPr/>
    </dgm:pt>
    <dgm:pt modelId="{EFC75841-001A-4385-B53F-D2829F158CA1}" type="pres">
      <dgm:prSet presAssocID="{DA5257C3-76A6-4116-8771-5055A3542607}" presName="bigChev" presStyleLbl="node1" presStyleIdx="2" presStyleCnt="6"/>
      <dgm:spPr/>
    </dgm:pt>
    <dgm:pt modelId="{7BE2ABF2-051E-41DF-BD8C-85347FAB1A2A}" type="pres">
      <dgm:prSet presAssocID="{19898AA4-35F1-4D04-AB48-207C7B3D2CD1}" presName="parTrans" presStyleCnt="0"/>
      <dgm:spPr/>
    </dgm:pt>
    <dgm:pt modelId="{C14E88CE-399A-4CC8-B6AB-ADE41043D6FD}" type="pres">
      <dgm:prSet presAssocID="{72EFD289-93D6-44E0-AAD9-08BC2880280C}" presName="node" presStyleLbl="alignAccFollowNode1" presStyleIdx="5" presStyleCnt="18">
        <dgm:presLayoutVars>
          <dgm:bulletEnabled val="1"/>
        </dgm:presLayoutVars>
      </dgm:prSet>
      <dgm:spPr/>
    </dgm:pt>
    <dgm:pt modelId="{F3B3BCB0-8AF0-409E-BF52-D4E10C907BFE}" type="pres">
      <dgm:prSet presAssocID="{2CED99B8-470A-486E-8E64-DAA168C1E010}" presName="sibTrans" presStyleCnt="0"/>
      <dgm:spPr/>
    </dgm:pt>
    <dgm:pt modelId="{2D5818F6-F1CF-4B33-9ED8-3A2BFB851D40}" type="pres">
      <dgm:prSet presAssocID="{D358F8D5-37D7-4F92-A8E7-FA882A02D848}" presName="node" presStyleLbl="alignAccFollowNode1" presStyleIdx="6" presStyleCnt="18">
        <dgm:presLayoutVars>
          <dgm:bulletEnabled val="1"/>
        </dgm:presLayoutVars>
      </dgm:prSet>
      <dgm:spPr/>
    </dgm:pt>
    <dgm:pt modelId="{8E08931B-5BDD-41F4-A22B-62508AD76B27}" type="pres">
      <dgm:prSet presAssocID="{DA5257C3-76A6-4116-8771-5055A3542607}" presName="vSp" presStyleCnt="0"/>
      <dgm:spPr/>
    </dgm:pt>
    <dgm:pt modelId="{40301942-7920-40C2-9BF0-4988FFB467F1}" type="pres">
      <dgm:prSet presAssocID="{F00F0167-62C9-4D6F-8701-A9827A359EA8}" presName="horFlow" presStyleCnt="0"/>
      <dgm:spPr/>
    </dgm:pt>
    <dgm:pt modelId="{A7BE501A-6557-48F7-923E-CB4A8B067EF8}" type="pres">
      <dgm:prSet presAssocID="{F00F0167-62C9-4D6F-8701-A9827A359EA8}" presName="bigChev" presStyleLbl="node1" presStyleIdx="3" presStyleCnt="6"/>
      <dgm:spPr/>
    </dgm:pt>
    <dgm:pt modelId="{8893120A-4548-4539-AEE0-90E6460AD28A}" type="pres">
      <dgm:prSet presAssocID="{8C000C83-DC84-477B-9F74-4E40AD19B08E}" presName="parTrans" presStyleCnt="0"/>
      <dgm:spPr/>
    </dgm:pt>
    <dgm:pt modelId="{E5183639-9878-41A0-A4BC-27E3C201CA52}" type="pres">
      <dgm:prSet presAssocID="{64445F93-3229-48D1-AF9B-4C78F125562F}" presName="node" presStyleLbl="alignAccFollowNode1" presStyleIdx="7" presStyleCnt="18">
        <dgm:presLayoutVars>
          <dgm:bulletEnabled val="1"/>
        </dgm:presLayoutVars>
      </dgm:prSet>
      <dgm:spPr/>
    </dgm:pt>
    <dgm:pt modelId="{8AADCACB-9F75-4D8D-B840-91E8487E0D5A}" type="pres">
      <dgm:prSet presAssocID="{99AB6340-AA09-492B-A1B8-3F390854EE63}" presName="sibTrans" presStyleCnt="0"/>
      <dgm:spPr/>
    </dgm:pt>
    <dgm:pt modelId="{25C1FD78-B323-4BEC-BD97-2FB5365A1CD0}" type="pres">
      <dgm:prSet presAssocID="{AA09AB83-1930-4021-891C-06170A38A0A2}" presName="node" presStyleLbl="alignAccFollowNode1" presStyleIdx="8" presStyleCnt="18">
        <dgm:presLayoutVars>
          <dgm:bulletEnabled val="1"/>
        </dgm:presLayoutVars>
      </dgm:prSet>
      <dgm:spPr/>
    </dgm:pt>
    <dgm:pt modelId="{BC6438A0-1695-4761-AE50-FB08E4C2416A}" type="pres">
      <dgm:prSet presAssocID="{922C2385-074E-47D7-B095-76E04364EAAC}" presName="sibTrans" presStyleCnt="0"/>
      <dgm:spPr/>
    </dgm:pt>
    <dgm:pt modelId="{C6077C82-87A0-435E-A426-8FDA0BE434DE}" type="pres">
      <dgm:prSet presAssocID="{DAAD56FE-8499-4FFA-9586-09C22D8F3178}" presName="node" presStyleLbl="alignAccFollowNode1" presStyleIdx="9" presStyleCnt="18">
        <dgm:presLayoutVars>
          <dgm:bulletEnabled val="1"/>
        </dgm:presLayoutVars>
      </dgm:prSet>
      <dgm:spPr/>
    </dgm:pt>
    <dgm:pt modelId="{90D35A61-1929-4DD7-9EB9-5A2C4FF0DE93}" type="pres">
      <dgm:prSet presAssocID="{F00F0167-62C9-4D6F-8701-A9827A359EA8}" presName="vSp" presStyleCnt="0"/>
      <dgm:spPr/>
    </dgm:pt>
    <dgm:pt modelId="{D8D0E989-9837-4F65-AF29-46A7CBEC73F0}" type="pres">
      <dgm:prSet presAssocID="{5E1E3FFC-30A1-4EE4-8C37-2A05DD07099C}" presName="horFlow" presStyleCnt="0"/>
      <dgm:spPr/>
    </dgm:pt>
    <dgm:pt modelId="{88A661AD-4D49-46E6-8842-08BC94A3F134}" type="pres">
      <dgm:prSet presAssocID="{5E1E3FFC-30A1-4EE4-8C37-2A05DD07099C}" presName="bigChev" presStyleLbl="node1" presStyleIdx="4" presStyleCnt="6"/>
      <dgm:spPr/>
    </dgm:pt>
    <dgm:pt modelId="{5CD06A14-5476-4CBB-9FF3-296D0381DC30}" type="pres">
      <dgm:prSet presAssocID="{AFDE0D08-7FE3-4BA5-8CFE-E31C117769FF}" presName="parTrans" presStyleCnt="0"/>
      <dgm:spPr/>
    </dgm:pt>
    <dgm:pt modelId="{2A7CA1DF-5D97-422A-B81F-0AC6713A78D1}" type="pres">
      <dgm:prSet presAssocID="{2D20216A-E2CC-46A9-AF45-06B2BC69D4DE}" presName="node" presStyleLbl="alignAccFollowNode1" presStyleIdx="10" presStyleCnt="18">
        <dgm:presLayoutVars>
          <dgm:bulletEnabled val="1"/>
        </dgm:presLayoutVars>
      </dgm:prSet>
      <dgm:spPr/>
    </dgm:pt>
    <dgm:pt modelId="{C67F5A5A-169F-4E5D-A423-24873BF29D33}" type="pres">
      <dgm:prSet presAssocID="{58897805-AFE3-4646-9442-C429C28B13AD}" presName="sibTrans" presStyleCnt="0"/>
      <dgm:spPr/>
    </dgm:pt>
    <dgm:pt modelId="{9A7D4E18-7147-4E9F-968A-D5CEB853D2A0}" type="pres">
      <dgm:prSet presAssocID="{5D091925-CF33-4CEC-AAAE-EEA72AB9A180}" presName="node" presStyleLbl="alignAccFollowNode1" presStyleIdx="11" presStyleCnt="18">
        <dgm:presLayoutVars>
          <dgm:bulletEnabled val="1"/>
        </dgm:presLayoutVars>
      </dgm:prSet>
      <dgm:spPr/>
    </dgm:pt>
    <dgm:pt modelId="{9B380770-78E8-459D-861C-7F8467E0AD44}" type="pres">
      <dgm:prSet presAssocID="{CFA1B035-A6CE-489B-A772-1CA323BA0F5D}" presName="sibTrans" presStyleCnt="0"/>
      <dgm:spPr/>
    </dgm:pt>
    <dgm:pt modelId="{213BA436-DA34-462D-9213-25FADAC8E753}" type="pres">
      <dgm:prSet presAssocID="{BE2A3B51-7C87-48A5-B0A6-F857FB68606E}" presName="node" presStyleLbl="alignAccFollowNode1" presStyleIdx="12" presStyleCnt="18">
        <dgm:presLayoutVars>
          <dgm:bulletEnabled val="1"/>
        </dgm:presLayoutVars>
      </dgm:prSet>
      <dgm:spPr/>
    </dgm:pt>
    <dgm:pt modelId="{C7EAE70B-19DE-4174-826F-66436B9496A0}" type="pres">
      <dgm:prSet presAssocID="{AA90E7F1-51E2-4D34-AAF4-F9AA34DAACB3}" presName="sibTrans" presStyleCnt="0"/>
      <dgm:spPr/>
    </dgm:pt>
    <dgm:pt modelId="{D55980C3-E351-4F64-8100-D4871B0D8B65}" type="pres">
      <dgm:prSet presAssocID="{F27AC881-C647-4011-93B4-EBF836EBC19C}" presName="node" presStyleLbl="alignAccFollowNode1" presStyleIdx="13" presStyleCnt="18">
        <dgm:presLayoutVars>
          <dgm:bulletEnabled val="1"/>
        </dgm:presLayoutVars>
      </dgm:prSet>
      <dgm:spPr/>
    </dgm:pt>
    <dgm:pt modelId="{25B427C7-183F-4971-9505-7E4CF535E5A1}" type="pres">
      <dgm:prSet presAssocID="{5E1E3FFC-30A1-4EE4-8C37-2A05DD07099C}" presName="vSp" presStyleCnt="0"/>
      <dgm:spPr/>
    </dgm:pt>
    <dgm:pt modelId="{697C8D0F-14E7-494D-A706-228C29ABA20A}" type="pres">
      <dgm:prSet presAssocID="{1ADE29F4-4FBB-4540-80DC-31601582BF03}" presName="horFlow" presStyleCnt="0"/>
      <dgm:spPr/>
    </dgm:pt>
    <dgm:pt modelId="{6E3B1C0E-150B-47B2-8C10-2F2689E01A5C}" type="pres">
      <dgm:prSet presAssocID="{1ADE29F4-4FBB-4540-80DC-31601582BF03}" presName="bigChev" presStyleLbl="node1" presStyleIdx="5" presStyleCnt="6"/>
      <dgm:spPr/>
    </dgm:pt>
    <dgm:pt modelId="{7C4DDB95-ADE3-4570-A044-8E0071E9F285}" type="pres">
      <dgm:prSet presAssocID="{71C330F4-8956-455F-AC05-DAC254E4BDB7}" presName="parTrans" presStyleCnt="0"/>
      <dgm:spPr/>
    </dgm:pt>
    <dgm:pt modelId="{A69FE6F5-1D1F-436A-9DA1-6F8E5CDF6A2E}" type="pres">
      <dgm:prSet presAssocID="{4394B980-B94B-4B8B-BB4D-CE329C405B7B}" presName="node" presStyleLbl="alignAccFollowNode1" presStyleIdx="14" presStyleCnt="18">
        <dgm:presLayoutVars>
          <dgm:bulletEnabled val="1"/>
        </dgm:presLayoutVars>
      </dgm:prSet>
      <dgm:spPr/>
    </dgm:pt>
    <dgm:pt modelId="{4110318A-5EB8-4DF9-BF65-4CD756220989}" type="pres">
      <dgm:prSet presAssocID="{8240C049-C8D8-4B6D-9434-303070B792DB}" presName="sibTrans" presStyleCnt="0"/>
      <dgm:spPr/>
    </dgm:pt>
    <dgm:pt modelId="{E75C8DC2-FF46-403F-8F7B-55E71B4F28CC}" type="pres">
      <dgm:prSet presAssocID="{61E28552-A147-4ED2-AC9B-1EC325CD539D}" presName="node" presStyleLbl="alignAccFollowNode1" presStyleIdx="15" presStyleCnt="18">
        <dgm:presLayoutVars>
          <dgm:bulletEnabled val="1"/>
        </dgm:presLayoutVars>
      </dgm:prSet>
      <dgm:spPr/>
    </dgm:pt>
    <dgm:pt modelId="{07FD8834-914E-45E4-A431-423F0FBCE91A}" type="pres">
      <dgm:prSet presAssocID="{DE6E4FDB-619C-4C5D-8071-21AA5195BEF2}" presName="sibTrans" presStyleCnt="0"/>
      <dgm:spPr/>
    </dgm:pt>
    <dgm:pt modelId="{2E757D34-373E-4A44-AA12-AD4EFCD1B211}" type="pres">
      <dgm:prSet presAssocID="{AECA39D1-944E-4E96-BE52-75E6D2313667}" presName="node" presStyleLbl="alignAccFollowNode1" presStyleIdx="16" presStyleCnt="18">
        <dgm:presLayoutVars>
          <dgm:bulletEnabled val="1"/>
        </dgm:presLayoutVars>
      </dgm:prSet>
      <dgm:spPr/>
    </dgm:pt>
    <dgm:pt modelId="{AE794197-B6D9-48FE-B543-A81917FF0A47}" type="pres">
      <dgm:prSet presAssocID="{04FDE859-7E5F-4D3E-95DF-BD867084623E}" presName="sibTrans" presStyleCnt="0"/>
      <dgm:spPr/>
    </dgm:pt>
    <dgm:pt modelId="{750C8BFB-54C2-484B-B736-7F1C2E3E468F}" type="pres">
      <dgm:prSet presAssocID="{2398C97C-5E18-49D7-AA68-58A3CE57DA12}" presName="node" presStyleLbl="alignAccFollowNode1" presStyleIdx="17" presStyleCnt="18">
        <dgm:presLayoutVars>
          <dgm:bulletEnabled val="1"/>
        </dgm:presLayoutVars>
      </dgm:prSet>
      <dgm:spPr/>
    </dgm:pt>
  </dgm:ptLst>
  <dgm:cxnLst>
    <dgm:cxn modelId="{8E4AE903-B29B-4171-9DED-CE3EF5CBAA6B}" type="presOf" srcId="{2398C97C-5E18-49D7-AA68-58A3CE57DA12}" destId="{750C8BFB-54C2-484B-B736-7F1C2E3E468F}" srcOrd="0" destOrd="0" presId="urn:microsoft.com/office/officeart/2005/8/layout/lProcess3"/>
    <dgm:cxn modelId="{18C67704-341C-4362-8F7E-A3FDD10EDD58}" type="presOf" srcId="{420B626C-12FB-4AF1-86DB-A59079526618}" destId="{85EF93EF-3E4B-4AEE-B500-7C0CDD11AD54}" srcOrd="0" destOrd="0" presId="urn:microsoft.com/office/officeart/2005/8/layout/lProcess3"/>
    <dgm:cxn modelId="{35C9A30A-DC8A-4B30-A875-4F92006F64EF}" srcId="{F00F0167-62C9-4D6F-8701-A9827A359EA8}" destId="{64445F93-3229-48D1-AF9B-4C78F125562F}" srcOrd="0" destOrd="0" parTransId="{8C000C83-DC84-477B-9F74-4E40AD19B08E}" sibTransId="{99AB6340-AA09-492B-A1B8-3F390854EE63}"/>
    <dgm:cxn modelId="{9ABBC60D-BD3A-45F5-A812-0F888057B7A1}" srcId="{B45961DA-B9A8-415B-810B-111FD77292CA}" destId="{5E1E3FFC-30A1-4EE4-8C37-2A05DD07099C}" srcOrd="4" destOrd="0" parTransId="{8F8E4401-0CAF-466A-90AD-A16F702D2BBB}" sibTransId="{B73AAC9C-9281-4050-BFC1-3F684D632C1C}"/>
    <dgm:cxn modelId="{F93F7D0F-95F4-448E-9C3E-578C464E70A2}" srcId="{1ADE29F4-4FBB-4540-80DC-31601582BF03}" destId="{61E28552-A147-4ED2-AC9B-1EC325CD539D}" srcOrd="1" destOrd="0" parTransId="{D6052C7E-22C3-4B11-9869-7C9C57DA0D2E}" sibTransId="{DE6E4FDB-619C-4C5D-8071-21AA5195BEF2}"/>
    <dgm:cxn modelId="{4B5C830F-24FE-453B-BE3C-0453FDCD8B87}" type="presOf" srcId="{4123FCC4-5170-420F-A070-F5E6C832E1D1}" destId="{E2922DC5-A343-4EAA-BEA5-9EA191596334}" srcOrd="0" destOrd="0" presId="urn:microsoft.com/office/officeart/2005/8/layout/lProcess3"/>
    <dgm:cxn modelId="{6D39B71E-2E97-4AC3-8E6C-BCAFAA3D22D9}" type="presOf" srcId="{D358F8D5-37D7-4F92-A8E7-FA882A02D848}" destId="{2D5818F6-F1CF-4B33-9ED8-3A2BFB851D40}" srcOrd="0" destOrd="0" presId="urn:microsoft.com/office/officeart/2005/8/layout/lProcess3"/>
    <dgm:cxn modelId="{115E2A1F-F77A-4174-AC40-0DC6673E2A96}" srcId="{0318050B-D01D-49F1-B7C0-A18A198A4A9F}" destId="{B1892B9E-EBF4-4E16-858F-F0A2C5F20779}" srcOrd="0" destOrd="0" parTransId="{42FB9243-87AD-4EF4-854E-47C0339E1C64}" sibTransId="{8522BCD6-ED15-4CC6-B9BD-767C0F61D5D4}"/>
    <dgm:cxn modelId="{D66DA322-F564-4E2E-9450-E4D3969D23B5}" srcId="{420B626C-12FB-4AF1-86DB-A59079526618}" destId="{6DA9FAFD-0C66-4A30-A104-9ACF622D735A}" srcOrd="2" destOrd="0" parTransId="{51D9092F-771D-4947-9AE3-1A797768560D}" sibTransId="{75E26486-0AC2-4F07-BDAA-8C3417B3418D}"/>
    <dgm:cxn modelId="{A7FC6A2D-DA5C-48AC-9939-3050588E9B34}" srcId="{B45961DA-B9A8-415B-810B-111FD77292CA}" destId="{0318050B-D01D-49F1-B7C0-A18A198A4A9F}" srcOrd="0" destOrd="0" parTransId="{8F12D906-AAA8-4B13-B188-C2F640DF3E95}" sibTransId="{75A9AAE9-7F0A-4C38-B095-F484CC6AED3B}"/>
    <dgm:cxn modelId="{DC9A313B-FD25-4FFF-8A5D-687EE4424C79}" srcId="{B45961DA-B9A8-415B-810B-111FD77292CA}" destId="{1ADE29F4-4FBB-4540-80DC-31601582BF03}" srcOrd="5" destOrd="0" parTransId="{C254A402-1154-4F69-8C2E-C4425FE028F1}" sibTransId="{448C3816-368A-4950-84E6-FAF9A3C9580F}"/>
    <dgm:cxn modelId="{3448323D-8C0A-4C01-9BD9-A67B6500ACDF}" srcId="{1ADE29F4-4FBB-4540-80DC-31601582BF03}" destId="{4394B980-B94B-4B8B-BB4D-CE329C405B7B}" srcOrd="0" destOrd="0" parTransId="{71C330F4-8956-455F-AC05-DAC254E4BDB7}" sibTransId="{8240C049-C8D8-4B6D-9434-303070B792DB}"/>
    <dgm:cxn modelId="{7CC58E62-F733-4355-95E6-DA83CB05ED7B}" type="presOf" srcId="{B1892B9E-EBF4-4E16-858F-F0A2C5F20779}" destId="{FBFEA6A3-DA5E-4B90-9536-E5325C627D97}" srcOrd="0" destOrd="0" presId="urn:microsoft.com/office/officeart/2005/8/layout/lProcess3"/>
    <dgm:cxn modelId="{C7337446-7C8C-48F8-8D80-4C1EAA82F836}" srcId="{5E1E3FFC-30A1-4EE4-8C37-2A05DD07099C}" destId="{2D20216A-E2CC-46A9-AF45-06B2BC69D4DE}" srcOrd="0" destOrd="0" parTransId="{AFDE0D08-7FE3-4BA5-8CFE-E31C117769FF}" sibTransId="{58897805-AFE3-4646-9442-C429C28B13AD}"/>
    <dgm:cxn modelId="{42598F66-172A-4080-99AE-26DB39618F7C}" type="presOf" srcId="{1743255C-DD90-47CA-AF9B-F16F1E99E9AC}" destId="{EA1E34C5-380B-40C3-9278-BBA6C952329C}" srcOrd="0" destOrd="0" presId="urn:microsoft.com/office/officeart/2005/8/layout/lProcess3"/>
    <dgm:cxn modelId="{3530CE69-9807-4F28-9D45-57FB1AF3B2EE}" srcId="{DA5257C3-76A6-4116-8771-5055A3542607}" destId="{D358F8D5-37D7-4F92-A8E7-FA882A02D848}" srcOrd="1" destOrd="0" parTransId="{940C15DA-A4AE-4258-8F29-1ACFC548917F}" sibTransId="{226426C6-457E-41EC-A7C5-7AA33034350A}"/>
    <dgm:cxn modelId="{3845416B-26F6-4CF3-BB68-E90B12587479}" type="presOf" srcId="{1ADE29F4-4FBB-4540-80DC-31601582BF03}" destId="{6E3B1C0E-150B-47B2-8C10-2F2689E01A5C}" srcOrd="0" destOrd="0" presId="urn:microsoft.com/office/officeart/2005/8/layout/lProcess3"/>
    <dgm:cxn modelId="{E4048771-089E-40C0-BC60-1C4163693ACF}" type="presOf" srcId="{4394B980-B94B-4B8B-BB4D-CE329C405B7B}" destId="{A69FE6F5-1D1F-436A-9DA1-6F8E5CDF6A2E}" srcOrd="0" destOrd="0" presId="urn:microsoft.com/office/officeart/2005/8/layout/lProcess3"/>
    <dgm:cxn modelId="{681EFC51-4C43-4D9A-8D7C-8AAF81A947F3}" type="presOf" srcId="{B45961DA-B9A8-415B-810B-111FD77292CA}" destId="{A856B567-C215-4E25-AFF3-D1EB597B59CA}" srcOrd="0" destOrd="0" presId="urn:microsoft.com/office/officeart/2005/8/layout/lProcess3"/>
    <dgm:cxn modelId="{F7A96952-FD4D-4A6B-8196-1CD76403F28B}" srcId="{420B626C-12FB-4AF1-86DB-A59079526618}" destId="{F1751696-1235-4B4F-9C23-D372670D6FA0}" srcOrd="1" destOrd="0" parTransId="{3B3D3E12-D4C9-4746-9323-A38076EC60DF}" sibTransId="{CD8069A9-6156-47FD-B8DF-F29E64FA23EE}"/>
    <dgm:cxn modelId="{B7F98D54-0066-4A63-8554-6AD4417DFB22}" type="presOf" srcId="{BE2A3B51-7C87-48A5-B0A6-F857FB68606E}" destId="{213BA436-DA34-462D-9213-25FADAC8E753}" srcOrd="0" destOrd="0" presId="urn:microsoft.com/office/officeart/2005/8/layout/lProcess3"/>
    <dgm:cxn modelId="{1BA6F454-1C5F-4298-93F9-6820F0403606}" type="presOf" srcId="{AA09AB83-1930-4021-891C-06170A38A0A2}" destId="{25C1FD78-B323-4BEC-BD97-2FB5365A1CD0}" srcOrd="0" destOrd="0" presId="urn:microsoft.com/office/officeart/2005/8/layout/lProcess3"/>
    <dgm:cxn modelId="{D4D12E76-7641-4C12-B36A-AD49CA949C8C}" type="presOf" srcId="{0318050B-D01D-49F1-B7C0-A18A198A4A9F}" destId="{FAECB672-865E-46A6-931E-2948CE3F5C08}" srcOrd="0" destOrd="0" presId="urn:microsoft.com/office/officeart/2005/8/layout/lProcess3"/>
    <dgm:cxn modelId="{FF3BA256-494A-4B34-BFEE-7C8995521446}" srcId="{F00F0167-62C9-4D6F-8701-A9827A359EA8}" destId="{AA09AB83-1930-4021-891C-06170A38A0A2}" srcOrd="1" destOrd="0" parTransId="{9BC945E7-0833-4978-BB2F-78E65D9B6C36}" sibTransId="{922C2385-074E-47D7-B095-76E04364EAAC}"/>
    <dgm:cxn modelId="{7733A477-6C6F-48BC-9ABA-65A3393B67D0}" srcId="{B45961DA-B9A8-415B-810B-111FD77292CA}" destId="{F00F0167-62C9-4D6F-8701-A9827A359EA8}" srcOrd="3" destOrd="0" parTransId="{4A04A362-86D1-4954-80AA-8ABACF685D26}" sibTransId="{30B06FE9-AF3D-4949-B145-17A0A897A64E}"/>
    <dgm:cxn modelId="{DEF7B458-DCDF-4DCB-B2E9-614D4DA1A176}" type="presOf" srcId="{AECA39D1-944E-4E96-BE52-75E6D2313667}" destId="{2E757D34-373E-4A44-AA12-AD4EFCD1B211}" srcOrd="0" destOrd="0" presId="urn:microsoft.com/office/officeart/2005/8/layout/lProcess3"/>
    <dgm:cxn modelId="{1448DB80-645D-4FCA-A422-B1CB6F4E2449}" srcId="{DA5257C3-76A6-4116-8771-5055A3542607}" destId="{72EFD289-93D6-44E0-AAD9-08BC2880280C}" srcOrd="0" destOrd="0" parTransId="{19898AA4-35F1-4D04-AB48-207C7B3D2CD1}" sibTransId="{2CED99B8-470A-486E-8E64-DAA168C1E010}"/>
    <dgm:cxn modelId="{F263A584-E4D2-4387-A917-FE2BDD31FC01}" type="presOf" srcId="{6DA9FAFD-0C66-4A30-A104-9ACF622D735A}" destId="{4E1EBD25-3276-4006-BD2A-FD62B36E0A75}" srcOrd="0" destOrd="0" presId="urn:microsoft.com/office/officeart/2005/8/layout/lProcess3"/>
    <dgm:cxn modelId="{8E571B88-726A-4E3D-8C35-464EFFB16275}" type="presOf" srcId="{72EFD289-93D6-44E0-AAD9-08BC2880280C}" destId="{C14E88CE-399A-4CC8-B6AB-ADE41043D6FD}" srcOrd="0" destOrd="0" presId="urn:microsoft.com/office/officeart/2005/8/layout/lProcess3"/>
    <dgm:cxn modelId="{0424DD8A-F9CB-4E2C-8497-E6B966D510C4}" srcId="{0318050B-D01D-49F1-B7C0-A18A198A4A9F}" destId="{1743255C-DD90-47CA-AF9B-F16F1E99E9AC}" srcOrd="1" destOrd="0" parTransId="{EBE8DCBF-30C3-4E3D-80F1-6D6C959CF0D2}" sibTransId="{37AC0262-0CC7-4D54-9FE7-C6448E3AB6CC}"/>
    <dgm:cxn modelId="{271A8791-F375-4B0C-A148-EC8F201BD0B0}" type="presOf" srcId="{2D20216A-E2CC-46A9-AF45-06B2BC69D4DE}" destId="{2A7CA1DF-5D97-422A-B81F-0AC6713A78D1}" srcOrd="0" destOrd="0" presId="urn:microsoft.com/office/officeart/2005/8/layout/lProcess3"/>
    <dgm:cxn modelId="{D255FE9F-CB2E-4A87-8280-9F24E1A44EDA}" type="presOf" srcId="{F1751696-1235-4B4F-9C23-D372670D6FA0}" destId="{6ACEA0FD-DDF3-41E3-A0AB-88E68AAFC857}" srcOrd="0" destOrd="0" presId="urn:microsoft.com/office/officeart/2005/8/layout/lProcess3"/>
    <dgm:cxn modelId="{1CC632A8-93C5-4F79-9F7A-9483753B41DE}" srcId="{5E1E3FFC-30A1-4EE4-8C37-2A05DD07099C}" destId="{BE2A3B51-7C87-48A5-B0A6-F857FB68606E}" srcOrd="2" destOrd="0" parTransId="{58FE46C9-D8CD-4F1F-A9FA-90633A71B878}" sibTransId="{AA90E7F1-51E2-4D34-AAF4-F9AA34DAACB3}"/>
    <dgm:cxn modelId="{052715BA-068A-495B-BF96-FBFC6BFA050F}" type="presOf" srcId="{DA5257C3-76A6-4116-8771-5055A3542607}" destId="{EFC75841-001A-4385-B53F-D2829F158CA1}" srcOrd="0" destOrd="0" presId="urn:microsoft.com/office/officeart/2005/8/layout/lProcess3"/>
    <dgm:cxn modelId="{317184C4-CA31-4E9F-8B19-117F40394CF4}" type="presOf" srcId="{F00F0167-62C9-4D6F-8701-A9827A359EA8}" destId="{A7BE501A-6557-48F7-923E-CB4A8B067EF8}" srcOrd="0" destOrd="0" presId="urn:microsoft.com/office/officeart/2005/8/layout/lProcess3"/>
    <dgm:cxn modelId="{7ECA1DC7-7A76-41D6-99A3-CA1F3C8A283F}" srcId="{B45961DA-B9A8-415B-810B-111FD77292CA}" destId="{DA5257C3-76A6-4116-8771-5055A3542607}" srcOrd="2" destOrd="0" parTransId="{7370F440-A8D4-46A5-B1D1-627B61B9E3B5}" sibTransId="{196BE968-D0AA-4B80-8C35-D41673EBF229}"/>
    <dgm:cxn modelId="{BBA383C9-B38B-4E09-8539-0C4B8FA081A3}" srcId="{420B626C-12FB-4AF1-86DB-A59079526618}" destId="{4123FCC4-5170-420F-A070-F5E6C832E1D1}" srcOrd="0" destOrd="0" parTransId="{87EC19C4-5BC3-4019-98F7-6A191F36AD58}" sibTransId="{D29F7812-7B40-45B0-820D-E2BF8A39FB86}"/>
    <dgm:cxn modelId="{5A406CCB-C437-4975-84C8-8EEABE9BA2D8}" type="presOf" srcId="{61E28552-A147-4ED2-AC9B-1EC325CD539D}" destId="{E75C8DC2-FF46-403F-8F7B-55E71B4F28CC}" srcOrd="0" destOrd="0" presId="urn:microsoft.com/office/officeart/2005/8/layout/lProcess3"/>
    <dgm:cxn modelId="{CC71A8CB-5F32-4763-A4BF-752633A67700}" srcId="{5E1E3FFC-30A1-4EE4-8C37-2A05DD07099C}" destId="{F27AC881-C647-4011-93B4-EBF836EBC19C}" srcOrd="3" destOrd="0" parTransId="{B195B9A3-333F-4126-92FA-63F1B67EFD3F}" sibTransId="{27AB5AAC-0964-482C-AEAD-090FAD061C7D}"/>
    <dgm:cxn modelId="{E37F9FD7-CFBA-4607-9FA1-1BCDFFFE1663}" type="presOf" srcId="{5E1E3FFC-30A1-4EE4-8C37-2A05DD07099C}" destId="{88A661AD-4D49-46E6-8842-08BC94A3F134}" srcOrd="0" destOrd="0" presId="urn:microsoft.com/office/officeart/2005/8/layout/lProcess3"/>
    <dgm:cxn modelId="{7D46E6E0-8A11-46F3-A6AF-96DB70F29697}" srcId="{B45961DA-B9A8-415B-810B-111FD77292CA}" destId="{420B626C-12FB-4AF1-86DB-A59079526618}" srcOrd="1" destOrd="0" parTransId="{4C45E126-E2E7-42B2-9F68-47C4A822C95D}" sibTransId="{99C65F13-9337-4FB4-91B7-BCF1A30B70AA}"/>
    <dgm:cxn modelId="{15CC43EC-F26B-4EE0-93AF-B88C5D630D75}" type="presOf" srcId="{F27AC881-C647-4011-93B4-EBF836EBC19C}" destId="{D55980C3-E351-4F64-8100-D4871B0D8B65}" srcOrd="0" destOrd="0" presId="urn:microsoft.com/office/officeart/2005/8/layout/lProcess3"/>
    <dgm:cxn modelId="{826856ED-5E30-4E95-AA34-316C6F92E1A3}" srcId="{F00F0167-62C9-4D6F-8701-A9827A359EA8}" destId="{DAAD56FE-8499-4FFA-9586-09C22D8F3178}" srcOrd="2" destOrd="0" parTransId="{6C1F8DD4-7859-45E9-9660-CB976CB1EBF1}" sibTransId="{9B704639-272A-40B0-85D5-208D32B44D06}"/>
    <dgm:cxn modelId="{D64DC0ED-144C-4341-B821-44B24438DE40}" type="presOf" srcId="{64445F93-3229-48D1-AF9B-4C78F125562F}" destId="{E5183639-9878-41A0-A4BC-27E3C201CA52}" srcOrd="0" destOrd="0" presId="urn:microsoft.com/office/officeart/2005/8/layout/lProcess3"/>
    <dgm:cxn modelId="{6C53EAED-418C-4031-8793-660AAA569F36}" type="presOf" srcId="{5D091925-CF33-4CEC-AAAE-EEA72AB9A180}" destId="{9A7D4E18-7147-4E9F-968A-D5CEB853D2A0}" srcOrd="0" destOrd="0" presId="urn:microsoft.com/office/officeart/2005/8/layout/lProcess3"/>
    <dgm:cxn modelId="{3A9619F0-5317-48CA-839F-C073DB3F5B36}" type="presOf" srcId="{DAAD56FE-8499-4FFA-9586-09C22D8F3178}" destId="{C6077C82-87A0-435E-A426-8FDA0BE434DE}" srcOrd="0" destOrd="0" presId="urn:microsoft.com/office/officeart/2005/8/layout/lProcess3"/>
    <dgm:cxn modelId="{953E4CF9-7653-4BDC-AECB-8F1669021778}" srcId="{1ADE29F4-4FBB-4540-80DC-31601582BF03}" destId="{2398C97C-5E18-49D7-AA68-58A3CE57DA12}" srcOrd="3" destOrd="0" parTransId="{45FE0156-F952-4555-AE5E-B6CA2A459E65}" sibTransId="{EC1A651C-35CD-45C4-8628-B2941E0BC668}"/>
    <dgm:cxn modelId="{39D1CAFA-1F2B-41A1-8B91-D7AC3A669088}" srcId="{1ADE29F4-4FBB-4540-80DC-31601582BF03}" destId="{AECA39D1-944E-4E96-BE52-75E6D2313667}" srcOrd="2" destOrd="0" parTransId="{99477F6A-6C88-4E09-910E-F06779551643}" sibTransId="{04FDE859-7E5F-4D3E-95DF-BD867084623E}"/>
    <dgm:cxn modelId="{58026DFB-9D99-413F-9F2C-C7F61818CAEA}" srcId="{5E1E3FFC-30A1-4EE4-8C37-2A05DD07099C}" destId="{5D091925-CF33-4CEC-AAAE-EEA72AB9A180}" srcOrd="1" destOrd="0" parTransId="{457F23F3-665F-40B0-A188-6F9507794AD0}" sibTransId="{CFA1B035-A6CE-489B-A772-1CA323BA0F5D}"/>
    <dgm:cxn modelId="{58FBEA16-146D-4B31-BD48-EABC8A78799E}" type="presParOf" srcId="{A856B567-C215-4E25-AFF3-D1EB597B59CA}" destId="{335A47A3-ADCE-4EC8-AEDE-DBBFF9113818}" srcOrd="0" destOrd="0" presId="urn:microsoft.com/office/officeart/2005/8/layout/lProcess3"/>
    <dgm:cxn modelId="{9992F96E-2A2C-45F3-8497-7EEDF64A8D8E}" type="presParOf" srcId="{335A47A3-ADCE-4EC8-AEDE-DBBFF9113818}" destId="{FAECB672-865E-46A6-931E-2948CE3F5C08}" srcOrd="0" destOrd="0" presId="urn:microsoft.com/office/officeart/2005/8/layout/lProcess3"/>
    <dgm:cxn modelId="{9A0F86AA-128D-4588-BF10-2A21D5EA525D}" type="presParOf" srcId="{335A47A3-ADCE-4EC8-AEDE-DBBFF9113818}" destId="{F7FFE04B-C569-4B4C-AD3C-9872825D10B9}" srcOrd="1" destOrd="0" presId="urn:microsoft.com/office/officeart/2005/8/layout/lProcess3"/>
    <dgm:cxn modelId="{ED9E74F6-CD5C-445E-94CD-163DF956C1CF}" type="presParOf" srcId="{335A47A3-ADCE-4EC8-AEDE-DBBFF9113818}" destId="{FBFEA6A3-DA5E-4B90-9536-E5325C627D97}" srcOrd="2" destOrd="0" presId="urn:microsoft.com/office/officeart/2005/8/layout/lProcess3"/>
    <dgm:cxn modelId="{610BCAD2-4A83-4D4B-BBE5-8063ED05084D}" type="presParOf" srcId="{335A47A3-ADCE-4EC8-AEDE-DBBFF9113818}" destId="{0F8498D8-A7A1-4A4D-95E8-B2267AB13CF3}" srcOrd="3" destOrd="0" presId="urn:microsoft.com/office/officeart/2005/8/layout/lProcess3"/>
    <dgm:cxn modelId="{675D149E-1C80-4362-8809-31857436EF98}" type="presParOf" srcId="{335A47A3-ADCE-4EC8-AEDE-DBBFF9113818}" destId="{EA1E34C5-380B-40C3-9278-BBA6C952329C}" srcOrd="4" destOrd="0" presId="urn:microsoft.com/office/officeart/2005/8/layout/lProcess3"/>
    <dgm:cxn modelId="{CA7EFBC5-E4C7-4497-AB87-D3B336B7041E}" type="presParOf" srcId="{A856B567-C215-4E25-AFF3-D1EB597B59CA}" destId="{5C3996E7-F948-4FA9-A7EE-92610B6F80A5}" srcOrd="1" destOrd="0" presId="urn:microsoft.com/office/officeart/2005/8/layout/lProcess3"/>
    <dgm:cxn modelId="{1C9A3F58-0808-41C9-9B7B-2E647E05266A}" type="presParOf" srcId="{A856B567-C215-4E25-AFF3-D1EB597B59CA}" destId="{CA8E9511-CA58-4F0D-807F-139F348EC701}" srcOrd="2" destOrd="0" presId="urn:microsoft.com/office/officeart/2005/8/layout/lProcess3"/>
    <dgm:cxn modelId="{9669C1AA-35B4-4A13-83C1-3332B2A28ADF}" type="presParOf" srcId="{CA8E9511-CA58-4F0D-807F-139F348EC701}" destId="{85EF93EF-3E4B-4AEE-B500-7C0CDD11AD54}" srcOrd="0" destOrd="0" presId="urn:microsoft.com/office/officeart/2005/8/layout/lProcess3"/>
    <dgm:cxn modelId="{3D59181C-107F-4E76-9B9D-7CF777FA109F}" type="presParOf" srcId="{CA8E9511-CA58-4F0D-807F-139F348EC701}" destId="{41EBA1EC-F67C-48F8-997B-A1396D12678E}" srcOrd="1" destOrd="0" presId="urn:microsoft.com/office/officeart/2005/8/layout/lProcess3"/>
    <dgm:cxn modelId="{DEB97212-4300-49C4-A4BD-5A3FEA8ADB4E}" type="presParOf" srcId="{CA8E9511-CA58-4F0D-807F-139F348EC701}" destId="{E2922DC5-A343-4EAA-BEA5-9EA191596334}" srcOrd="2" destOrd="0" presId="urn:microsoft.com/office/officeart/2005/8/layout/lProcess3"/>
    <dgm:cxn modelId="{48CE2220-18DA-437D-8076-B9960312A9C3}" type="presParOf" srcId="{CA8E9511-CA58-4F0D-807F-139F348EC701}" destId="{A60C56B1-3C57-413E-8DF2-876F6323161B}" srcOrd="3" destOrd="0" presId="urn:microsoft.com/office/officeart/2005/8/layout/lProcess3"/>
    <dgm:cxn modelId="{2D7F3163-22BC-4715-AAE8-564C6ADD4603}" type="presParOf" srcId="{CA8E9511-CA58-4F0D-807F-139F348EC701}" destId="{6ACEA0FD-DDF3-41E3-A0AB-88E68AAFC857}" srcOrd="4" destOrd="0" presId="urn:microsoft.com/office/officeart/2005/8/layout/lProcess3"/>
    <dgm:cxn modelId="{8BAA2C67-C81A-4D62-8F0A-6EA0658E3071}" type="presParOf" srcId="{CA8E9511-CA58-4F0D-807F-139F348EC701}" destId="{E8C1571F-41E9-4AF4-AC21-BEB30031237B}" srcOrd="5" destOrd="0" presId="urn:microsoft.com/office/officeart/2005/8/layout/lProcess3"/>
    <dgm:cxn modelId="{ADF14650-E15B-4187-B3C7-C11BAA8C01F6}" type="presParOf" srcId="{CA8E9511-CA58-4F0D-807F-139F348EC701}" destId="{4E1EBD25-3276-4006-BD2A-FD62B36E0A75}" srcOrd="6" destOrd="0" presId="urn:microsoft.com/office/officeart/2005/8/layout/lProcess3"/>
    <dgm:cxn modelId="{6CC049FD-A173-4DA0-8E7C-E3DFE0B909A4}" type="presParOf" srcId="{A856B567-C215-4E25-AFF3-D1EB597B59CA}" destId="{E0AEDA37-CEE5-4946-9E0B-CB9B523CA996}" srcOrd="3" destOrd="0" presId="urn:microsoft.com/office/officeart/2005/8/layout/lProcess3"/>
    <dgm:cxn modelId="{562C7CBB-CD71-484A-8C88-6CD510C21B48}" type="presParOf" srcId="{A856B567-C215-4E25-AFF3-D1EB597B59CA}" destId="{02CDE3C8-658B-4128-B358-71CB303FBD56}" srcOrd="4" destOrd="0" presId="urn:microsoft.com/office/officeart/2005/8/layout/lProcess3"/>
    <dgm:cxn modelId="{17321E7B-A0C8-4476-B09C-C8DBA101F69A}" type="presParOf" srcId="{02CDE3C8-658B-4128-B358-71CB303FBD56}" destId="{EFC75841-001A-4385-B53F-D2829F158CA1}" srcOrd="0" destOrd="0" presId="urn:microsoft.com/office/officeart/2005/8/layout/lProcess3"/>
    <dgm:cxn modelId="{F6AF6B2E-9E7B-4FEA-B051-DDA4A04E49B5}" type="presParOf" srcId="{02CDE3C8-658B-4128-B358-71CB303FBD56}" destId="{7BE2ABF2-051E-41DF-BD8C-85347FAB1A2A}" srcOrd="1" destOrd="0" presId="urn:microsoft.com/office/officeart/2005/8/layout/lProcess3"/>
    <dgm:cxn modelId="{4D199D53-1F5E-4A72-B841-918F68A0010D}" type="presParOf" srcId="{02CDE3C8-658B-4128-B358-71CB303FBD56}" destId="{C14E88CE-399A-4CC8-B6AB-ADE41043D6FD}" srcOrd="2" destOrd="0" presId="urn:microsoft.com/office/officeart/2005/8/layout/lProcess3"/>
    <dgm:cxn modelId="{8DAF23BC-7795-4DA8-9F06-87A9AF66E0F7}" type="presParOf" srcId="{02CDE3C8-658B-4128-B358-71CB303FBD56}" destId="{F3B3BCB0-8AF0-409E-BF52-D4E10C907BFE}" srcOrd="3" destOrd="0" presId="urn:microsoft.com/office/officeart/2005/8/layout/lProcess3"/>
    <dgm:cxn modelId="{50621BDF-BA7F-4A89-A953-9B4E58D8C8EE}" type="presParOf" srcId="{02CDE3C8-658B-4128-B358-71CB303FBD56}" destId="{2D5818F6-F1CF-4B33-9ED8-3A2BFB851D40}" srcOrd="4" destOrd="0" presId="urn:microsoft.com/office/officeart/2005/8/layout/lProcess3"/>
    <dgm:cxn modelId="{934B28B8-50F8-4C2B-B9D1-AD4A65B8AF2D}" type="presParOf" srcId="{A856B567-C215-4E25-AFF3-D1EB597B59CA}" destId="{8E08931B-5BDD-41F4-A22B-62508AD76B27}" srcOrd="5" destOrd="0" presId="urn:microsoft.com/office/officeart/2005/8/layout/lProcess3"/>
    <dgm:cxn modelId="{171BBA5B-7028-41EF-96D5-2AA0080C4EB6}" type="presParOf" srcId="{A856B567-C215-4E25-AFF3-D1EB597B59CA}" destId="{40301942-7920-40C2-9BF0-4988FFB467F1}" srcOrd="6" destOrd="0" presId="urn:microsoft.com/office/officeart/2005/8/layout/lProcess3"/>
    <dgm:cxn modelId="{3466E020-41BE-4D98-86A4-D379D26365E3}" type="presParOf" srcId="{40301942-7920-40C2-9BF0-4988FFB467F1}" destId="{A7BE501A-6557-48F7-923E-CB4A8B067EF8}" srcOrd="0" destOrd="0" presId="urn:microsoft.com/office/officeart/2005/8/layout/lProcess3"/>
    <dgm:cxn modelId="{5AD265EF-560D-47ED-8518-8A650E07E902}" type="presParOf" srcId="{40301942-7920-40C2-9BF0-4988FFB467F1}" destId="{8893120A-4548-4539-AEE0-90E6460AD28A}" srcOrd="1" destOrd="0" presId="urn:microsoft.com/office/officeart/2005/8/layout/lProcess3"/>
    <dgm:cxn modelId="{583F66D0-6478-489E-9D24-463590F8CA07}" type="presParOf" srcId="{40301942-7920-40C2-9BF0-4988FFB467F1}" destId="{E5183639-9878-41A0-A4BC-27E3C201CA52}" srcOrd="2" destOrd="0" presId="urn:microsoft.com/office/officeart/2005/8/layout/lProcess3"/>
    <dgm:cxn modelId="{3AD312B1-2FAF-4FC3-879C-D2400608D75A}" type="presParOf" srcId="{40301942-7920-40C2-9BF0-4988FFB467F1}" destId="{8AADCACB-9F75-4D8D-B840-91E8487E0D5A}" srcOrd="3" destOrd="0" presId="urn:microsoft.com/office/officeart/2005/8/layout/lProcess3"/>
    <dgm:cxn modelId="{17E91AC8-B678-49EE-A5EE-FD49C2E32BB9}" type="presParOf" srcId="{40301942-7920-40C2-9BF0-4988FFB467F1}" destId="{25C1FD78-B323-4BEC-BD97-2FB5365A1CD0}" srcOrd="4" destOrd="0" presId="urn:microsoft.com/office/officeart/2005/8/layout/lProcess3"/>
    <dgm:cxn modelId="{247C1369-FB2E-4AF2-8CEC-5EDB4C8DDC2C}" type="presParOf" srcId="{40301942-7920-40C2-9BF0-4988FFB467F1}" destId="{BC6438A0-1695-4761-AE50-FB08E4C2416A}" srcOrd="5" destOrd="0" presId="urn:microsoft.com/office/officeart/2005/8/layout/lProcess3"/>
    <dgm:cxn modelId="{11A8D3A8-3485-4C89-A6E6-7D7ED17E3817}" type="presParOf" srcId="{40301942-7920-40C2-9BF0-4988FFB467F1}" destId="{C6077C82-87A0-435E-A426-8FDA0BE434DE}" srcOrd="6" destOrd="0" presId="urn:microsoft.com/office/officeart/2005/8/layout/lProcess3"/>
    <dgm:cxn modelId="{432807FF-C9C6-4576-B164-35B9B68BB80B}" type="presParOf" srcId="{A856B567-C215-4E25-AFF3-D1EB597B59CA}" destId="{90D35A61-1929-4DD7-9EB9-5A2C4FF0DE93}" srcOrd="7" destOrd="0" presId="urn:microsoft.com/office/officeart/2005/8/layout/lProcess3"/>
    <dgm:cxn modelId="{06A3B31E-5C0B-4D9D-98C9-EEEA10643493}" type="presParOf" srcId="{A856B567-C215-4E25-AFF3-D1EB597B59CA}" destId="{D8D0E989-9837-4F65-AF29-46A7CBEC73F0}" srcOrd="8" destOrd="0" presId="urn:microsoft.com/office/officeart/2005/8/layout/lProcess3"/>
    <dgm:cxn modelId="{9F79DA82-1F81-4EC8-B5F9-EC51EECB4CC5}" type="presParOf" srcId="{D8D0E989-9837-4F65-AF29-46A7CBEC73F0}" destId="{88A661AD-4D49-46E6-8842-08BC94A3F134}" srcOrd="0" destOrd="0" presId="urn:microsoft.com/office/officeart/2005/8/layout/lProcess3"/>
    <dgm:cxn modelId="{DD1B332A-0FB1-4297-A58D-5E712C7EC9CD}" type="presParOf" srcId="{D8D0E989-9837-4F65-AF29-46A7CBEC73F0}" destId="{5CD06A14-5476-4CBB-9FF3-296D0381DC30}" srcOrd="1" destOrd="0" presId="urn:microsoft.com/office/officeart/2005/8/layout/lProcess3"/>
    <dgm:cxn modelId="{470C7672-FA2A-4502-9CCE-C749C73F21E3}" type="presParOf" srcId="{D8D0E989-9837-4F65-AF29-46A7CBEC73F0}" destId="{2A7CA1DF-5D97-422A-B81F-0AC6713A78D1}" srcOrd="2" destOrd="0" presId="urn:microsoft.com/office/officeart/2005/8/layout/lProcess3"/>
    <dgm:cxn modelId="{5D6C6101-F271-4D6B-8A18-E71D20E03AF9}" type="presParOf" srcId="{D8D0E989-9837-4F65-AF29-46A7CBEC73F0}" destId="{C67F5A5A-169F-4E5D-A423-24873BF29D33}" srcOrd="3" destOrd="0" presId="urn:microsoft.com/office/officeart/2005/8/layout/lProcess3"/>
    <dgm:cxn modelId="{DEB1EA96-FEDC-439C-9432-974506823C89}" type="presParOf" srcId="{D8D0E989-9837-4F65-AF29-46A7CBEC73F0}" destId="{9A7D4E18-7147-4E9F-968A-D5CEB853D2A0}" srcOrd="4" destOrd="0" presId="urn:microsoft.com/office/officeart/2005/8/layout/lProcess3"/>
    <dgm:cxn modelId="{13EB0BA9-5D5B-4A45-B7A0-FD7557A79D07}" type="presParOf" srcId="{D8D0E989-9837-4F65-AF29-46A7CBEC73F0}" destId="{9B380770-78E8-459D-861C-7F8467E0AD44}" srcOrd="5" destOrd="0" presId="urn:microsoft.com/office/officeart/2005/8/layout/lProcess3"/>
    <dgm:cxn modelId="{59311C84-3FF5-469D-A77D-96A796789A6A}" type="presParOf" srcId="{D8D0E989-9837-4F65-AF29-46A7CBEC73F0}" destId="{213BA436-DA34-462D-9213-25FADAC8E753}" srcOrd="6" destOrd="0" presId="urn:microsoft.com/office/officeart/2005/8/layout/lProcess3"/>
    <dgm:cxn modelId="{96F0FF11-BBA5-40DB-B1B6-A10618AAB545}" type="presParOf" srcId="{D8D0E989-9837-4F65-AF29-46A7CBEC73F0}" destId="{C7EAE70B-19DE-4174-826F-66436B9496A0}" srcOrd="7" destOrd="0" presId="urn:microsoft.com/office/officeart/2005/8/layout/lProcess3"/>
    <dgm:cxn modelId="{1903AAFC-488F-4DD9-A385-E0688F58A018}" type="presParOf" srcId="{D8D0E989-9837-4F65-AF29-46A7CBEC73F0}" destId="{D55980C3-E351-4F64-8100-D4871B0D8B65}" srcOrd="8" destOrd="0" presId="urn:microsoft.com/office/officeart/2005/8/layout/lProcess3"/>
    <dgm:cxn modelId="{97901154-D9FB-4007-ACFE-76A1376495C9}" type="presParOf" srcId="{A856B567-C215-4E25-AFF3-D1EB597B59CA}" destId="{25B427C7-183F-4971-9505-7E4CF535E5A1}" srcOrd="9" destOrd="0" presId="urn:microsoft.com/office/officeart/2005/8/layout/lProcess3"/>
    <dgm:cxn modelId="{C5056D25-9BEC-4B7E-92C6-0418438FB5D1}" type="presParOf" srcId="{A856B567-C215-4E25-AFF3-D1EB597B59CA}" destId="{697C8D0F-14E7-494D-A706-228C29ABA20A}" srcOrd="10" destOrd="0" presId="urn:microsoft.com/office/officeart/2005/8/layout/lProcess3"/>
    <dgm:cxn modelId="{EBB5B204-10E4-4588-B772-DDD2B749DF08}" type="presParOf" srcId="{697C8D0F-14E7-494D-A706-228C29ABA20A}" destId="{6E3B1C0E-150B-47B2-8C10-2F2689E01A5C}" srcOrd="0" destOrd="0" presId="urn:microsoft.com/office/officeart/2005/8/layout/lProcess3"/>
    <dgm:cxn modelId="{78A72B24-5232-4E40-ABAC-C66C5F9B1131}" type="presParOf" srcId="{697C8D0F-14E7-494D-A706-228C29ABA20A}" destId="{7C4DDB95-ADE3-4570-A044-8E0071E9F285}" srcOrd="1" destOrd="0" presId="urn:microsoft.com/office/officeart/2005/8/layout/lProcess3"/>
    <dgm:cxn modelId="{0F717348-39F1-4478-9108-795BE62296C7}" type="presParOf" srcId="{697C8D0F-14E7-494D-A706-228C29ABA20A}" destId="{A69FE6F5-1D1F-436A-9DA1-6F8E5CDF6A2E}" srcOrd="2" destOrd="0" presId="urn:microsoft.com/office/officeart/2005/8/layout/lProcess3"/>
    <dgm:cxn modelId="{BCED4708-6030-4768-B9A9-1D9764B552A2}" type="presParOf" srcId="{697C8D0F-14E7-494D-A706-228C29ABA20A}" destId="{4110318A-5EB8-4DF9-BF65-4CD756220989}" srcOrd="3" destOrd="0" presId="urn:microsoft.com/office/officeart/2005/8/layout/lProcess3"/>
    <dgm:cxn modelId="{0E89A436-4569-4137-AB84-B56EB43097FE}" type="presParOf" srcId="{697C8D0F-14E7-494D-A706-228C29ABA20A}" destId="{E75C8DC2-FF46-403F-8F7B-55E71B4F28CC}" srcOrd="4" destOrd="0" presId="urn:microsoft.com/office/officeart/2005/8/layout/lProcess3"/>
    <dgm:cxn modelId="{0E1CC7EC-BB69-4549-BF1C-ABF18C7BAEC5}" type="presParOf" srcId="{697C8D0F-14E7-494D-A706-228C29ABA20A}" destId="{07FD8834-914E-45E4-A431-423F0FBCE91A}" srcOrd="5" destOrd="0" presId="urn:microsoft.com/office/officeart/2005/8/layout/lProcess3"/>
    <dgm:cxn modelId="{2BEE9E9E-665A-4C83-BD5F-ABC56D9F2955}" type="presParOf" srcId="{697C8D0F-14E7-494D-A706-228C29ABA20A}" destId="{2E757D34-373E-4A44-AA12-AD4EFCD1B211}" srcOrd="6" destOrd="0" presId="urn:microsoft.com/office/officeart/2005/8/layout/lProcess3"/>
    <dgm:cxn modelId="{AC831391-9C20-4621-AAB7-5ACD8DE2AFD2}" type="presParOf" srcId="{697C8D0F-14E7-494D-A706-228C29ABA20A}" destId="{AE794197-B6D9-48FE-B543-A81917FF0A47}" srcOrd="7" destOrd="0" presId="urn:microsoft.com/office/officeart/2005/8/layout/lProcess3"/>
    <dgm:cxn modelId="{D0C7F3F2-247A-4FE1-905D-523C1EF223EC}" type="presParOf" srcId="{697C8D0F-14E7-494D-A706-228C29ABA20A}" destId="{750C8BFB-54C2-484B-B736-7F1C2E3E468F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0D8F0-2665-4451-8180-97922AD06D8E}">
      <dsp:nvSpPr>
        <dsp:cNvPr id="0" name=""/>
        <dsp:cNvSpPr/>
      </dsp:nvSpPr>
      <dsp:spPr>
        <a:xfrm>
          <a:off x="0" y="502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28D20-A9B7-4469-BB83-0F7104C74993}">
      <dsp:nvSpPr>
        <dsp:cNvPr id="0" name=""/>
        <dsp:cNvSpPr/>
      </dsp:nvSpPr>
      <dsp:spPr>
        <a:xfrm>
          <a:off x="0" y="502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APS?</a:t>
          </a:r>
        </a:p>
      </dsp:txBody>
      <dsp:txXfrm>
        <a:off x="0" y="502"/>
        <a:ext cx="5514974" cy="587685"/>
      </dsp:txXfrm>
    </dsp:sp>
    <dsp:sp modelId="{D23D9E95-3D04-443A-A631-9ADBEFF76AB7}">
      <dsp:nvSpPr>
        <dsp:cNvPr id="0" name=""/>
        <dsp:cNvSpPr/>
      </dsp:nvSpPr>
      <dsp:spPr>
        <a:xfrm>
          <a:off x="0" y="588187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A60B3-E179-48FA-9C0C-AFF7BB6416E4}">
      <dsp:nvSpPr>
        <dsp:cNvPr id="0" name=""/>
        <dsp:cNvSpPr/>
      </dsp:nvSpPr>
      <dsp:spPr>
        <a:xfrm>
          <a:off x="0" y="588187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APS Team’s roles and responsibilities</a:t>
          </a:r>
        </a:p>
      </dsp:txBody>
      <dsp:txXfrm>
        <a:off x="0" y="588187"/>
        <a:ext cx="5514974" cy="587685"/>
      </dsp:txXfrm>
    </dsp:sp>
    <dsp:sp modelId="{D81BEB3B-4F30-465D-9913-E834D1733D17}">
      <dsp:nvSpPr>
        <dsp:cNvPr id="0" name=""/>
        <dsp:cNvSpPr/>
      </dsp:nvSpPr>
      <dsp:spPr>
        <a:xfrm>
          <a:off x="0" y="1175872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C3062-66C8-4629-A0A3-11501E05B092}">
      <dsp:nvSpPr>
        <dsp:cNvPr id="0" name=""/>
        <dsp:cNvSpPr/>
      </dsp:nvSpPr>
      <dsp:spPr>
        <a:xfrm>
          <a:off x="0" y="1175872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Engaging APS Team</a:t>
          </a:r>
        </a:p>
      </dsp:txBody>
      <dsp:txXfrm>
        <a:off x="0" y="1175872"/>
        <a:ext cx="5514974" cy="587685"/>
      </dsp:txXfrm>
    </dsp:sp>
    <dsp:sp modelId="{E05447EB-004F-4AA8-B783-74926850C9AA}">
      <dsp:nvSpPr>
        <dsp:cNvPr id="0" name=""/>
        <dsp:cNvSpPr/>
      </dsp:nvSpPr>
      <dsp:spPr>
        <a:xfrm>
          <a:off x="0" y="1763557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D4BE9-0009-4236-919E-8977778538F6}">
      <dsp:nvSpPr>
        <dsp:cNvPr id="0" name=""/>
        <dsp:cNvSpPr/>
      </dsp:nvSpPr>
      <dsp:spPr>
        <a:xfrm>
          <a:off x="0" y="1763557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Initiating a New application onboarding </a:t>
          </a:r>
        </a:p>
      </dsp:txBody>
      <dsp:txXfrm>
        <a:off x="0" y="1763557"/>
        <a:ext cx="5514974" cy="587685"/>
      </dsp:txXfrm>
    </dsp:sp>
    <dsp:sp modelId="{9A646D06-D458-466C-8C24-66F2E6683360}">
      <dsp:nvSpPr>
        <dsp:cNvPr id="0" name=""/>
        <dsp:cNvSpPr/>
      </dsp:nvSpPr>
      <dsp:spPr>
        <a:xfrm>
          <a:off x="0" y="2351242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5ECA1-F685-4E7D-A58A-115EE1CECB01}">
      <dsp:nvSpPr>
        <dsp:cNvPr id="0" name=""/>
        <dsp:cNvSpPr/>
      </dsp:nvSpPr>
      <dsp:spPr>
        <a:xfrm>
          <a:off x="0" y="2351242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Initiating an existing application onboarding </a:t>
          </a:r>
        </a:p>
      </dsp:txBody>
      <dsp:txXfrm>
        <a:off x="0" y="2351242"/>
        <a:ext cx="5514974" cy="587685"/>
      </dsp:txXfrm>
    </dsp:sp>
    <dsp:sp modelId="{BB45E3C5-AA7F-4D5D-BCE3-19CE16A26A47}">
      <dsp:nvSpPr>
        <dsp:cNvPr id="0" name=""/>
        <dsp:cNvSpPr/>
      </dsp:nvSpPr>
      <dsp:spPr>
        <a:xfrm>
          <a:off x="0" y="2938927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D25C0-EE8C-4992-9504-1071064609F9}">
      <dsp:nvSpPr>
        <dsp:cNvPr id="0" name=""/>
        <dsp:cNvSpPr/>
      </dsp:nvSpPr>
      <dsp:spPr>
        <a:xfrm>
          <a:off x="0" y="2938927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Onboarding Checklist</a:t>
          </a:r>
        </a:p>
      </dsp:txBody>
      <dsp:txXfrm>
        <a:off x="0" y="2938927"/>
        <a:ext cx="5514974" cy="587685"/>
      </dsp:txXfrm>
    </dsp:sp>
    <dsp:sp modelId="{9B15729E-27BC-4C96-9C72-7689A631728C}">
      <dsp:nvSpPr>
        <dsp:cNvPr id="0" name=""/>
        <dsp:cNvSpPr/>
      </dsp:nvSpPr>
      <dsp:spPr>
        <a:xfrm>
          <a:off x="0" y="3526612"/>
          <a:ext cx="5514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8F458-A78F-499D-AF45-59462BD53E57}">
      <dsp:nvSpPr>
        <dsp:cNvPr id="0" name=""/>
        <dsp:cNvSpPr/>
      </dsp:nvSpPr>
      <dsp:spPr>
        <a:xfrm>
          <a:off x="0" y="3526612"/>
          <a:ext cx="5514974" cy="587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Application maintenance </a:t>
          </a:r>
        </a:p>
      </dsp:txBody>
      <dsp:txXfrm>
        <a:off x="0" y="3526612"/>
        <a:ext cx="5514974" cy="5876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E1ADB-684E-4393-86CC-BC6D14C41FAC}">
      <dsp:nvSpPr>
        <dsp:cNvPr id="0" name=""/>
        <dsp:cNvSpPr/>
      </dsp:nvSpPr>
      <dsp:spPr>
        <a:xfrm>
          <a:off x="2352550" y="1879674"/>
          <a:ext cx="1340098" cy="13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Application Production Support</a:t>
          </a:r>
        </a:p>
      </dsp:txBody>
      <dsp:txXfrm>
        <a:off x="2548803" y="2075927"/>
        <a:ext cx="947592" cy="947592"/>
      </dsp:txXfrm>
    </dsp:sp>
    <dsp:sp modelId="{B7272E55-64EE-4112-8CBC-96F47C29F851}">
      <dsp:nvSpPr>
        <dsp:cNvPr id="0" name=""/>
        <dsp:cNvSpPr/>
      </dsp:nvSpPr>
      <dsp:spPr>
        <a:xfrm rot="16200000">
          <a:off x="2880419" y="1391640"/>
          <a:ext cx="284361" cy="4556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23073" y="1525421"/>
        <a:ext cx="199053" cy="273379"/>
      </dsp:txXfrm>
    </dsp:sp>
    <dsp:sp modelId="{958B1F7E-2BE2-4879-ABE6-80194F2B227A}">
      <dsp:nvSpPr>
        <dsp:cNvPr id="0" name=""/>
        <dsp:cNvSpPr/>
      </dsp:nvSpPr>
      <dsp:spPr>
        <a:xfrm>
          <a:off x="2352550" y="3046"/>
          <a:ext cx="1340098" cy="13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24*7 Service Desk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for Incident/SR creation</a:t>
          </a:r>
        </a:p>
      </dsp:txBody>
      <dsp:txXfrm>
        <a:off x="2548803" y="199299"/>
        <a:ext cx="947592" cy="947592"/>
      </dsp:txXfrm>
    </dsp:sp>
    <dsp:sp modelId="{19B8613C-62EE-465E-B5A4-BD4BB3208F28}">
      <dsp:nvSpPr>
        <dsp:cNvPr id="0" name=""/>
        <dsp:cNvSpPr/>
      </dsp:nvSpPr>
      <dsp:spPr>
        <a:xfrm>
          <a:off x="3810685" y="2321907"/>
          <a:ext cx="284361" cy="4556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810685" y="2413034"/>
        <a:ext cx="199053" cy="273379"/>
      </dsp:txXfrm>
    </dsp:sp>
    <dsp:sp modelId="{2787C817-B28E-4155-AA90-F19F9ADEC247}">
      <dsp:nvSpPr>
        <dsp:cNvPr id="0" name=""/>
        <dsp:cNvSpPr/>
      </dsp:nvSpPr>
      <dsp:spPr>
        <a:xfrm>
          <a:off x="4229179" y="1879674"/>
          <a:ext cx="1340098" cy="13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Incident and Service Request Resolution</a:t>
          </a:r>
        </a:p>
      </dsp:txBody>
      <dsp:txXfrm>
        <a:off x="4425432" y="2075927"/>
        <a:ext cx="947592" cy="947592"/>
      </dsp:txXfrm>
    </dsp:sp>
    <dsp:sp modelId="{095390F3-A055-4DB2-B0DE-7B041DC2494B}">
      <dsp:nvSpPr>
        <dsp:cNvPr id="0" name=""/>
        <dsp:cNvSpPr/>
      </dsp:nvSpPr>
      <dsp:spPr>
        <a:xfrm rot="5400000">
          <a:off x="2880419" y="3252173"/>
          <a:ext cx="284361" cy="4556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23073" y="3300646"/>
        <a:ext cx="199053" cy="273379"/>
      </dsp:txXfrm>
    </dsp:sp>
    <dsp:sp modelId="{21DB140B-EE0B-43ED-B6BA-927219596B09}">
      <dsp:nvSpPr>
        <dsp:cNvPr id="0" name=""/>
        <dsp:cNvSpPr/>
      </dsp:nvSpPr>
      <dsp:spPr>
        <a:xfrm>
          <a:off x="2352550" y="3756303"/>
          <a:ext cx="1340098" cy="13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Proactive Monitoring of Application System and Alerts</a:t>
          </a:r>
        </a:p>
      </dsp:txBody>
      <dsp:txXfrm>
        <a:off x="2548803" y="3952556"/>
        <a:ext cx="947592" cy="947592"/>
      </dsp:txXfrm>
    </dsp:sp>
    <dsp:sp modelId="{AC3F8359-02CF-4339-8A02-74AAED7725F1}">
      <dsp:nvSpPr>
        <dsp:cNvPr id="0" name=""/>
        <dsp:cNvSpPr/>
      </dsp:nvSpPr>
      <dsp:spPr>
        <a:xfrm rot="10800000">
          <a:off x="1950152" y="2321907"/>
          <a:ext cx="284361" cy="4556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035460" y="2413034"/>
        <a:ext cx="199053" cy="273379"/>
      </dsp:txXfrm>
    </dsp:sp>
    <dsp:sp modelId="{294F7C51-6DDB-4809-BC6C-0D56C8EA6F69}">
      <dsp:nvSpPr>
        <dsp:cNvPr id="0" name=""/>
        <dsp:cNvSpPr/>
      </dsp:nvSpPr>
      <dsp:spPr>
        <a:xfrm>
          <a:off x="475922" y="1879674"/>
          <a:ext cx="1340098" cy="13400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Automation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and Dashboard Creation</a:t>
          </a:r>
        </a:p>
      </dsp:txBody>
      <dsp:txXfrm>
        <a:off x="672175" y="2075927"/>
        <a:ext cx="947592" cy="9475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CB672-865E-46A6-931E-2948CE3F5C08}">
      <dsp:nvSpPr>
        <dsp:cNvPr id="0" name=""/>
        <dsp:cNvSpPr/>
      </dsp:nvSpPr>
      <dsp:spPr>
        <a:xfrm>
          <a:off x="2158584" y="3299"/>
          <a:ext cx="1930970" cy="77238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Application Production Support</a:t>
          </a:r>
        </a:p>
      </dsp:txBody>
      <dsp:txXfrm>
        <a:off x="2544778" y="3299"/>
        <a:ext cx="1158582" cy="772388"/>
      </dsp:txXfrm>
    </dsp:sp>
    <dsp:sp modelId="{FBFEA6A3-DA5E-4B90-9536-E5325C627D97}">
      <dsp:nvSpPr>
        <dsp:cNvPr id="0" name=""/>
        <dsp:cNvSpPr/>
      </dsp:nvSpPr>
      <dsp:spPr>
        <a:xfrm>
          <a:off x="3838528" y="68952"/>
          <a:ext cx="1602705" cy="64108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24*7 RASD support</a:t>
          </a:r>
        </a:p>
      </dsp:txBody>
      <dsp:txXfrm>
        <a:off x="4159069" y="68952"/>
        <a:ext cx="961623" cy="641082"/>
      </dsp:txXfrm>
    </dsp:sp>
    <dsp:sp modelId="{EA1E34C5-380B-40C3-9278-BBA6C952329C}">
      <dsp:nvSpPr>
        <dsp:cNvPr id="0" name=""/>
        <dsp:cNvSpPr/>
      </dsp:nvSpPr>
      <dsp:spPr>
        <a:xfrm>
          <a:off x="5216855" y="68952"/>
          <a:ext cx="1602705" cy="64108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Incident and Service Request Resolution</a:t>
          </a:r>
        </a:p>
      </dsp:txBody>
      <dsp:txXfrm>
        <a:off x="5537396" y="68952"/>
        <a:ext cx="961623" cy="641082"/>
      </dsp:txXfrm>
    </dsp:sp>
    <dsp:sp modelId="{85EF93EF-3E4B-4AEE-B500-7C0CDD11AD54}">
      <dsp:nvSpPr>
        <dsp:cNvPr id="0" name=""/>
        <dsp:cNvSpPr/>
      </dsp:nvSpPr>
      <dsp:spPr>
        <a:xfrm>
          <a:off x="2158584" y="883822"/>
          <a:ext cx="1930970" cy="77238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Monitoring</a:t>
          </a:r>
        </a:p>
      </dsp:txBody>
      <dsp:txXfrm>
        <a:off x="2544778" y="883822"/>
        <a:ext cx="1158582" cy="772388"/>
      </dsp:txXfrm>
    </dsp:sp>
    <dsp:sp modelId="{E2922DC5-A343-4EAA-BEA5-9EA191596334}">
      <dsp:nvSpPr>
        <dsp:cNvPr id="0" name=""/>
        <dsp:cNvSpPr/>
      </dsp:nvSpPr>
      <dsp:spPr>
        <a:xfrm>
          <a:off x="3838528" y="949475"/>
          <a:ext cx="1602705" cy="64108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Splunk and AppDynamics dashboard creation</a:t>
          </a:r>
        </a:p>
      </dsp:txBody>
      <dsp:txXfrm>
        <a:off x="4159069" y="949475"/>
        <a:ext cx="961623" cy="641082"/>
      </dsp:txXfrm>
    </dsp:sp>
    <dsp:sp modelId="{6ACEA0FD-DDF3-41E3-A0AB-88E68AAFC857}">
      <dsp:nvSpPr>
        <dsp:cNvPr id="0" name=""/>
        <dsp:cNvSpPr/>
      </dsp:nvSpPr>
      <dsp:spPr>
        <a:xfrm>
          <a:off x="5216855" y="949475"/>
          <a:ext cx="1602705" cy="641082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Enabling Synthetic Monitoring</a:t>
          </a:r>
        </a:p>
      </dsp:txBody>
      <dsp:txXfrm>
        <a:off x="5537396" y="949475"/>
        <a:ext cx="961623" cy="641082"/>
      </dsp:txXfrm>
    </dsp:sp>
    <dsp:sp modelId="{4E1EBD25-3276-4006-BD2A-FD62B36E0A75}">
      <dsp:nvSpPr>
        <dsp:cNvPr id="0" name=""/>
        <dsp:cNvSpPr/>
      </dsp:nvSpPr>
      <dsp:spPr>
        <a:xfrm>
          <a:off x="6595182" y="949475"/>
          <a:ext cx="1602705" cy="641082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2">
                  <a:lumMod val="50000"/>
                </a:schemeClr>
              </a:solidFill>
            </a:rPr>
            <a:t>Testing capability of monitoring</a:t>
          </a:r>
        </a:p>
      </dsp:txBody>
      <dsp:txXfrm>
        <a:off x="6915723" y="949475"/>
        <a:ext cx="961623" cy="641082"/>
      </dsp:txXfrm>
    </dsp:sp>
    <dsp:sp modelId="{EFC75841-001A-4385-B53F-D2829F158CA1}">
      <dsp:nvSpPr>
        <dsp:cNvPr id="0" name=""/>
        <dsp:cNvSpPr/>
      </dsp:nvSpPr>
      <dsp:spPr>
        <a:xfrm>
          <a:off x="2158584" y="1764344"/>
          <a:ext cx="1930970" cy="77238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Dashboarding</a:t>
          </a:r>
        </a:p>
      </dsp:txBody>
      <dsp:txXfrm>
        <a:off x="2544778" y="1764344"/>
        <a:ext cx="1158582" cy="772388"/>
      </dsp:txXfrm>
    </dsp:sp>
    <dsp:sp modelId="{C14E88CE-399A-4CC8-B6AB-ADE41043D6FD}">
      <dsp:nvSpPr>
        <dsp:cNvPr id="0" name=""/>
        <dsp:cNvSpPr/>
      </dsp:nvSpPr>
      <dsp:spPr>
        <a:xfrm>
          <a:off x="3838528" y="1829997"/>
          <a:ext cx="1602705" cy="64108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Business Req dashboards</a:t>
          </a:r>
        </a:p>
      </dsp:txBody>
      <dsp:txXfrm>
        <a:off x="4159069" y="1829997"/>
        <a:ext cx="961623" cy="641082"/>
      </dsp:txXfrm>
    </dsp:sp>
    <dsp:sp modelId="{2D5818F6-F1CF-4B33-9ED8-3A2BFB851D40}">
      <dsp:nvSpPr>
        <dsp:cNvPr id="0" name=""/>
        <dsp:cNvSpPr/>
      </dsp:nvSpPr>
      <dsp:spPr>
        <a:xfrm>
          <a:off x="5216855" y="1829997"/>
          <a:ext cx="1602705" cy="64108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Tableau dashboards</a:t>
          </a:r>
        </a:p>
      </dsp:txBody>
      <dsp:txXfrm>
        <a:off x="5537396" y="1829997"/>
        <a:ext cx="961623" cy="641082"/>
      </dsp:txXfrm>
    </dsp:sp>
    <dsp:sp modelId="{A7BE501A-6557-48F7-923E-CB4A8B067EF8}">
      <dsp:nvSpPr>
        <dsp:cNvPr id="0" name=""/>
        <dsp:cNvSpPr/>
      </dsp:nvSpPr>
      <dsp:spPr>
        <a:xfrm>
          <a:off x="2158584" y="2644867"/>
          <a:ext cx="1930970" cy="77238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Automation</a:t>
          </a:r>
          <a:endParaRPr lang="en-US" sz="1300" kern="1200" dirty="0"/>
        </a:p>
      </dsp:txBody>
      <dsp:txXfrm>
        <a:off x="2544778" y="2644867"/>
        <a:ext cx="1158582" cy="772388"/>
      </dsp:txXfrm>
    </dsp:sp>
    <dsp:sp modelId="{E5183639-9878-41A0-A4BC-27E3C201CA52}">
      <dsp:nvSpPr>
        <dsp:cNvPr id="0" name=""/>
        <dsp:cNvSpPr/>
      </dsp:nvSpPr>
      <dsp:spPr>
        <a:xfrm>
          <a:off x="3838528" y="2710520"/>
          <a:ext cx="1602705" cy="64108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False Alert Rationalization</a:t>
          </a:r>
        </a:p>
      </dsp:txBody>
      <dsp:txXfrm>
        <a:off x="4159069" y="2710520"/>
        <a:ext cx="961623" cy="641082"/>
      </dsp:txXfrm>
    </dsp:sp>
    <dsp:sp modelId="{25C1FD78-B323-4BEC-BD97-2FB5365A1CD0}">
      <dsp:nvSpPr>
        <dsp:cNvPr id="0" name=""/>
        <dsp:cNvSpPr/>
      </dsp:nvSpPr>
      <dsp:spPr>
        <a:xfrm>
          <a:off x="5216855" y="2710520"/>
          <a:ext cx="1602705" cy="641082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Email Alerts suppression </a:t>
          </a:r>
        </a:p>
      </dsp:txBody>
      <dsp:txXfrm>
        <a:off x="5537396" y="2710520"/>
        <a:ext cx="961623" cy="641082"/>
      </dsp:txXfrm>
    </dsp:sp>
    <dsp:sp modelId="{C6077C82-87A0-435E-A426-8FDA0BE434DE}">
      <dsp:nvSpPr>
        <dsp:cNvPr id="0" name=""/>
        <dsp:cNvSpPr/>
      </dsp:nvSpPr>
      <dsp:spPr>
        <a:xfrm>
          <a:off x="6595182" y="2710520"/>
          <a:ext cx="1602705" cy="641082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Automation Opportunities</a:t>
          </a:r>
        </a:p>
      </dsp:txBody>
      <dsp:txXfrm>
        <a:off x="6915723" y="2710520"/>
        <a:ext cx="961623" cy="641082"/>
      </dsp:txXfrm>
    </dsp:sp>
    <dsp:sp modelId="{88A661AD-4D49-46E6-8842-08BC94A3F134}">
      <dsp:nvSpPr>
        <dsp:cNvPr id="0" name=""/>
        <dsp:cNvSpPr/>
      </dsp:nvSpPr>
      <dsp:spPr>
        <a:xfrm>
          <a:off x="2158584" y="3525389"/>
          <a:ext cx="1930970" cy="772388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New App On-boarding</a:t>
          </a:r>
        </a:p>
      </dsp:txBody>
      <dsp:txXfrm>
        <a:off x="2544778" y="3525389"/>
        <a:ext cx="1158582" cy="772388"/>
      </dsp:txXfrm>
    </dsp:sp>
    <dsp:sp modelId="{2A7CA1DF-5D97-422A-B81F-0AC6713A78D1}">
      <dsp:nvSpPr>
        <dsp:cNvPr id="0" name=""/>
        <dsp:cNvSpPr/>
      </dsp:nvSpPr>
      <dsp:spPr>
        <a:xfrm>
          <a:off x="3838528" y="3591042"/>
          <a:ext cx="1602705" cy="64108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Runbook Walkthrough</a:t>
          </a:r>
        </a:p>
      </dsp:txBody>
      <dsp:txXfrm>
        <a:off x="4159069" y="3591042"/>
        <a:ext cx="961623" cy="641082"/>
      </dsp:txXfrm>
    </dsp:sp>
    <dsp:sp modelId="{9A7D4E18-7147-4E9F-968A-D5CEB853D2A0}">
      <dsp:nvSpPr>
        <dsp:cNvPr id="0" name=""/>
        <dsp:cNvSpPr/>
      </dsp:nvSpPr>
      <dsp:spPr>
        <a:xfrm>
          <a:off x="5216855" y="3591042"/>
          <a:ext cx="1602705" cy="64108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Confluence Page creation</a:t>
          </a:r>
        </a:p>
      </dsp:txBody>
      <dsp:txXfrm>
        <a:off x="5537396" y="3591042"/>
        <a:ext cx="961623" cy="641082"/>
      </dsp:txXfrm>
    </dsp:sp>
    <dsp:sp modelId="{213BA436-DA34-462D-9213-25FADAC8E753}">
      <dsp:nvSpPr>
        <dsp:cNvPr id="0" name=""/>
        <dsp:cNvSpPr/>
      </dsp:nvSpPr>
      <dsp:spPr>
        <a:xfrm>
          <a:off x="6595182" y="3591042"/>
          <a:ext cx="1602705" cy="64108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SPOC Identification</a:t>
          </a:r>
        </a:p>
      </dsp:txBody>
      <dsp:txXfrm>
        <a:off x="6915723" y="3591042"/>
        <a:ext cx="961623" cy="641082"/>
      </dsp:txXfrm>
    </dsp:sp>
    <dsp:sp modelId="{D55980C3-E351-4F64-8100-D4871B0D8B65}">
      <dsp:nvSpPr>
        <dsp:cNvPr id="0" name=""/>
        <dsp:cNvSpPr/>
      </dsp:nvSpPr>
      <dsp:spPr>
        <a:xfrm>
          <a:off x="7973508" y="3591042"/>
          <a:ext cx="1602705" cy="641082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Stages of App-On-boarding</a:t>
          </a:r>
        </a:p>
      </dsp:txBody>
      <dsp:txXfrm>
        <a:off x="8294049" y="3591042"/>
        <a:ext cx="961623" cy="641082"/>
      </dsp:txXfrm>
    </dsp:sp>
    <dsp:sp modelId="{6E3B1C0E-150B-47B2-8C10-2F2689E01A5C}">
      <dsp:nvSpPr>
        <dsp:cNvPr id="0" name=""/>
        <dsp:cNvSpPr/>
      </dsp:nvSpPr>
      <dsp:spPr>
        <a:xfrm>
          <a:off x="2158584" y="4405912"/>
          <a:ext cx="1930970" cy="77238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Documentation and Operations</a:t>
          </a:r>
        </a:p>
      </dsp:txBody>
      <dsp:txXfrm>
        <a:off x="2544778" y="4405912"/>
        <a:ext cx="1158582" cy="772388"/>
      </dsp:txXfrm>
    </dsp:sp>
    <dsp:sp modelId="{A69FE6F5-1D1F-436A-9DA1-6F8E5CDF6A2E}">
      <dsp:nvSpPr>
        <dsp:cNvPr id="0" name=""/>
        <dsp:cNvSpPr/>
      </dsp:nvSpPr>
      <dsp:spPr>
        <a:xfrm>
          <a:off x="3838528" y="4471565"/>
          <a:ext cx="1602705" cy="641082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KB Article creation</a:t>
          </a:r>
        </a:p>
      </dsp:txBody>
      <dsp:txXfrm>
        <a:off x="4159069" y="4471565"/>
        <a:ext cx="961623" cy="641082"/>
      </dsp:txXfrm>
    </dsp:sp>
    <dsp:sp modelId="{E75C8DC2-FF46-403F-8F7B-55E71B4F28CC}">
      <dsp:nvSpPr>
        <dsp:cNvPr id="0" name=""/>
        <dsp:cNvSpPr/>
      </dsp:nvSpPr>
      <dsp:spPr>
        <a:xfrm>
          <a:off x="5216855" y="4471565"/>
          <a:ext cx="1602705" cy="64108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Problem Ticket Management</a:t>
          </a:r>
        </a:p>
      </dsp:txBody>
      <dsp:txXfrm>
        <a:off x="5537396" y="4471565"/>
        <a:ext cx="961623" cy="641082"/>
      </dsp:txXfrm>
    </dsp:sp>
    <dsp:sp modelId="{2E757D34-373E-4A44-AA12-AD4EFCD1B211}">
      <dsp:nvSpPr>
        <dsp:cNvPr id="0" name=""/>
        <dsp:cNvSpPr/>
      </dsp:nvSpPr>
      <dsp:spPr>
        <a:xfrm>
          <a:off x="6595182" y="4471565"/>
          <a:ext cx="1602705" cy="64108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MTTR Analysis</a:t>
          </a:r>
        </a:p>
      </dsp:txBody>
      <dsp:txXfrm>
        <a:off x="6915723" y="4471565"/>
        <a:ext cx="961623" cy="641082"/>
      </dsp:txXfrm>
    </dsp:sp>
    <dsp:sp modelId="{750C8BFB-54C2-484B-B736-7F1C2E3E468F}">
      <dsp:nvSpPr>
        <dsp:cNvPr id="0" name=""/>
        <dsp:cNvSpPr/>
      </dsp:nvSpPr>
      <dsp:spPr>
        <a:xfrm>
          <a:off x="7973508" y="4471565"/>
          <a:ext cx="1602705" cy="64108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Capacity Management Analysis</a:t>
          </a:r>
        </a:p>
      </dsp:txBody>
      <dsp:txXfrm>
        <a:off x="8294049" y="4471565"/>
        <a:ext cx="961623" cy="641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4B31E-829A-447B-9209-FF59ED0F7FC0}" type="datetimeFigureOut">
              <a:rPr lang="en-GB" smtClean="0"/>
              <a:t>07/08/2023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FA85E-D6BF-486C-8956-746E01EA59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790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9CF36-66AA-4250-9263-5E1981112B6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4B2DE-5488-4A99-8C52-B7A8EFA28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5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4B2DE-5488-4A99-8C52-B7A8EFA28E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3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014"/>
            <a:ext cx="12198092" cy="68614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" y="3803904"/>
            <a:ext cx="12188952" cy="2139696"/>
          </a:xfrm>
          <a:solidFill>
            <a:srgbClr val="002E5D">
              <a:alpha val="80000"/>
            </a:srgbClr>
          </a:solidFill>
        </p:spPr>
        <p:txBody>
          <a:bodyPr lIns="457200" tIns="457200" rIns="457200" bIns="457200" anchor="ctr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219500" y="6231523"/>
            <a:ext cx="3528000" cy="338554"/>
          </a:xfrm>
          <a:noFill/>
        </p:spPr>
        <p:txBody>
          <a:bodyPr wrap="square" lIns="0" tIns="0" rIns="0" bIns="0" rtlCol="0">
            <a:spAutoFit/>
          </a:bodyPr>
          <a:lstStyle>
            <a:lvl1pPr algn="r">
              <a:defRPr lang="en-US" sz="2200" b="0" smtClean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800" smtClean="0">
                <a:solidFill>
                  <a:schemeClr val="tx1"/>
                </a:solidFill>
              </a:defRPr>
            </a:lvl2pPr>
            <a:lvl3pPr>
              <a:defRPr lang="en-US" sz="1800" smtClean="0">
                <a:solidFill>
                  <a:schemeClr val="tx1"/>
                </a:solidFill>
              </a:defRPr>
            </a:lvl3pPr>
            <a:lvl4pPr>
              <a:defRPr lang="en-US" sz="1800" smtClean="0">
                <a:solidFill>
                  <a:schemeClr val="tx1"/>
                </a:solidFill>
              </a:defRPr>
            </a:lvl4pPr>
            <a:lvl5pPr>
              <a:defRPr lang="en-GB" sz="1800">
                <a:solidFill>
                  <a:schemeClr val="tx1"/>
                </a:solidFill>
              </a:defRPr>
            </a:lvl5pPr>
          </a:lstStyle>
          <a:p>
            <a:pPr marR="0" lvl="0"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insert Date</a:t>
            </a:r>
            <a:endParaRPr lang="en-GB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59869" y="6231523"/>
            <a:ext cx="7635600" cy="338554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2200" b="1" smtClean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800" smtClean="0">
                <a:solidFill>
                  <a:schemeClr val="tx1"/>
                </a:solidFill>
              </a:defRPr>
            </a:lvl2pPr>
            <a:lvl3pPr>
              <a:defRPr lang="en-US" sz="1800" smtClean="0">
                <a:solidFill>
                  <a:schemeClr val="tx1"/>
                </a:solidFill>
              </a:defRPr>
            </a:lvl3pPr>
            <a:lvl4pPr>
              <a:defRPr lang="en-US" sz="1800" smtClean="0">
                <a:solidFill>
                  <a:schemeClr val="tx1"/>
                </a:solidFill>
              </a:defRPr>
            </a:lvl4pPr>
            <a:lvl5pPr>
              <a:defRPr lang="en-GB" sz="1800">
                <a:solidFill>
                  <a:schemeClr val="tx1"/>
                </a:solidFill>
              </a:defRPr>
            </a:lvl5pPr>
          </a:lstStyle>
          <a:p>
            <a:pPr marR="0" lv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Insert Name</a:t>
            </a:r>
          </a:p>
        </p:txBody>
      </p:sp>
    </p:spTree>
    <p:extLst>
      <p:ext uri="{BB962C8B-B14F-4D97-AF65-F5344CB8AC3E}">
        <p14:creationId xmlns:p14="http://schemas.microsoft.com/office/powerpoint/2010/main" val="178501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3090" y="2671508"/>
            <a:ext cx="9427790" cy="815608"/>
          </a:xfrm>
        </p:spPr>
        <p:txBody>
          <a:bodyPr numCol="1">
            <a:spAutoFit/>
          </a:bodyPr>
          <a:lstStyle>
            <a:lvl1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423091" y="1508125"/>
            <a:ext cx="9427790" cy="83099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2073859"/>
            <a:ext cx="2789555" cy="2616101"/>
          </a:xfrm>
          <a:noFill/>
          <a:ln>
            <a:noFill/>
          </a:ln>
        </p:spPr>
        <p:txBody>
          <a:bodyPr/>
          <a:lstStyle>
            <a:lvl1pPr algn="r">
              <a:defRPr sz="17000"/>
            </a:lvl1pPr>
          </a:lstStyle>
          <a:p>
            <a:r>
              <a:rPr lang="en-US" dirty="0"/>
              <a:t>1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450080" y="2067609"/>
            <a:ext cx="0" cy="2662232"/>
          </a:xfrm>
          <a:prstGeom prst="line">
            <a:avLst/>
          </a:prstGeom>
          <a:ln w="539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155151" y="2187147"/>
            <a:ext cx="6273033" cy="2446638"/>
          </a:xfrm>
        </p:spPr>
        <p:txBody>
          <a:bodyPr numCol="1" anchor="ctr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22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(ONE CO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4" y="1828801"/>
            <a:ext cx="11268075" cy="4114800"/>
          </a:xfrm>
        </p:spPr>
        <p:txBody>
          <a:bodyPr numCol="1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lvl1pPr>
            <a:lvl2pPr marL="288925" marR="0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»"/>
              <a:tabLst/>
              <a:defRPr/>
            </a:lvl2pPr>
            <a:lvl3pPr marL="517525" marR="0" indent="-2841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/>
            </a:lvl3pPr>
            <a:lvl4pPr marL="746125" marR="0" indent="-29051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/>
            </a:lvl4pPr>
            <a:lvl5pPr marL="974725" marR="0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0" marR="0" lvl="4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79425" y="1080373"/>
            <a:ext cx="11268074" cy="430887"/>
          </a:xfrm>
        </p:spPr>
        <p:txBody>
          <a:bodyPr wrap="square" numCol="1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2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24" y="457200"/>
            <a:ext cx="11268075" cy="6155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7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(TWO CO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828801"/>
            <a:ext cx="5480050" cy="4114800"/>
          </a:xfrm>
        </p:spPr>
        <p:txBody>
          <a:bodyPr numCol="1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 sz="2400"/>
            </a:lvl1pPr>
            <a:lvl2pPr marL="288925" marR="0" indent="-2889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»"/>
              <a:tabLst/>
              <a:defRPr sz="2000"/>
            </a:lvl2pPr>
            <a:lvl3pPr marL="517525" marR="0" indent="-2841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 sz="2000"/>
            </a:lvl3pPr>
            <a:lvl4pPr marL="746125" marR="0" indent="-2905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 sz="1800"/>
            </a:lvl4pPr>
            <a:lvl5pPr marL="974725" marR="0" indent="-2889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79425" y="1077238"/>
            <a:ext cx="11268075" cy="430887"/>
          </a:xfrm>
        </p:spPr>
        <p:txBody>
          <a:bodyPr wrap="square" numCol="1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2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6232526" y="1828801"/>
            <a:ext cx="5514974" cy="4114800"/>
          </a:xfrm>
        </p:spPr>
        <p:txBody>
          <a:bodyPr numCol="1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 sz="2400"/>
            </a:lvl1pPr>
            <a:lvl2pPr marL="288925" marR="0" indent="-2889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»"/>
              <a:tabLst/>
              <a:defRPr sz="2000"/>
            </a:lvl2pPr>
            <a:lvl3pPr marL="517525" marR="0" indent="-2841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 sz="2000"/>
            </a:lvl3pPr>
            <a:lvl4pPr marL="746125" marR="0" indent="-2905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 sz="1800"/>
            </a:lvl4pPr>
            <a:lvl5pPr marL="974725" marR="0" indent="-2889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Text &amp; 2/3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0"/>
            <a:ext cx="4038601" cy="6858000"/>
          </a:xfrm>
          <a:noFill/>
          <a:ln>
            <a:noFill/>
          </a:ln>
        </p:spPr>
        <p:txBody>
          <a:bodyPr lIns="457200" tIns="457200" rIns="457200" bIns="822960" numCol="1"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8601" y="0"/>
            <a:ext cx="8149691" cy="6858000"/>
          </a:xfrm>
        </p:spPr>
        <p:txBody>
          <a:bodyPr lIns="548640" tIns="548640" rIns="548640" bIns="54864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3" y="6470838"/>
            <a:ext cx="2239331" cy="1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2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Text &amp; 1/3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0"/>
            <a:ext cx="8153400" cy="6858000"/>
          </a:xfrm>
          <a:noFill/>
          <a:ln>
            <a:noFill/>
          </a:ln>
        </p:spPr>
        <p:txBody>
          <a:bodyPr lIns="457200" tIns="457200" rIns="457200" bIns="822960" numCol="1"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153400" y="0"/>
            <a:ext cx="4034893" cy="6858000"/>
          </a:xfrm>
        </p:spPr>
        <p:txBody>
          <a:bodyPr lIns="548640" tIns="548640" rIns="548640" bIns="54864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3" y="6470838"/>
            <a:ext cx="2239331" cy="1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88293" cy="6858000"/>
          </a:xfrm>
        </p:spPr>
        <p:txBody>
          <a:bodyPr lIns="457200" tIns="457200" rIns="457200" bIns="45720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99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3235" y="1077238"/>
            <a:ext cx="11264265" cy="430887"/>
          </a:xfrm>
        </p:spPr>
        <p:txBody>
          <a:bodyPr wrap="square" numCol="1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>
                <a:solidFill>
                  <a:schemeClr val="bg2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454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014"/>
            <a:ext cx="12198092" cy="686142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803904"/>
            <a:ext cx="12182335" cy="2139696"/>
          </a:xfrm>
          <a:prstGeom prst="rect">
            <a:avLst/>
          </a:prstGeom>
          <a:solidFill>
            <a:srgbClr val="002E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086455" y="5943137"/>
            <a:ext cx="4084319" cy="929044"/>
          </a:xfrm>
        </p:spPr>
        <p:txBody>
          <a:bodyPr rIns="457200" bIns="0" anchor="ctr" anchorCtr="0">
            <a:noAutofit/>
          </a:bodyPr>
          <a:lstStyle>
            <a:lvl1pPr algn="r">
              <a:defRPr sz="2400">
                <a:solidFill>
                  <a:srgbClr val="525252"/>
                </a:solidFill>
              </a:defRPr>
            </a:lvl1pPr>
            <a:lvl2pPr algn="r">
              <a:defRPr sz="2400">
                <a:solidFill>
                  <a:schemeClr val="bg1"/>
                </a:solidFill>
              </a:defRPr>
            </a:lvl2pPr>
            <a:lvl3pPr algn="r">
              <a:defRPr sz="2400">
                <a:solidFill>
                  <a:schemeClr val="bg1"/>
                </a:solidFill>
              </a:defRPr>
            </a:lvl3pPr>
            <a:lvl4pPr algn="r">
              <a:defRPr sz="2400">
                <a:solidFill>
                  <a:schemeClr val="bg1"/>
                </a:solidFill>
              </a:defRPr>
            </a:lvl4pPr>
            <a:lvl5pPr algn="r"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781" y="3803187"/>
            <a:ext cx="4032819" cy="2139950"/>
          </a:xfrm>
        </p:spPr>
        <p:txBody>
          <a:bodyPr lIns="457200" tIns="457200" rIns="228600" bIns="457200"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en-US" sz="18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01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8153400" y="3803187"/>
            <a:ext cx="4017374" cy="2139950"/>
          </a:xfrm>
        </p:spPr>
        <p:txBody>
          <a:bodyPr lIns="228600" tIns="457200" rIns="457200" bIns="457200"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en-US" sz="18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03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059668" y="3803187"/>
            <a:ext cx="4076118" cy="2139950"/>
          </a:xfrm>
        </p:spPr>
        <p:txBody>
          <a:bodyPr lIns="228600" tIns="457200" rIns="228600" bIns="457200"/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 lang="en-US" sz="18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02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1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57200"/>
            <a:ext cx="11268075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1828801"/>
            <a:ext cx="11268075" cy="4114800"/>
          </a:xfrm>
          <a:prstGeom prst="rect">
            <a:avLst/>
          </a:prstGeom>
        </p:spPr>
        <p:txBody>
          <a:bodyPr vert="horz" wrap="square" lIns="0" tIns="0" rIns="0" bIns="0" numCol="1" spcCol="2286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6400800"/>
            <a:ext cx="12192000" cy="30175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MasterTitle"/>
          <p:cNvSpPr txBox="1">
            <a:spLocks/>
          </p:cNvSpPr>
          <p:nvPr userDrawn="1"/>
        </p:nvSpPr>
        <p:spPr>
          <a:xfrm>
            <a:off x="5721826" y="6400802"/>
            <a:ext cx="5565712" cy="30175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b="1">
                <a:solidFill>
                  <a:srgbClr val="5252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Onboarding Process</a:t>
            </a:r>
            <a:endParaRPr lang="en-US" sz="1200" b="1" dirty="0">
              <a:solidFill>
                <a:srgbClr val="5252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47"/>
          <p:cNvSpPr txBox="1">
            <a:spLocks noChangeArrowheads="1"/>
          </p:cNvSpPr>
          <p:nvPr userDrawn="1"/>
        </p:nvSpPr>
        <p:spPr bwMode="gray">
          <a:xfrm>
            <a:off x="11288077" y="6400800"/>
            <a:ext cx="458756" cy="301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BA2513-99A6-4249-8CA7-3700E62FDB97}" type="slidenum">
              <a:rPr lang="en-US" sz="1200" b="1" kern="1200" noProof="0" smtClean="0">
                <a:solidFill>
                  <a:srgbClr val="52525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‹#›</a:t>
            </a:fld>
            <a:endParaRPr lang="en-US" sz="1200" b="1" kern="1200" noProof="0" dirty="0">
              <a:solidFill>
                <a:srgbClr val="52525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3" y="6470838"/>
            <a:ext cx="2239331" cy="1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1" r:id="rId3"/>
    <p:sldLayoutId id="2147483663" r:id="rId4"/>
    <p:sldLayoutId id="2147483650" r:id="rId5"/>
    <p:sldLayoutId id="2147483657" r:id="rId6"/>
    <p:sldLayoutId id="2147483664" r:id="rId7"/>
    <p:sldLayoutId id="2147483655" r:id="rId8"/>
    <p:sldLayoutId id="2147483665" r:id="rId9"/>
    <p:sldLayoutId id="2147483662" r:id="rId1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>
          <a:schemeClr val="tx1"/>
        </a:buClr>
        <a:buFont typeface="Arial" panose="020B0604020202020204" pitchFamily="34" charset="0"/>
        <a:buNone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288925" indent="-288925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»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517525" indent="-284163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–"/>
        <a:defRPr sz="2400" kern="1200">
          <a:solidFill>
            <a:schemeClr val="bg2"/>
          </a:solidFill>
          <a:latin typeface="+mn-lt"/>
          <a:ea typeface="+mn-ea"/>
          <a:cs typeface="+mn-cs"/>
        </a:defRPr>
      </a:lvl3pPr>
      <a:lvl4pPr marL="746125" indent="-290513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›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974725" indent="-288925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-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7400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288">
          <p15:clr>
            <a:srgbClr val="F26B43"/>
          </p15:clr>
        </p15:guide>
        <p15:guide id="7" orient="horz" pos="4032">
          <p15:clr>
            <a:srgbClr val="F26B43"/>
          </p15:clr>
        </p15:guide>
        <p15:guide id="8" orient="horz" pos="3744">
          <p15:clr>
            <a:srgbClr val="F26B43"/>
          </p15:clr>
        </p15:guide>
        <p15:guide id="9" pos="2544">
          <p15:clr>
            <a:srgbClr val="F26B43"/>
          </p15:clr>
        </p15:guide>
        <p15:guide id="10" pos="5136">
          <p15:clr>
            <a:srgbClr val="F26B43"/>
          </p15:clr>
        </p15:guide>
        <p15:guide id="11" orient="horz" pos="1152">
          <p15:clr>
            <a:srgbClr val="F26B43"/>
          </p15:clr>
        </p15:guide>
        <p15:guide id="12" orient="horz" pos="950">
          <p15:clr>
            <a:srgbClr val="F26B43"/>
          </p15:clr>
        </p15:guide>
        <p15:guide id="13" pos="3754">
          <p15:clr>
            <a:srgbClr val="F26B43"/>
          </p15:clr>
        </p15:guide>
        <p15:guide id="14" pos="3926">
          <p15:clr>
            <a:srgbClr val="F26B43"/>
          </p15:clr>
        </p15:guide>
        <p15:guide id="15" orient="horz" pos="23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moodys.service-now.com/sp" TargetMode="External"/><Relationship Id="rId7" Type="http://schemas.openxmlformats.org/officeDocument/2006/relationships/diagramColors" Target="../diagrams/colors2.xml"/><Relationship Id="rId2" Type="http://schemas.openxmlformats.org/officeDocument/2006/relationships/hyperlink" Target="mailto:RatingsApplicationServiceDesk@moodys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Production Support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buClrTx/>
              <a:defRPr/>
            </a:pPr>
            <a:r>
              <a:rPr lang="en-US" dirty="0"/>
              <a:t>February 2023</a:t>
            </a:r>
          </a:p>
        </p:txBody>
      </p:sp>
    </p:spTree>
    <p:extLst>
      <p:ext uri="{BB962C8B-B14F-4D97-AF65-F5344CB8AC3E}">
        <p14:creationId xmlns:p14="http://schemas.microsoft.com/office/powerpoint/2010/main" val="151563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9425" y="457200"/>
            <a:ext cx="11268075" cy="615553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Points of Discussion</a:t>
            </a:r>
          </a:p>
        </p:txBody>
      </p:sp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B65FEBDA-7148-45D9-976F-5F587699D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875656"/>
              </p:ext>
            </p:extLst>
          </p:nvPr>
        </p:nvGraphicFramePr>
        <p:xfrm>
          <a:off x="6232526" y="1828801"/>
          <a:ext cx="5514974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B2B4D8DD-8A86-42AC-8781-D16648CAC3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838230"/>
            <a:ext cx="5480050" cy="409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43861" y="1981200"/>
            <a:ext cx="5514973" cy="28956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Overview</a:t>
            </a:r>
          </a:p>
          <a:p>
            <a:pPr lvl="1">
              <a:buSzPct val="100000"/>
            </a:pPr>
            <a:r>
              <a:rPr lang="en-US" sz="1200" dirty="0"/>
              <a:t>Application Production Support team is responsible to provide functional and technical support for all MIS applications. </a:t>
            </a:r>
          </a:p>
          <a:p>
            <a:pPr lvl="1">
              <a:buSzPct val="100000"/>
            </a:pPr>
            <a:r>
              <a:rPr lang="en-US" sz="1200" dirty="0"/>
              <a:t>Users can reach out to us via Service Desk as they play the anchorage role between User and APS Team:</a:t>
            </a:r>
          </a:p>
          <a:p>
            <a:pPr lvl="2"/>
            <a:r>
              <a:rPr lang="en-US" sz="1200" dirty="0"/>
              <a:t>Calling Service Desk </a:t>
            </a:r>
            <a:br>
              <a:rPr lang="en-US" sz="1200" dirty="0"/>
            </a:br>
            <a:r>
              <a:rPr lang="en-US" sz="1200" dirty="0"/>
              <a:t>(Phone: 1-212-553-4357 Select Option #2). </a:t>
            </a:r>
          </a:p>
          <a:p>
            <a:pPr lvl="2"/>
            <a:r>
              <a:rPr lang="en-US" sz="1200" dirty="0"/>
              <a:t>Emailing Service Desk 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RatingsApplicationServiceDesk@moodys.com</a:t>
            </a:r>
            <a:endParaRPr lang="en-US" sz="1200" dirty="0"/>
          </a:p>
          <a:p>
            <a:pPr lvl="2"/>
            <a:r>
              <a:rPr lang="en-US" sz="1200" dirty="0"/>
              <a:t>ServiceNow Self Service Portal </a:t>
            </a:r>
            <a:r>
              <a:rPr lang="en-US" sz="1200" dirty="0">
                <a:hlinkClick r:id="rId3"/>
              </a:rPr>
              <a:t>IT ServiceNow</a:t>
            </a:r>
            <a:endParaRPr lang="en-US" sz="1200" dirty="0"/>
          </a:p>
          <a:p>
            <a:pPr lvl="2"/>
            <a:r>
              <a:rPr lang="en-US" sz="1200" dirty="0"/>
              <a:t>Availability – 24*7</a:t>
            </a:r>
          </a:p>
          <a:p>
            <a:pPr lvl="2"/>
            <a:endParaRPr lang="en-US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164236"/>
            <a:ext cx="10896600" cy="615553"/>
          </a:xfrm>
        </p:spPr>
        <p:txBody>
          <a:bodyPr/>
          <a:lstStyle/>
          <a:p>
            <a:r>
              <a:rPr lang="en-US" dirty="0"/>
              <a:t>What is APS? ( </a:t>
            </a:r>
            <a:r>
              <a:rPr lang="en-US" sz="2400" dirty="0"/>
              <a:t>Application Production Support</a:t>
            </a:r>
            <a:r>
              <a:rPr lang="en-US" dirty="0"/>
              <a:t>)</a:t>
            </a:r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81DD5FB3-C083-4D19-90B7-0CAD3E7089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407444"/>
              </p:ext>
            </p:extLst>
          </p:nvPr>
        </p:nvGraphicFramePr>
        <p:xfrm>
          <a:off x="914400" y="990600"/>
          <a:ext cx="6045200" cy="5099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496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305807-28A0-4DDB-8C8D-BA6CCB3A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46" y="152400"/>
            <a:ext cx="11124107" cy="615553"/>
          </a:xfrm>
        </p:spPr>
        <p:txBody>
          <a:bodyPr/>
          <a:lstStyle/>
          <a:p>
            <a:pPr algn="ctr"/>
            <a:r>
              <a:rPr lang="en-US" dirty="0"/>
              <a:t>Definitions 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4E725D7-FB9E-4FE5-85D2-A0590B7B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37" y="1025833"/>
            <a:ext cx="11120170" cy="5573836"/>
          </a:xfrm>
        </p:spPr>
        <p:txBody>
          <a:bodyPr/>
          <a:lstStyle/>
          <a:p>
            <a:pPr defTabSz="457200" hangingPunct="0"/>
            <a:r>
              <a:rPr lang="en-US" sz="1800" b="1" u="sng" dirty="0">
                <a:solidFill>
                  <a:srgbClr val="0070C0"/>
                </a:solidFill>
                <a:latin typeface="Corbel" panose="020B0503020204020204" pitchFamily="34" charset="0"/>
                <a:sym typeface="Calibri"/>
              </a:rPr>
              <a:t>L0:  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Attend user calls. Provide monitoring and “real-time” (eyes on glass) services to gauge the health and wellness of the environment/application. 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Monitor the incoming alerts, create incidents escalate to right team and provide ready for business check</a:t>
            </a:r>
          </a:p>
          <a:p>
            <a:pPr defTabSz="457200" hangingPunct="0"/>
            <a:r>
              <a:rPr lang="en-US" sz="1800" b="1" u="sng" dirty="0">
                <a:solidFill>
                  <a:srgbClr val="0070C0"/>
                </a:solidFill>
                <a:latin typeface="Corbel" panose="020B0503020204020204" pitchFamily="34" charset="0"/>
                <a:sym typeface="Calibri"/>
              </a:rPr>
              <a:t>L1 :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Provide first level investigation of the alerts and Incidents.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L1 will also execute the simple and medium  service requests. L1 team will analyze the alerts..</a:t>
            </a:r>
            <a:endParaRPr lang="en-US" sz="1800" b="1" dirty="0">
              <a:solidFill>
                <a:srgbClr val="000000"/>
              </a:solidFill>
              <a:latin typeface="Corbel" panose="020B0503020204020204" pitchFamily="34" charset="0"/>
              <a:sym typeface="Calibri"/>
            </a:endParaRPr>
          </a:p>
          <a:p>
            <a:pPr defTabSz="457200" hangingPunct="0"/>
            <a:r>
              <a:rPr lang="en-US" sz="1800" b="1" u="sng" dirty="0">
                <a:solidFill>
                  <a:srgbClr val="0070C0"/>
                </a:solidFill>
                <a:latin typeface="Corbel" panose="020B0503020204020204" pitchFamily="34" charset="0"/>
                <a:sym typeface="Calibri"/>
              </a:rPr>
              <a:t>L2: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SME’s with knowledge of the application and technology ,responsible for resolving the critical and complex application issues via Incident management. </a:t>
            </a:r>
          </a:p>
          <a:p>
            <a:pPr marL="285750" indent="-285750" defTabSz="457200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orbel" panose="020B0503020204020204" pitchFamily="34" charset="0"/>
                <a:sym typeface="Calibri"/>
              </a:rPr>
              <a:t>L2 will drive the problem management and coordinate with dev and Infra teams for root cause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5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990600"/>
            <a:ext cx="5514974" cy="5181600"/>
          </a:xfrm>
        </p:spPr>
        <p:txBody>
          <a:bodyPr/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</a:rPr>
              <a:t>L1: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Incident Management 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Resolve incidents and requests with help of KB/SOP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a typeface="Times New Roman" panose="02020603050405020304" pitchFamily="18" charset="0"/>
              </a:rPr>
              <a:t>A</a:t>
            </a:r>
            <a:r>
              <a:rPr lang="en-US" sz="1600" dirty="0">
                <a:effectLst/>
                <a:ea typeface="Times New Roman" panose="02020603050405020304" pitchFamily="18" charset="0"/>
              </a:rPr>
              <a:t>cknowledge and resolve Incidents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Periodically review and minimize MTTR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Prioritize the Incidents based upon the severity </a:t>
            </a:r>
          </a:p>
          <a:p>
            <a:pPr marL="742950" lvl="1" indent="-285750">
              <a:spcBef>
                <a:spcPts val="0"/>
              </a:spcBef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Escalate and include L2/dev in case unable to resolve issues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Knowledge on Splunk, AppDynamics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Log analysis on Splunk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Basic Triaging on AppDynamics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Identify opportunities to build Splunk dashboards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Email alerts monitor and handling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Daily review of ServiceNow/Tableau dashboards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Regular connect and scrum call with respective function lead for open KB/SOPs issues/doubts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Weekend Sanity Support – </a:t>
            </a:r>
            <a:r>
              <a:rPr lang="en-US" sz="1600" dirty="0" err="1">
                <a:effectLst/>
                <a:ea typeface="Times New Roman" panose="02020603050405020304" pitchFamily="18" charset="0"/>
              </a:rPr>
              <a:t>Adhoc</a:t>
            </a:r>
            <a:r>
              <a:rPr lang="en-US" sz="1600" dirty="0">
                <a:effectLst/>
                <a:ea typeface="Times New Roman" panose="02020603050405020304" pitchFamily="18" charset="0"/>
              </a:rPr>
              <a:t> and scheduled </a:t>
            </a:r>
            <a:endParaRPr lang="en-US" sz="1600" dirty="0">
              <a:effectLst/>
              <a:ea typeface="DengXian" panose="02010600030101010101" pitchFamily="2" charset="-12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4500" y="228600"/>
            <a:ext cx="11268075" cy="615553"/>
          </a:xfrm>
        </p:spPr>
        <p:txBody>
          <a:bodyPr/>
          <a:lstStyle/>
          <a:p>
            <a:r>
              <a:rPr lang="en-US" dirty="0"/>
              <a:t>Roles and Responsibilities of APS Team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1"/>
          </p:nvPr>
        </p:nvSpPr>
        <p:spPr>
          <a:xfrm>
            <a:off x="5943600" y="990600"/>
            <a:ext cx="6019800" cy="5029200"/>
          </a:xfrm>
        </p:spPr>
        <p:txBody>
          <a:bodyPr/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/>
                </a:solidFill>
              </a:rPr>
              <a:t>L2</a:t>
            </a:r>
            <a:r>
              <a:rPr lang="en-US" sz="1200" b="1" dirty="0">
                <a:solidFill>
                  <a:schemeClr val="tx2"/>
                </a:solidFill>
              </a:rPr>
              <a:t>: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SME level knowledge of Business Applications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Have the architecture level Knowledge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Handy dev contacts and servers/DB level details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Handy Batch jobs details </a:t>
            </a:r>
          </a:p>
          <a:p>
            <a:pPr marL="742950" lvl="1" indent="-285750">
              <a:spcBef>
                <a:spcPts val="0"/>
              </a:spcBef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Have knowledge of logs analysis of Unix, Linux and windows servers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Periodic review of Infra, </a:t>
            </a:r>
            <a:r>
              <a:rPr lang="en-US" sz="1600" dirty="0" err="1">
                <a:effectLst/>
                <a:ea typeface="Times New Roman" panose="02020603050405020304" pitchFamily="18" charset="0"/>
              </a:rPr>
              <a:t>ControlM</a:t>
            </a:r>
            <a:r>
              <a:rPr lang="en-US" sz="1600" dirty="0">
                <a:effectLst/>
                <a:ea typeface="Times New Roman" panose="02020603050405020304" pitchFamily="18" charset="0"/>
              </a:rPr>
              <a:t>, DB, AppDynamics and Splunk alerts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Have knowledge to debug and to carry out RCA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Triage critical business outages with help of various stake holders and communicate with dev, Infra and Senior Management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Develop SOPs or KB for recurring incidents or SRs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Problem management 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Incident Management (extension of L1 support)</a:t>
            </a:r>
            <a:endParaRPr lang="en-US" sz="1600" dirty="0">
              <a:effectLst/>
              <a:ea typeface="DengXia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Sync with Change and Infra team for weekend changes and prioritize sanity and impact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Regular review of ServiceNow/Tableau dashboards</a:t>
            </a:r>
            <a:endParaRPr lang="en-US" sz="1600" dirty="0">
              <a:effectLst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40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5762" y="152400"/>
            <a:ext cx="11268075" cy="615553"/>
          </a:xfrm>
        </p:spPr>
        <p:txBody>
          <a:bodyPr/>
          <a:lstStyle/>
          <a:p>
            <a:r>
              <a:rPr lang="en-US" dirty="0"/>
              <a:t>APS Team - Additional Activities</a:t>
            </a:r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81DD5FB3-C083-4D19-90B7-0CAD3E7089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798833"/>
              </p:ext>
            </p:extLst>
          </p:nvPr>
        </p:nvGraphicFramePr>
        <p:xfrm>
          <a:off x="152401" y="838200"/>
          <a:ext cx="11734799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308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1962" y="1143000"/>
            <a:ext cx="11268075" cy="4191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When to engage Production Support team</a:t>
            </a:r>
          </a:p>
          <a:p>
            <a:pPr lvl="1">
              <a:buSzPct val="100000"/>
            </a:pPr>
            <a:r>
              <a:rPr lang="en-US" sz="1200" dirty="0"/>
              <a:t>For logging/reporting open issue that the user is facing in the MIS Tech applications</a:t>
            </a:r>
          </a:p>
          <a:p>
            <a:pPr lvl="2">
              <a:buSzPct val="100000"/>
            </a:pPr>
            <a:r>
              <a:rPr lang="en-US" sz="1200" dirty="0"/>
              <a:t>Via Calling RASD (Service Desk) </a:t>
            </a:r>
            <a:br>
              <a:rPr lang="en-US" sz="1200" dirty="0"/>
            </a:br>
            <a:r>
              <a:rPr lang="en-US" sz="1200" dirty="0"/>
              <a:t>(Phone: 1-212-553-4357 Select Option #2). </a:t>
            </a:r>
          </a:p>
          <a:p>
            <a:pPr lvl="2">
              <a:buSzPct val="100000"/>
            </a:pPr>
            <a:r>
              <a:rPr lang="en-US" sz="1200" dirty="0"/>
              <a:t>Emailing Service Desk </a:t>
            </a:r>
            <a:br>
              <a:rPr lang="en-US" sz="1200" dirty="0"/>
            </a:br>
            <a:r>
              <a:rPr lang="en-US" sz="1200" dirty="0"/>
              <a:t>RatingsApplicationServiceDesk@moodys.com</a:t>
            </a:r>
          </a:p>
          <a:p>
            <a:pPr lvl="2">
              <a:buSzPct val="100000"/>
            </a:pPr>
            <a:r>
              <a:rPr lang="en-US" sz="1200" dirty="0"/>
              <a:t>ServiceNow Self Service Portal IT ServiceNow</a:t>
            </a:r>
          </a:p>
          <a:p>
            <a:pPr lvl="1">
              <a:buSzPct val="100000"/>
            </a:pPr>
            <a:r>
              <a:rPr lang="en-US" sz="1200" dirty="0"/>
              <a:t>Any Outage scenario or in case of Business disruption </a:t>
            </a:r>
          </a:p>
          <a:p>
            <a:pPr lvl="1">
              <a:buSzPct val="100000"/>
            </a:pPr>
            <a:r>
              <a:rPr lang="en-US" sz="1200" dirty="0"/>
              <a:t>Changes in the existing application as part ongoing maintenance</a:t>
            </a:r>
          </a:p>
          <a:p>
            <a:pPr lvl="2">
              <a:buSzPct val="100000"/>
            </a:pPr>
            <a:r>
              <a:rPr lang="en-US" sz="1200" dirty="0"/>
              <a:t>Application Tech Stack migration to new platform</a:t>
            </a:r>
          </a:p>
          <a:p>
            <a:pPr lvl="2">
              <a:buSzPct val="100000"/>
            </a:pPr>
            <a:r>
              <a:rPr lang="en-US" sz="1200" dirty="0"/>
              <a:t>Launch of new application replacing the old one</a:t>
            </a:r>
          </a:p>
          <a:p>
            <a:pPr lvl="1">
              <a:buSzPct val="100000"/>
            </a:pPr>
            <a:r>
              <a:rPr lang="en-US" sz="1200" dirty="0"/>
              <a:t>New Application Onboarding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268075" cy="615553"/>
          </a:xfrm>
        </p:spPr>
        <p:txBody>
          <a:bodyPr/>
          <a:lstStyle/>
          <a:p>
            <a:r>
              <a:rPr lang="en-US" dirty="0"/>
              <a:t>Engaging Application Production Support Team</a:t>
            </a:r>
          </a:p>
        </p:txBody>
      </p:sp>
    </p:spTree>
    <p:extLst>
      <p:ext uri="{BB962C8B-B14F-4D97-AF65-F5344CB8AC3E}">
        <p14:creationId xmlns:p14="http://schemas.microsoft.com/office/powerpoint/2010/main" val="76791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17524" y="1905000"/>
            <a:ext cx="5273676" cy="3657600"/>
          </a:xfrm>
        </p:spPr>
        <p:txBody>
          <a:bodyPr/>
          <a:lstStyle/>
          <a:p>
            <a:r>
              <a:rPr lang="en-US" sz="1200" dirty="0"/>
              <a:t>In order to ensure a smooth transition, support team should be provided all the below details: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Business purpose and usage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Application Architecture, data flow, technical design </a:t>
            </a:r>
            <a:r>
              <a:rPr lang="en-US" sz="1200" dirty="0" err="1"/>
              <a:t>etc</a:t>
            </a:r>
            <a:endParaRPr lang="en-US" sz="1200" dirty="0"/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Application performance benchmarks based on functional and regression testing</a:t>
            </a:r>
          </a:p>
          <a:p>
            <a:pPr marL="0" lvl="1" indent="0">
              <a:buSzPct val="100000"/>
              <a:buNone/>
            </a:pPr>
            <a:r>
              <a:rPr lang="en-US" sz="1200" dirty="0"/>
              <a:t>Appropriate knowledge transfer sessions should be conducted during each items listed above.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9424" y="304800"/>
            <a:ext cx="11268075" cy="615553"/>
          </a:xfrm>
        </p:spPr>
        <p:txBody>
          <a:bodyPr/>
          <a:lstStyle/>
          <a:p>
            <a:r>
              <a:rPr lang="en-US" dirty="0"/>
              <a:t>Existing Application Onboarding -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71081-9A34-4254-B25D-37BA756700A8}"/>
              </a:ext>
            </a:extLst>
          </p:cNvPr>
          <p:cNvSpPr txBox="1"/>
          <p:nvPr/>
        </p:nvSpPr>
        <p:spPr>
          <a:xfrm>
            <a:off x="6400802" y="1905000"/>
            <a:ext cx="5486400" cy="3385542"/>
          </a:xfrm>
          <a:prstGeom prst="rect">
            <a:avLst/>
          </a:prstGeom>
        </p:spPr>
        <p:txBody>
          <a:bodyPr vert="horz" wrap="square" lIns="0" tIns="0" rIns="0" bIns="0" numCol="1" spcCol="228600" rtlCol="0">
            <a:noAutofit/>
          </a:bodyPr>
          <a:lstStyle>
            <a:lvl1pPr marR="0" indent="0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/>
                </a:solidFill>
              </a:defRPr>
            </a:lvl1pPr>
            <a:lvl2pPr marL="288925" marR="0" lvl="1" indent="-28892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Pct val="100000"/>
              <a:buFont typeface="Arial" panose="020B0604020202020204" pitchFamily="34" charset="0"/>
              <a:buChar char="»"/>
              <a:tabLst/>
              <a:defRPr sz="1200">
                <a:solidFill>
                  <a:schemeClr val="bg2"/>
                </a:solidFill>
              </a:defRPr>
            </a:lvl2pPr>
            <a:lvl3pPr marL="517525" marR="0" indent="-284163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 sz="2400">
                <a:solidFill>
                  <a:schemeClr val="bg2"/>
                </a:solidFill>
              </a:defRPr>
            </a:lvl3pPr>
            <a:lvl4pPr marL="746125" marR="0" indent="-290513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 sz="2000">
                <a:solidFill>
                  <a:schemeClr val="bg2"/>
                </a:solidFill>
              </a:defRPr>
            </a:lvl4pPr>
            <a:lvl5pPr marL="974725" marR="0" indent="-28892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 sz="200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1" indent="0">
              <a:buNone/>
            </a:pPr>
            <a:r>
              <a:rPr lang="en-US" dirty="0"/>
              <a:t>The APS team follows the Runbook and NAO checklist to get the details from the team. Below are the high-level activities</a:t>
            </a:r>
          </a:p>
          <a:p>
            <a:pPr lvl="1"/>
            <a:r>
              <a:rPr lang="en-US" dirty="0"/>
              <a:t>Kick-off discussion with the team getting on-boarded</a:t>
            </a:r>
          </a:p>
          <a:p>
            <a:pPr lvl="1"/>
            <a:r>
              <a:rPr lang="en-US" dirty="0"/>
              <a:t>KT planning and identification of SPOC’s</a:t>
            </a:r>
          </a:p>
          <a:p>
            <a:pPr lvl="2"/>
            <a:r>
              <a:rPr lang="en-US" sz="1200" dirty="0"/>
              <a:t>Creation of new DL’s if needed and enabling RASD</a:t>
            </a:r>
          </a:p>
          <a:p>
            <a:pPr lvl="1"/>
            <a:r>
              <a:rPr lang="en-US" dirty="0"/>
              <a:t>Access to environment (preferably both Low level and High level)</a:t>
            </a:r>
          </a:p>
          <a:p>
            <a:pPr lvl="1"/>
            <a:r>
              <a:rPr lang="en-US" dirty="0"/>
              <a:t>KT and Reverse KT completion. Provide Shadow support and start ticket resolution</a:t>
            </a:r>
          </a:p>
          <a:p>
            <a:pPr lvl="1"/>
            <a:r>
              <a:rPr lang="en-US" dirty="0"/>
              <a:t>Creation of Confluence page for APS team</a:t>
            </a:r>
          </a:p>
          <a:p>
            <a:pPr lvl="1"/>
            <a:r>
              <a:rPr lang="en-US" dirty="0"/>
              <a:t>Business and Dev Teams signoff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D95BB-39A9-4EC1-A853-EFCF0B643DB2}"/>
              </a:ext>
            </a:extLst>
          </p:cNvPr>
          <p:cNvSpPr txBox="1"/>
          <p:nvPr/>
        </p:nvSpPr>
        <p:spPr>
          <a:xfrm>
            <a:off x="469899" y="1120289"/>
            <a:ext cx="11122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Production support team can be engaged to provide end user support for any existing business application, which is already available in production. </a:t>
            </a:r>
          </a:p>
        </p:txBody>
      </p:sp>
    </p:spTree>
    <p:extLst>
      <p:ext uri="{BB962C8B-B14F-4D97-AF65-F5344CB8AC3E}">
        <p14:creationId xmlns:p14="http://schemas.microsoft.com/office/powerpoint/2010/main" val="153683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17524" y="1905000"/>
            <a:ext cx="5273676" cy="3657600"/>
          </a:xfrm>
        </p:spPr>
        <p:txBody>
          <a:bodyPr/>
          <a:lstStyle/>
          <a:p>
            <a:r>
              <a:rPr lang="en-US" sz="1200" dirty="0"/>
              <a:t>In order to ensure a smooth transition, support team should be engaged during below stages of the application development: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Once the functional requirements are finalized </a:t>
            </a:r>
            <a:r>
              <a:rPr lang="en-US" sz="1200" i="1" dirty="0">
                <a:highlight>
                  <a:srgbClr val="E2E2E2"/>
                </a:highlight>
              </a:rPr>
              <a:t>(to understand business purpose and usage)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Design phase completed </a:t>
            </a:r>
            <a:r>
              <a:rPr lang="en-US" sz="1200" i="1" dirty="0">
                <a:highlight>
                  <a:srgbClr val="E2E2E2"/>
                </a:highlight>
              </a:rPr>
              <a:t>(to understand the proposed architecture, data flow, technical design etc.)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Functional and Regression testing completed </a:t>
            </a:r>
            <a:r>
              <a:rPr lang="en-US" sz="1200" i="1" dirty="0">
                <a:highlight>
                  <a:srgbClr val="E2E2E2"/>
                </a:highlight>
              </a:rPr>
              <a:t>(to understand the application performance benchmarks)</a:t>
            </a:r>
          </a:p>
          <a:p>
            <a:pPr lvl="1">
              <a:buSzPct val="100000"/>
              <a:buFont typeface="Arial" panose="020B0604020202020204" pitchFamily="34" charset="0"/>
              <a:buChar char="»"/>
            </a:pPr>
            <a:r>
              <a:rPr lang="en-US" sz="1200" dirty="0"/>
              <a:t>Prior to deployment </a:t>
            </a:r>
            <a:r>
              <a:rPr lang="en-US" sz="1200" i="1" dirty="0">
                <a:highlight>
                  <a:srgbClr val="E2E2E2"/>
                </a:highlight>
              </a:rPr>
              <a:t>(as a last check to confirm the support team’s readiness and other items identified in checklist)</a:t>
            </a:r>
          </a:p>
          <a:p>
            <a:pPr marL="0" lvl="1" indent="0">
              <a:buSzPct val="100000"/>
              <a:buNone/>
            </a:pPr>
            <a:r>
              <a:rPr lang="en-US" sz="1200" dirty="0"/>
              <a:t>Appropriate knowledge transfer sessions should be conducted during each phase listed above.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9424" y="304800"/>
            <a:ext cx="11268075" cy="615553"/>
          </a:xfrm>
        </p:spPr>
        <p:txBody>
          <a:bodyPr/>
          <a:lstStyle/>
          <a:p>
            <a:r>
              <a:rPr lang="en-US" dirty="0"/>
              <a:t>New Application Onboarding -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71081-9A34-4254-B25D-37BA756700A8}"/>
              </a:ext>
            </a:extLst>
          </p:cNvPr>
          <p:cNvSpPr txBox="1"/>
          <p:nvPr/>
        </p:nvSpPr>
        <p:spPr>
          <a:xfrm>
            <a:off x="6400802" y="1905000"/>
            <a:ext cx="5486400" cy="3385542"/>
          </a:xfrm>
          <a:prstGeom prst="rect">
            <a:avLst/>
          </a:prstGeom>
        </p:spPr>
        <p:txBody>
          <a:bodyPr vert="horz" wrap="square" lIns="0" tIns="0" rIns="0" bIns="0" numCol="1" spcCol="228600" rtlCol="0">
            <a:noAutofit/>
          </a:bodyPr>
          <a:lstStyle>
            <a:lvl1pPr marR="0" indent="0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/>
                </a:solidFill>
              </a:defRPr>
            </a:lvl1pPr>
            <a:lvl2pPr marL="288925" marR="0" lvl="1" indent="-28892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Pct val="100000"/>
              <a:buFont typeface="Arial" panose="020B0604020202020204" pitchFamily="34" charset="0"/>
              <a:buChar char="»"/>
              <a:tabLst/>
              <a:defRPr sz="1200">
                <a:solidFill>
                  <a:schemeClr val="bg2"/>
                </a:solidFill>
              </a:defRPr>
            </a:lvl2pPr>
            <a:lvl3pPr marL="517525" marR="0" indent="-284163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 sz="2400">
                <a:solidFill>
                  <a:schemeClr val="bg2"/>
                </a:solidFill>
              </a:defRPr>
            </a:lvl3pPr>
            <a:lvl4pPr marL="746125" marR="0" indent="-290513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 sz="2000">
                <a:solidFill>
                  <a:schemeClr val="bg2"/>
                </a:solidFill>
              </a:defRPr>
            </a:lvl4pPr>
            <a:lvl5pPr marL="974725" marR="0" indent="-28892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 sz="2000">
                <a:solidFill>
                  <a:schemeClr val="bg2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1" indent="0">
              <a:buNone/>
            </a:pPr>
            <a:r>
              <a:rPr lang="en-US" dirty="0"/>
              <a:t>The APS team follows the Runbook and NAO checklist to get the details from the new team. Below are the high-level activities</a:t>
            </a:r>
          </a:p>
          <a:p>
            <a:pPr lvl="1"/>
            <a:r>
              <a:rPr lang="en-US" dirty="0"/>
              <a:t>Kick-off discussion with the team getting on-boarded</a:t>
            </a:r>
          </a:p>
          <a:p>
            <a:pPr lvl="1"/>
            <a:r>
              <a:rPr lang="en-US" dirty="0"/>
              <a:t>KT planning and identification of SPOC’s</a:t>
            </a:r>
          </a:p>
          <a:p>
            <a:pPr lvl="2"/>
            <a:r>
              <a:rPr lang="en-US" sz="1200" dirty="0"/>
              <a:t>Creation of new DL’s if needed and enabling RASD</a:t>
            </a:r>
          </a:p>
          <a:p>
            <a:pPr lvl="1"/>
            <a:r>
              <a:rPr lang="en-US" dirty="0"/>
              <a:t>Access to environment (preferably both Low level and High level)</a:t>
            </a:r>
          </a:p>
          <a:p>
            <a:pPr lvl="1"/>
            <a:r>
              <a:rPr lang="en-US" dirty="0"/>
              <a:t>KT and Reverse KT completion. Provide Shadow support and start ticket resolution</a:t>
            </a:r>
          </a:p>
          <a:p>
            <a:pPr lvl="1"/>
            <a:r>
              <a:rPr lang="en-US" dirty="0"/>
              <a:t>Creation of Confluence page for APS team</a:t>
            </a:r>
          </a:p>
          <a:p>
            <a:pPr lvl="1"/>
            <a:r>
              <a:rPr lang="en-US" dirty="0"/>
              <a:t>Business and Dev Teams signoff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D95BB-39A9-4EC1-A853-EFCF0B643DB2}"/>
              </a:ext>
            </a:extLst>
          </p:cNvPr>
          <p:cNvSpPr txBox="1"/>
          <p:nvPr/>
        </p:nvSpPr>
        <p:spPr>
          <a:xfrm>
            <a:off x="469899" y="1120289"/>
            <a:ext cx="11122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Production support team can be engaged to provide end user support for any new business application, prior to it being released in production. </a:t>
            </a:r>
          </a:p>
        </p:txBody>
      </p:sp>
    </p:spTree>
    <p:extLst>
      <p:ext uri="{BB962C8B-B14F-4D97-AF65-F5344CB8AC3E}">
        <p14:creationId xmlns:p14="http://schemas.microsoft.com/office/powerpoint/2010/main" val="260659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9424" y="1295400"/>
            <a:ext cx="5083175" cy="4572000"/>
          </a:xfrm>
        </p:spPr>
        <p:txBody>
          <a:bodyPr/>
          <a:lstStyle/>
          <a:p>
            <a:r>
              <a:rPr lang="en-US" sz="1200" dirty="0"/>
              <a:t>Production Support team requires below information to plan for resources and technical expertise required for effective support: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Application Name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Number of users / Users’ LOB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/>
              <a:t>Monitoring capability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DR capability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Geographical location of the users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Required support coverage hours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Anticipated ticket volume (per week / per month)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Business owner / Product owner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Escalation point of contacts in development / BA teams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Technology Stack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sz="1200" dirty="0"/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sz="1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962" y="228600"/>
            <a:ext cx="11268075" cy="615553"/>
          </a:xfrm>
        </p:spPr>
        <p:txBody>
          <a:bodyPr/>
          <a:lstStyle/>
          <a:p>
            <a:r>
              <a:rPr lang="en-US" dirty="0"/>
              <a:t>New Application Onboarding/Checklist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80C0707-80BE-4D41-873D-E5904F6FA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885973"/>
              </p:ext>
            </p:extLst>
          </p:nvPr>
        </p:nvGraphicFramePr>
        <p:xfrm>
          <a:off x="4403725" y="5616575"/>
          <a:ext cx="7937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793800" imgH="698400" progId="Excel.Sheet.12">
                  <p:embed/>
                </p:oleObj>
              </mc:Choice>
              <mc:Fallback>
                <p:oleObj name="Worksheet" showAsIcon="1" r:id="rId2" imgW="793800" imgH="69840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80C0707-80BE-4D41-873D-E5904F6FA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03725" y="5616575"/>
                        <a:ext cx="79375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9C04C2C-0213-4E4F-9900-5A72802AD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65842"/>
              </p:ext>
            </p:extLst>
          </p:nvPr>
        </p:nvGraphicFramePr>
        <p:xfrm>
          <a:off x="5872163" y="5597525"/>
          <a:ext cx="10572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793800" imgH="698400" progId="Word.Document.12">
                  <p:embed/>
                </p:oleObj>
              </mc:Choice>
              <mc:Fallback>
                <p:oleObj name="Document" showAsIcon="1" r:id="rId4" imgW="793800" imgH="698400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9C04C2C-0213-4E4F-9900-5A72802AD2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72163" y="5597525"/>
                        <a:ext cx="1057275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A9C71DD-0B35-40F4-B07E-0DAA47F4676D}"/>
              </a:ext>
            </a:extLst>
          </p:cNvPr>
          <p:cNvSpPr txBox="1">
            <a:spLocks/>
          </p:cNvSpPr>
          <p:nvPr/>
        </p:nvSpPr>
        <p:spPr>
          <a:xfrm>
            <a:off x="6048376" y="1295401"/>
            <a:ext cx="5562599" cy="4114799"/>
          </a:xfrm>
          <a:prstGeom prst="rect">
            <a:avLst/>
          </a:prstGeom>
        </p:spPr>
        <p:txBody>
          <a:bodyPr vert="horz" wrap="square" lIns="0" tIns="0" rIns="0" bIns="0" numCol="1" spcCol="2286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8A0"/>
              </a:buClr>
              <a:buSzTx/>
              <a:buFont typeface="Arial" panose="020B0604020202020204" pitchFamily="34" charset="0"/>
              <a:buNone/>
              <a:tabLst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88925" marR="0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»"/>
              <a:tabLst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517525" marR="0" indent="-2841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–"/>
              <a:tabLst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746125" marR="0" indent="-29051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›"/>
              <a:tabLst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974725" marR="0" indent="-2889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FDF"/>
              </a:buClr>
              <a:buSzTx/>
              <a:buFont typeface="Arial" panose="020B0604020202020204" pitchFamily="34" charset="0"/>
              <a:buChar char="-"/>
              <a:tabLst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Production Support team will ensure all items in below checklist have been completed: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Service-to-Service relationship should be updated in SNOW CMDB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Runbooks / Playbooks for specific application procedures like steps to restart application etc.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SNOW Assignment groups (L1, L2, and L3) and incident/request workflows should be created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Application health monitoring should be set up in AppDynamics/Splunk ATC Dashboards with appropriate notification mechanism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Knowledge Transfer Sessions should be conducted among Product Management/Development team and Production Support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Any system documentation (functional requirements, technical/data flows, jobs etc.) should be provided to support team to aid incident investigation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Details of system account names, owners &amp; usage (week prior to go live)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Test cases for application availability check</a:t>
            </a:r>
          </a:p>
        </p:txBody>
      </p:sp>
    </p:spTree>
    <p:extLst>
      <p:ext uri="{BB962C8B-B14F-4D97-AF65-F5344CB8AC3E}">
        <p14:creationId xmlns:p14="http://schemas.microsoft.com/office/powerpoint/2010/main" val="146326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9424" y="1295400"/>
            <a:ext cx="11268075" cy="2133600"/>
          </a:xfrm>
        </p:spPr>
        <p:txBody>
          <a:bodyPr/>
          <a:lstStyle/>
          <a:p>
            <a:r>
              <a:rPr lang="en-US" sz="1200" dirty="0"/>
              <a:t>If any maintenance or enhancement changes are done to an existing application currently supported by production support team, below activities are to take place for continued support: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Knowledge transfer sessions should be conducted on the relevant topic.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Application documentation should be update to incorporate the changes. 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Confluence page should be updated as applicable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sz="1200" dirty="0"/>
              <a:t>Monitoring Alerts should be updated wherever applicable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9424" y="457200"/>
            <a:ext cx="11268075" cy="615553"/>
          </a:xfrm>
        </p:spPr>
        <p:txBody>
          <a:bodyPr/>
          <a:lstStyle/>
          <a:p>
            <a:r>
              <a:rPr lang="en-US" b="1" dirty="0"/>
              <a:t>Changes in existing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3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0B1EC-1C23-41AB-9111-E3FA97A3424E}"/>
              </a:ext>
            </a:extLst>
          </p:cNvPr>
          <p:cNvSpPr/>
          <p:nvPr/>
        </p:nvSpPr>
        <p:spPr>
          <a:xfrm>
            <a:off x="4265917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0307076"/>
      </p:ext>
    </p:extLst>
  </p:cSld>
  <p:clrMapOvr>
    <a:masterClrMapping/>
  </p:clrMapOvr>
</p:sld>
</file>

<file path=ppt/theme/theme1.xml><?xml version="1.0" encoding="utf-8"?>
<a:theme xmlns:a="http://schemas.openxmlformats.org/drawingml/2006/main" name="MIS Theme">
  <a:themeElements>
    <a:clrScheme name="Moody's Theme 4.0">
      <a:dk1>
        <a:srgbClr val="0028A0"/>
      </a:dk1>
      <a:lt1>
        <a:sysClr val="window" lastClr="FFFFFF"/>
      </a:lt1>
      <a:dk2>
        <a:srgbClr val="009FDF"/>
      </a:dk2>
      <a:lt2>
        <a:srgbClr val="000000"/>
      </a:lt2>
      <a:accent1>
        <a:srgbClr val="009775"/>
      </a:accent1>
      <a:accent2>
        <a:srgbClr val="41B6E6"/>
      </a:accent2>
      <a:accent3>
        <a:srgbClr val="0028A0"/>
      </a:accent3>
      <a:accent4>
        <a:srgbClr val="78BE20"/>
      </a:accent4>
      <a:accent5>
        <a:srgbClr val="75787B"/>
      </a:accent5>
      <a:accent6>
        <a:srgbClr val="002E5D"/>
      </a:accent6>
      <a:hlink>
        <a:srgbClr val="009FDF"/>
      </a:hlink>
      <a:folHlink>
        <a:srgbClr val="009FD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1200"/>
          </a:spcAft>
          <a:defRPr sz="20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S - Wide Format PPT Template (June 2020).potx" id="{53923AEC-17FE-43E5-B96D-698C74C0EABA}" vid="{0F9F97D0-04D1-443B-BE3E-B834F96068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68683B727A2B458274D3678F0CAC48" ma:contentTypeVersion="20" ma:contentTypeDescription="Create a new document." ma:contentTypeScope="" ma:versionID="515a210f93d1ded8af9ca4e5215c9caf">
  <xsd:schema xmlns:xsd="http://www.w3.org/2001/XMLSchema" xmlns:xs="http://www.w3.org/2001/XMLSchema" xmlns:p="http://schemas.microsoft.com/office/2006/metadata/properties" xmlns:ns2="9d582964-611f-4232-8546-ee37ef81fd4f" xmlns:ns3="e934a9f6-de37-45ef-a891-d6a813071de4" targetNamespace="http://schemas.microsoft.com/office/2006/metadata/properties" ma:root="true" ma:fieldsID="b4ff15c1880834d09129454a96ad6bcf" ns2:_="" ns3:_="">
    <xsd:import namespace="9d582964-611f-4232-8546-ee37ef81fd4f"/>
    <xsd:import namespace="e934a9f6-de37-45ef-a891-d6a813071de4"/>
    <xsd:element name="properties">
      <xsd:complexType>
        <xsd:sequence>
          <xsd:element name="documentManagement">
            <xsd:complexType>
              <xsd:all>
                <xsd:element ref="ns2:Application" minOccurs="0"/>
                <xsd:element ref="ns2:Status" minOccurs="0"/>
                <xsd:element ref="ns2:Review_x0020_Comments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82964-611f-4232-8546-ee37ef81fd4f" elementFormDefault="qualified">
    <xsd:import namespace="http://schemas.microsoft.com/office/2006/documentManagement/types"/>
    <xsd:import namespace="http://schemas.microsoft.com/office/infopath/2007/PartnerControls"/>
    <xsd:element name="Application" ma:index="4" nillable="true" ma:displayName="Application" ma:format="Dropdown" ma:internalName="Application" ma:readOnly="false">
      <xsd:simpleType>
        <xsd:union memberTypes="dms:Text">
          <xsd:simpleType>
            <xsd:restriction base="dms:Choice">
              <xsd:enumeration value="Accurate"/>
              <xsd:enumeration value="ATB"/>
              <xsd:enumeration value="Pyramid PFG"/>
            </xsd:restriction>
          </xsd:simpleType>
        </xsd:union>
      </xsd:simpleType>
    </xsd:element>
    <xsd:element name="Status" ma:index="5" nillable="true" ma:displayName="SOP Status" ma:default="Submitted for SME Review" ma:format="Dropdown" ma:internalName="Status" ma:readOnly="false">
      <xsd:simpleType>
        <xsd:restriction base="dms:Choice">
          <xsd:enumeration value="Submitted for SME Review"/>
          <xsd:enumeration value="Submitted for Support Mgr Review"/>
          <xsd:enumeration value="SME Review in Progress"/>
          <xsd:enumeration value="Review Updates in Progress"/>
          <xsd:enumeration value="Support Mgr Review in Progress"/>
          <xsd:enumeration value="SME Review Completed"/>
          <xsd:enumeration value="Support Mgr Review Completed"/>
          <xsd:enumeration value="SME SignOff"/>
          <xsd:enumeration value="Support Mgr SignOff (Final Sign Off)"/>
          <xsd:enumeration value="Draft Completed"/>
        </xsd:restriction>
      </xsd:simpleType>
    </xsd:element>
    <xsd:element name="Review_x0020_Comments" ma:index="6" nillable="true" ma:displayName="Review Comments" ma:internalName="Review_x0020_Comments" ma:readOnly="false">
      <xsd:simpleType>
        <xsd:restriction base="dms:Note">
          <xsd:maxLength value="255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e463ce4-1673-456b-b56a-569ad750cc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4a9f6-de37-45ef-a891-d6a813071de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f081d7d-82c7-44ff-b6e8-9eff07539289}" ma:internalName="TaxCatchAll" ma:showField="CatchAllData" ma:web="e934a9f6-de37-45ef-a891-d6a813071d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ew_x0020_Comments xmlns="9d582964-611f-4232-8546-ee37ef81fd4f" xsi:nil="true"/>
    <Status xmlns="9d582964-611f-4232-8546-ee37ef81fd4f">Submitted for SME Review</Status>
    <Application xmlns="9d582964-611f-4232-8546-ee37ef81fd4f" xsi:nil="true"/>
    <lcf76f155ced4ddcb4097134ff3c332f xmlns="9d582964-611f-4232-8546-ee37ef81fd4f">
      <Terms xmlns="http://schemas.microsoft.com/office/infopath/2007/PartnerControls"/>
    </lcf76f155ced4ddcb4097134ff3c332f>
    <TaxCatchAll xmlns="e934a9f6-de37-45ef-a891-d6a813071de4" xsi:nil="true"/>
  </documentManagement>
</p:properties>
</file>

<file path=customXml/itemProps1.xml><?xml version="1.0" encoding="utf-8"?>
<ds:datastoreItem xmlns:ds="http://schemas.openxmlformats.org/officeDocument/2006/customXml" ds:itemID="{3F5E762D-7A9B-4E32-B360-8D211EC22E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51B8D3-6F65-429E-B3EB-5557E2A695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582964-611f-4232-8546-ee37ef81fd4f"/>
    <ds:schemaRef ds:uri="e934a9f6-de37-45ef-a891-d6a813071d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63254A-5FFC-4831-B591-B539C02017D5}">
  <ds:schemaRefs>
    <ds:schemaRef ds:uri="http://purl.org/dc/elements/1.1/"/>
    <ds:schemaRef ds:uri="http://schemas.microsoft.com/office/2006/metadata/properties"/>
    <ds:schemaRef ds:uri="http://purl.org/dc/terms/"/>
    <ds:schemaRef ds:uri="9d582964-611f-4232-8546-ee37ef81fd4f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e934a9f6-de37-45ef-a891-d6a813071de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1299</Words>
  <Application>Microsoft Office PowerPoint</Application>
  <PresentationFormat>Widescreen</PresentationFormat>
  <Paragraphs>161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MIS Theme</vt:lpstr>
      <vt:lpstr>Microsoft Word Document</vt:lpstr>
      <vt:lpstr>Microsoft Excel Worksheet</vt:lpstr>
      <vt:lpstr>Application Production Support </vt:lpstr>
      <vt:lpstr>Points of Discussion</vt:lpstr>
      <vt:lpstr>What is APS? ( Application Production Support)</vt:lpstr>
      <vt:lpstr>Definitions </vt:lpstr>
      <vt:lpstr>Roles and Responsibilities of APS Team</vt:lpstr>
      <vt:lpstr>APS Team - Additional Activities</vt:lpstr>
      <vt:lpstr>Engaging Application Production Support Team</vt:lpstr>
      <vt:lpstr>Existing Application Onboarding - Process</vt:lpstr>
      <vt:lpstr>New Application Onboarding - Process</vt:lpstr>
      <vt:lpstr>New Application Onboarding/Checklist</vt:lpstr>
      <vt:lpstr>Changes in existing applications</vt:lpstr>
      <vt:lpstr>PowerPoint Presentation</vt:lpstr>
    </vt:vector>
  </TitlesOfParts>
  <Company>Moody's Investors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Malik, Shayazah</dc:creator>
  <cp:lastModifiedBy>Binayak Parashar (MIS)</cp:lastModifiedBy>
  <cp:revision>65</cp:revision>
  <dcterms:created xsi:type="dcterms:W3CDTF">2021-02-08T18:18:19Z</dcterms:created>
  <dcterms:modified xsi:type="dcterms:W3CDTF">2023-08-07T12:26:04Z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0x0101009368683B727A2B458274D3678F0CAC48</vt:lpwstr>
  </property>
  <property fmtid="{D5CDD505-2E9C-101B-9397-08002B2CF9AE}" pid="3" name="MediaServiceImageTags">
    <vt:lpwstr/>
  </property>
</Properties>
</file>