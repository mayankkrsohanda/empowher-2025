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 id="2147483672" r:id="rId2"/>
  </p:sldMasterIdLst>
  <p:notesMasterIdLst>
    <p:notesMasterId r:id="rId15"/>
  </p:notesMasterIdLst>
  <p:sldIdLst>
    <p:sldId id="2584" r:id="rId3"/>
    <p:sldId id="2562" r:id="rId4"/>
    <p:sldId id="2598" r:id="rId5"/>
    <p:sldId id="2568" r:id="rId6"/>
    <p:sldId id="2601" r:id="rId7"/>
    <p:sldId id="2595" r:id="rId8"/>
    <p:sldId id="2596" r:id="rId9"/>
    <p:sldId id="2585" r:id="rId10"/>
    <p:sldId id="2602" r:id="rId11"/>
    <p:sldId id="2603" r:id="rId12"/>
    <p:sldId id="2604" r:id="rId13"/>
    <p:sldId id="259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ing KNIME: Unlocking the Power of Data Analytics" id="{620EA71D-9312-4049-ACD5-D192FE037841}">
          <p14:sldIdLst>
            <p14:sldId id="2584"/>
            <p14:sldId id="2562"/>
          </p14:sldIdLst>
        </p14:section>
        <p14:section name="Ice-Breaking Session" id="{18B76EA1-2158-4F54-9295-AC9050505F66}">
          <p14:sldIdLst>
            <p14:sldId id="2598"/>
          </p14:sldIdLst>
        </p14:section>
        <p14:section name="Nodes" id="{4B36101C-C4B1-408E-9A8E-DBB2C1414C41}">
          <p14:sldIdLst>
            <p14:sldId id="2568"/>
            <p14:sldId id="2601"/>
            <p14:sldId id="2595"/>
          </p14:sldIdLst>
        </p14:section>
        <p14:section name="Knime Server" id="{604F7E8C-EE71-49CE-80D1-CDE8F8D96554}">
          <p14:sldIdLst>
            <p14:sldId id="2596"/>
            <p14:sldId id="2585"/>
            <p14:sldId id="2602"/>
            <p14:sldId id="2603"/>
            <p14:sldId id="2604"/>
          </p14:sldIdLst>
        </p14:section>
        <p14:section name="Conclusion" id="{3D9F23CB-D70A-4766-818E-6D16E3D08895}">
          <p14:sldIdLst>
            <p14:sldId id="25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954A89-AF78-408A-B94D-733065AB6857}" v="13" dt="2025-09-12T12:33:29.7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89985" autoAdjust="0"/>
  </p:normalViewPr>
  <p:slideViewPr>
    <p:cSldViewPr snapToGrid="0">
      <p:cViewPr varScale="1">
        <p:scale>
          <a:sx n="71" d="100"/>
          <a:sy n="71" d="100"/>
        </p:scale>
        <p:origin x="852" y="2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chithra . (Ratings - Tech)" userId="df915f10-5e26-47d3-8547-3b19128a4401" providerId="ADAL" clId="{D8954A89-AF78-408A-B94D-733065AB6857}"/>
    <pc:docChg chg="custSel addSld delSld modSld modSection">
      <pc:chgData name="Suchithra . (Ratings - Tech)" userId="df915f10-5e26-47d3-8547-3b19128a4401" providerId="ADAL" clId="{D8954A89-AF78-408A-B94D-733065AB6857}" dt="2025-09-12T12:33:29.788" v="30" actId="20577"/>
      <pc:docMkLst>
        <pc:docMk/>
      </pc:docMkLst>
      <pc:sldChg chg="modSp mod">
        <pc:chgData name="Suchithra . (Ratings - Tech)" userId="df915f10-5e26-47d3-8547-3b19128a4401" providerId="ADAL" clId="{D8954A89-AF78-408A-B94D-733065AB6857}" dt="2025-09-12T12:27:01.165" v="28" actId="20577"/>
        <pc:sldMkLst>
          <pc:docMk/>
          <pc:sldMk cId="2153283568" sldId="2562"/>
        </pc:sldMkLst>
        <pc:spChg chg="mod">
          <ac:chgData name="Suchithra . (Ratings - Tech)" userId="df915f10-5e26-47d3-8547-3b19128a4401" providerId="ADAL" clId="{D8954A89-AF78-408A-B94D-733065AB6857}" dt="2025-09-11T14:24:04.281" v="24" actId="20577"/>
          <ac:spMkLst>
            <pc:docMk/>
            <pc:sldMk cId="2153283568" sldId="2562"/>
            <ac:spMk id="16" creationId="{239C24CE-193D-AC34-F230-77507983C1BA}"/>
          </ac:spMkLst>
        </pc:spChg>
        <pc:graphicFrameChg chg="modGraphic">
          <ac:chgData name="Suchithra . (Ratings - Tech)" userId="df915f10-5e26-47d3-8547-3b19128a4401" providerId="ADAL" clId="{D8954A89-AF78-408A-B94D-733065AB6857}" dt="2025-09-12T12:27:01.165" v="28" actId="20577"/>
          <ac:graphicFrameMkLst>
            <pc:docMk/>
            <pc:sldMk cId="2153283568" sldId="2562"/>
            <ac:graphicFrameMk id="11" creationId="{A869F014-C0EB-2766-5ABC-4E27BA0AA9C3}"/>
          </ac:graphicFrameMkLst>
        </pc:graphicFrameChg>
      </pc:sldChg>
      <pc:sldChg chg="modSp">
        <pc:chgData name="Suchithra . (Ratings - Tech)" userId="df915f10-5e26-47d3-8547-3b19128a4401" providerId="ADAL" clId="{D8954A89-AF78-408A-B94D-733065AB6857}" dt="2025-09-12T12:33:29.788" v="30" actId="20577"/>
        <pc:sldMkLst>
          <pc:docMk/>
          <pc:sldMk cId="1998218402" sldId="2584"/>
        </pc:sldMkLst>
        <pc:spChg chg="mod">
          <ac:chgData name="Suchithra . (Ratings - Tech)" userId="df915f10-5e26-47d3-8547-3b19128a4401" providerId="ADAL" clId="{D8954A89-AF78-408A-B94D-733065AB6857}" dt="2025-09-12T12:33:29.788" v="30" actId="20577"/>
          <ac:spMkLst>
            <pc:docMk/>
            <pc:sldMk cId="1998218402" sldId="2584"/>
            <ac:spMk id="3" creationId="{03DAED1B-01A7-C2F0-8076-90C3613C222E}"/>
          </ac:spMkLst>
        </pc:spChg>
      </pc:sldChg>
      <pc:sldChg chg="addSp delSp modSp del mod">
        <pc:chgData name="Suchithra . (Ratings - Tech)" userId="df915f10-5e26-47d3-8547-3b19128a4401" providerId="ADAL" clId="{D8954A89-AF78-408A-B94D-733065AB6857}" dt="2025-09-11T14:23:41.927" v="19" actId="47"/>
        <pc:sldMkLst>
          <pc:docMk/>
          <pc:sldMk cId="2060228935" sldId="2594"/>
        </pc:sldMkLst>
        <pc:spChg chg="del">
          <ac:chgData name="Suchithra . (Ratings - Tech)" userId="df915f10-5e26-47d3-8547-3b19128a4401" providerId="ADAL" clId="{D8954A89-AF78-408A-B94D-733065AB6857}" dt="2025-09-11T14:22:19.489" v="7" actId="478"/>
          <ac:spMkLst>
            <pc:docMk/>
            <pc:sldMk cId="2060228935" sldId="2594"/>
            <ac:spMk id="2" creationId="{AC5B2ED6-A5EB-FD0A-BCB5-DAE8ACAC930A}"/>
          </ac:spMkLst>
        </pc:spChg>
        <pc:spChg chg="mod">
          <ac:chgData name="Suchithra . (Ratings - Tech)" userId="df915f10-5e26-47d3-8547-3b19128a4401" providerId="ADAL" clId="{D8954A89-AF78-408A-B94D-733065AB6857}" dt="2025-09-11T14:23:18.453" v="13" actId="1076"/>
          <ac:spMkLst>
            <pc:docMk/>
            <pc:sldMk cId="2060228935" sldId="2594"/>
            <ac:spMk id="11" creationId="{4322A3B8-5A6A-392B-6E09-73C225E5EC15}"/>
          </ac:spMkLst>
        </pc:spChg>
        <pc:picChg chg="add mod">
          <ac:chgData name="Suchithra . (Ratings - Tech)" userId="df915f10-5e26-47d3-8547-3b19128a4401" providerId="ADAL" clId="{D8954A89-AF78-408A-B94D-733065AB6857}" dt="2025-09-11T14:22:25.365" v="10" actId="14100"/>
          <ac:picMkLst>
            <pc:docMk/>
            <pc:sldMk cId="2060228935" sldId="2594"/>
            <ac:picMk id="3" creationId="{FC66B498-012D-492E-16A5-70EFD8BFB436}"/>
          </ac:picMkLst>
        </pc:picChg>
        <pc:picChg chg="add mod">
          <ac:chgData name="Suchithra . (Ratings - Tech)" userId="df915f10-5e26-47d3-8547-3b19128a4401" providerId="ADAL" clId="{D8954A89-AF78-408A-B94D-733065AB6857}" dt="2025-09-11T14:23:01.316" v="11"/>
          <ac:picMkLst>
            <pc:docMk/>
            <pc:sldMk cId="2060228935" sldId="2594"/>
            <ac:picMk id="5" creationId="{81823ACB-F2F5-A634-0B0D-0DD096AAE3D1}"/>
          </ac:picMkLst>
        </pc:picChg>
        <pc:picChg chg="del">
          <ac:chgData name="Suchithra . (Ratings - Tech)" userId="df915f10-5e26-47d3-8547-3b19128a4401" providerId="ADAL" clId="{D8954A89-AF78-408A-B94D-733065AB6857}" dt="2025-09-11T14:22:17.177" v="6" actId="478"/>
          <ac:picMkLst>
            <pc:docMk/>
            <pc:sldMk cId="2060228935" sldId="2594"/>
            <ac:picMk id="1026" creationId="{31BEE7A6-9376-DBB0-ED13-29745C1402A8}"/>
          </ac:picMkLst>
        </pc:picChg>
      </pc:sldChg>
      <pc:sldChg chg="modSp mod">
        <pc:chgData name="Suchithra . (Ratings - Tech)" userId="df915f10-5e26-47d3-8547-3b19128a4401" providerId="ADAL" clId="{D8954A89-AF78-408A-B94D-733065AB6857}" dt="2025-09-11T14:24:53.096" v="25" actId="13822"/>
        <pc:sldMkLst>
          <pc:docMk/>
          <pc:sldMk cId="1773478920" sldId="2595"/>
        </pc:sldMkLst>
        <pc:picChg chg="mod">
          <ac:chgData name="Suchithra . (Ratings - Tech)" userId="df915f10-5e26-47d3-8547-3b19128a4401" providerId="ADAL" clId="{D8954A89-AF78-408A-B94D-733065AB6857}" dt="2025-09-11T14:24:53.096" v="25" actId="13822"/>
          <ac:picMkLst>
            <pc:docMk/>
            <pc:sldMk cId="1773478920" sldId="2595"/>
            <ac:picMk id="5" creationId="{18222E18-FE08-4FA5-86B6-E79768E3B838}"/>
          </ac:picMkLst>
        </pc:picChg>
      </pc:sldChg>
      <pc:sldChg chg="addSp delSp modSp add mod">
        <pc:chgData name="Suchithra . (Ratings - Tech)" userId="df915f10-5e26-47d3-8547-3b19128a4401" providerId="ADAL" clId="{D8954A89-AF78-408A-B94D-733065AB6857}" dt="2025-09-11T14:23:37.181" v="18" actId="20577"/>
        <pc:sldMkLst>
          <pc:docMk/>
          <pc:sldMk cId="752665704" sldId="2598"/>
        </pc:sldMkLst>
        <pc:spChg chg="del">
          <ac:chgData name="Suchithra . (Ratings - Tech)" userId="df915f10-5e26-47d3-8547-3b19128a4401" providerId="ADAL" clId="{D8954A89-AF78-408A-B94D-733065AB6857}" dt="2025-09-11T14:23:26.130" v="15" actId="478"/>
          <ac:spMkLst>
            <pc:docMk/>
            <pc:sldMk cId="752665704" sldId="2598"/>
            <ac:spMk id="3" creationId="{5801F09B-017D-C880-9781-3E4138A44E72}"/>
          </ac:spMkLst>
        </pc:spChg>
        <pc:spChg chg="add mod">
          <ac:chgData name="Suchithra . (Ratings - Tech)" userId="df915f10-5e26-47d3-8547-3b19128a4401" providerId="ADAL" clId="{D8954A89-AF78-408A-B94D-733065AB6857}" dt="2025-09-11T14:23:31.510" v="17" actId="1076"/>
          <ac:spMkLst>
            <pc:docMk/>
            <pc:sldMk cId="752665704" sldId="2598"/>
            <ac:spMk id="4" creationId="{E976B58A-74E7-30DF-177B-FA2FAAC2F6AA}"/>
          </ac:spMkLst>
        </pc:spChg>
        <pc:spChg chg="del">
          <ac:chgData name="Suchithra . (Ratings - Tech)" userId="df915f10-5e26-47d3-8547-3b19128a4401" providerId="ADAL" clId="{D8954A89-AF78-408A-B94D-733065AB6857}" dt="2025-09-11T14:23:24.469" v="14" actId="478"/>
          <ac:spMkLst>
            <pc:docMk/>
            <pc:sldMk cId="752665704" sldId="2598"/>
            <ac:spMk id="8" creationId="{44F17013-F3CC-54E7-3AF9-F8E550857E65}"/>
          </ac:spMkLst>
        </pc:spChg>
        <pc:spChg chg="mod">
          <ac:chgData name="Suchithra . (Ratings - Tech)" userId="df915f10-5e26-47d3-8547-3b19128a4401" providerId="ADAL" clId="{D8954A89-AF78-408A-B94D-733065AB6857}" dt="2025-09-11T14:23:37.181" v="18" actId="20577"/>
          <ac:spMkLst>
            <pc:docMk/>
            <pc:sldMk cId="752665704" sldId="2598"/>
            <ac:spMk id="13" creationId="{6DAFE14F-78B2-3792-15A0-06411B9EC74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C314EC-574C-4167-AE43-DDD2BD156D23}" type="datetimeFigureOut">
              <a:rPr lang="en-US" smtClean="0"/>
              <a:t>9/12/2025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A79937-098A-46C2-8C67-228E8D47B7CE}" type="slidenum">
              <a:rPr lang="en-US" smtClean="0"/>
              <a:t>‹#›</a:t>
            </a:fld>
            <a:endParaRPr lang="en-US"/>
          </a:p>
        </p:txBody>
      </p:sp>
    </p:spTree>
    <p:extLst>
      <p:ext uri="{BB962C8B-B14F-4D97-AF65-F5344CB8AC3E}">
        <p14:creationId xmlns:p14="http://schemas.microsoft.com/office/powerpoint/2010/main" val="1805223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A0F4-603E-D32A-0FCD-1905FEA99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AD2DB3-5095-2626-FD82-D9FD56896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24FF9-E80E-AD2A-1748-7A78D4D9ADE1}"/>
              </a:ext>
            </a:extLst>
          </p:cNvPr>
          <p:cNvSpPr>
            <a:spLocks noGrp="1"/>
          </p:cNvSpPr>
          <p:nvPr>
            <p:ph type="body" idx="1"/>
          </p:nvPr>
        </p:nvSpPr>
        <p:spPr/>
        <p:txBody>
          <a:bodyPr/>
          <a:lstStyle/>
          <a:p>
            <a:r>
              <a:rPr lang="en-US"/>
              <a:t>Now we will discuss ETL, a crucial process in the world of data analytics that prepares data for analysis. Understanding ETL will provide a foundation for using KNIME effectively.</a:t>
            </a:r>
          </a:p>
        </p:txBody>
      </p:sp>
      <p:sp>
        <p:nvSpPr>
          <p:cNvPr id="4" name="Slide Number Placeholder 3">
            <a:extLst>
              <a:ext uri="{FF2B5EF4-FFF2-40B4-BE49-F238E27FC236}">
                <a16:creationId xmlns:a16="http://schemas.microsoft.com/office/drawing/2014/main" id="{7A7DEBA8-C14A-E388-ADF1-C142893341F8}"/>
              </a:ext>
            </a:extLst>
          </p:cNvPr>
          <p:cNvSpPr>
            <a:spLocks noGrp="1"/>
          </p:cNvSpPr>
          <p:nvPr>
            <p:ph type="sldNum" sz="quarter" idx="5"/>
          </p:nvPr>
        </p:nvSpPr>
        <p:spPr/>
        <p:txBody>
          <a:bodyPr/>
          <a:lstStyle/>
          <a:p>
            <a:fld id="{7E0028B7-3F8C-4184-B1B5-956CCD199B9B}" type="slidenum">
              <a:rPr lang="en-US" smtClean="0"/>
              <a:t>1</a:t>
            </a:fld>
            <a:endParaRPr lang="en-US"/>
          </a:p>
        </p:txBody>
      </p:sp>
    </p:spTree>
    <p:extLst>
      <p:ext uri="{BB962C8B-B14F-4D97-AF65-F5344CB8AC3E}">
        <p14:creationId xmlns:p14="http://schemas.microsoft.com/office/powerpoint/2010/main" val="2477940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We'll start with an ice-breaking session to get to know each other. Then, we'll dive into the concept of ETL and its importance in data analytics. Following that, we'll introduce KNIME, examining its features and applications. Finally, we will explore KNIME's interface, workflow design, and reporting capabilities.</a:t>
            </a:r>
          </a:p>
        </p:txBody>
      </p:sp>
      <p:sp>
        <p:nvSpPr>
          <p:cNvPr id="4" name="Slide Number Placeholder 3"/>
          <p:cNvSpPr>
            <a:spLocks noGrp="1"/>
          </p:cNvSpPr>
          <p:nvPr>
            <p:ph type="sldNum" sz="quarter" idx="5"/>
          </p:nvPr>
        </p:nvSpPr>
        <p:spPr/>
        <p:txBody>
          <a:bodyPr/>
          <a:lstStyle/>
          <a:p>
            <a:fld id="{7E0028B7-3F8C-4184-B1B5-956CCD199B9B}" type="slidenum">
              <a:rPr lang="en-US" smtClean="0"/>
              <a:t>2</a:t>
            </a:fld>
            <a:endParaRPr lang="en-US"/>
          </a:p>
        </p:txBody>
      </p:sp>
    </p:spTree>
    <p:extLst>
      <p:ext uri="{BB962C8B-B14F-4D97-AF65-F5344CB8AC3E}">
        <p14:creationId xmlns:p14="http://schemas.microsoft.com/office/powerpoint/2010/main" val="249428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ETL processes are essential for gathering data from various sources, transforming it into a suitable format, and loading it into data warehouses for analysis. This ensures data integrity and enables informed decision-making.</a:t>
            </a:r>
          </a:p>
        </p:txBody>
      </p:sp>
      <p:sp>
        <p:nvSpPr>
          <p:cNvPr id="4" name="Slide Number Placeholder 3"/>
          <p:cNvSpPr>
            <a:spLocks noGrp="1"/>
          </p:cNvSpPr>
          <p:nvPr>
            <p:ph type="sldNum" sz="quarter" idx="5"/>
          </p:nvPr>
        </p:nvSpPr>
        <p:spPr/>
        <p:txBody>
          <a:bodyPr/>
          <a:lstStyle/>
          <a:p>
            <a:fld id="{7E0028B7-3F8C-4184-B1B5-956CCD199B9B}" type="slidenum">
              <a:rPr lang="en-US" smtClean="0"/>
              <a:t>4</a:t>
            </a:fld>
            <a:endParaRPr lang="en-US"/>
          </a:p>
        </p:txBody>
      </p:sp>
    </p:spTree>
    <p:extLst>
      <p:ext uri="{BB962C8B-B14F-4D97-AF65-F5344CB8AC3E}">
        <p14:creationId xmlns:p14="http://schemas.microsoft.com/office/powerpoint/2010/main" val="4208071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32E60-1261-FA1F-2155-3C5845129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C6465-C962-21EF-90E7-F71A6E757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EAB50-A26C-47D1-C8D2-F623771E5C66}"/>
              </a:ext>
            </a:extLst>
          </p:cNvPr>
          <p:cNvSpPr>
            <a:spLocks noGrp="1"/>
          </p:cNvSpPr>
          <p:nvPr>
            <p:ph type="body" idx="1"/>
          </p:nvPr>
        </p:nvSpPr>
        <p:spPr/>
        <p:txBody>
          <a:bodyPr/>
          <a:lstStyle/>
          <a:p>
            <a:r>
              <a:rPr lang="en-US"/>
              <a:t>ETL processes are essential for gathering data from various sources, transforming it into a suitable format, and loading it into data warehouses for analysis. This ensures data integrity and enables informed decision-making.</a:t>
            </a:r>
          </a:p>
        </p:txBody>
      </p:sp>
      <p:sp>
        <p:nvSpPr>
          <p:cNvPr id="4" name="Slide Number Placeholder 3">
            <a:extLst>
              <a:ext uri="{FF2B5EF4-FFF2-40B4-BE49-F238E27FC236}">
                <a16:creationId xmlns:a16="http://schemas.microsoft.com/office/drawing/2014/main" id="{4FC530DE-082D-777C-D114-882D7636A4D1}"/>
              </a:ext>
            </a:extLst>
          </p:cNvPr>
          <p:cNvSpPr>
            <a:spLocks noGrp="1"/>
          </p:cNvSpPr>
          <p:nvPr>
            <p:ph type="sldNum" sz="quarter" idx="5"/>
          </p:nvPr>
        </p:nvSpPr>
        <p:spPr/>
        <p:txBody>
          <a:bodyPr/>
          <a:lstStyle/>
          <a:p>
            <a:fld id="{7E0028B7-3F8C-4184-B1B5-956CCD199B9B}" type="slidenum">
              <a:rPr lang="en-US" smtClean="0"/>
              <a:t>5</a:t>
            </a:fld>
            <a:endParaRPr lang="en-US"/>
          </a:p>
        </p:txBody>
      </p:sp>
    </p:spTree>
    <p:extLst>
      <p:ext uri="{BB962C8B-B14F-4D97-AF65-F5344CB8AC3E}">
        <p14:creationId xmlns:p14="http://schemas.microsoft.com/office/powerpoint/2010/main" val="4171255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4DDB2-0F83-9BCE-1453-D446AE623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3C671-8639-A06E-4C91-8C96B30A6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8BEE0-5DCA-655C-ACFA-8BE01EA9D572}"/>
              </a:ext>
            </a:extLst>
          </p:cNvPr>
          <p:cNvSpPr>
            <a:spLocks noGrp="1"/>
          </p:cNvSpPr>
          <p:nvPr>
            <p:ph type="body" idx="1"/>
          </p:nvPr>
        </p:nvSpPr>
        <p:spPr/>
        <p:txBody>
          <a:bodyPr/>
          <a:lstStyle/>
          <a:p>
            <a:r>
              <a:rPr lang="en-US"/>
              <a:t>ETL processes are essential for gathering data from various sources, transforming it into a suitable format, and loading it into data warehouses for analysis. This ensures data integrity and enables informed decision-making.</a:t>
            </a:r>
          </a:p>
        </p:txBody>
      </p:sp>
      <p:sp>
        <p:nvSpPr>
          <p:cNvPr id="4" name="Slide Number Placeholder 3">
            <a:extLst>
              <a:ext uri="{FF2B5EF4-FFF2-40B4-BE49-F238E27FC236}">
                <a16:creationId xmlns:a16="http://schemas.microsoft.com/office/drawing/2014/main" id="{FE3D3163-2D21-BE4A-A60A-6EB0FC0C9CF9}"/>
              </a:ext>
            </a:extLst>
          </p:cNvPr>
          <p:cNvSpPr>
            <a:spLocks noGrp="1"/>
          </p:cNvSpPr>
          <p:nvPr>
            <p:ph type="sldNum" sz="quarter" idx="5"/>
          </p:nvPr>
        </p:nvSpPr>
        <p:spPr/>
        <p:txBody>
          <a:bodyPr/>
          <a:lstStyle/>
          <a:p>
            <a:fld id="{7E0028B7-3F8C-4184-B1B5-956CCD199B9B}" type="slidenum">
              <a:rPr lang="en-US" smtClean="0"/>
              <a:t>6</a:t>
            </a:fld>
            <a:endParaRPr lang="en-US"/>
          </a:p>
        </p:txBody>
      </p:sp>
    </p:spTree>
    <p:extLst>
      <p:ext uri="{BB962C8B-B14F-4D97-AF65-F5344CB8AC3E}">
        <p14:creationId xmlns:p14="http://schemas.microsoft.com/office/powerpoint/2010/main" val="12190917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1">
    <p:bg>
      <p:bgPr>
        <a:solidFill>
          <a:schemeClr val="bg2"/>
        </a:solidFill>
        <a:effectLst/>
      </p:bgPr>
    </p:bg>
    <p:spTree>
      <p:nvGrpSpPr>
        <p:cNvPr id="1" name=""/>
        <p:cNvGrpSpPr/>
        <p:nvPr/>
      </p:nvGrpSpPr>
      <p:grpSpPr>
        <a:xfrm>
          <a:off x="0" y="0"/>
          <a:ext cx="0" cy="0"/>
          <a:chOff x="0" y="0"/>
          <a:chExt cx="0" cy="0"/>
        </a:xfrm>
      </p:grpSpPr>
      <p:pic>
        <p:nvPicPr>
          <p:cNvPr id="7" name="Picture 6" descr="A blue and black background&#10;&#10;Description automatically generated">
            <a:extLst>
              <a:ext uri="{FF2B5EF4-FFF2-40B4-BE49-F238E27FC236}">
                <a16:creationId xmlns:a16="http://schemas.microsoft.com/office/drawing/2014/main" id="{78834B98-F94F-BBE0-213C-85AFCDC4764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10" name="Freeform 5">
            <a:extLst>
              <a:ext uri="{FF2B5EF4-FFF2-40B4-BE49-F238E27FC236}">
                <a16:creationId xmlns:a16="http://schemas.microsoft.com/office/drawing/2014/main" id="{D38E589A-C29C-8E0A-54D9-0FD61209638A}"/>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12" name="Text Placeholder 11">
            <a:extLst>
              <a:ext uri="{FF2B5EF4-FFF2-40B4-BE49-F238E27FC236}">
                <a16:creationId xmlns:a16="http://schemas.microsoft.com/office/drawing/2014/main" id="{E72AFBB8-BCA9-94F3-D205-3A4D41E4862E}"/>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7A00869A-4EEC-6377-9755-BE0859C5FBE0}"/>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9/12/2025</a:t>
            </a:fld>
            <a:endParaRPr lang="en-US"/>
          </a:p>
        </p:txBody>
      </p:sp>
      <p:sp>
        <p:nvSpPr>
          <p:cNvPr id="13" name="Text Placeholder 12">
            <a:extLst>
              <a:ext uri="{FF2B5EF4-FFF2-40B4-BE49-F238E27FC236}">
                <a16:creationId xmlns:a16="http://schemas.microsoft.com/office/drawing/2014/main" id="{C423DB64-C228-437F-B60D-1E1BE27A7AAF}"/>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6" name="Text Placeholder 15">
            <a:extLst>
              <a:ext uri="{FF2B5EF4-FFF2-40B4-BE49-F238E27FC236}">
                <a16:creationId xmlns:a16="http://schemas.microsoft.com/office/drawing/2014/main" id="{98C70801-2682-CDF2-4AEE-21379A10EAB6}"/>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8" name="Text Placeholder 17">
            <a:extLst>
              <a:ext uri="{FF2B5EF4-FFF2-40B4-BE49-F238E27FC236}">
                <a16:creationId xmlns:a16="http://schemas.microsoft.com/office/drawing/2014/main" id="{94B37353-6985-FCA6-CD38-4B2A083EC280}"/>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0" name="Text Placeholder 19">
            <a:extLst>
              <a:ext uri="{FF2B5EF4-FFF2-40B4-BE49-F238E27FC236}">
                <a16:creationId xmlns:a16="http://schemas.microsoft.com/office/drawing/2014/main" id="{6BA32A09-37DC-FCBC-7D07-E937258863A2}"/>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
        <p:nvSpPr>
          <p:cNvPr id="2" name="Title 1">
            <a:extLst>
              <a:ext uri="{FF2B5EF4-FFF2-40B4-BE49-F238E27FC236}">
                <a16:creationId xmlns:a16="http://schemas.microsoft.com/office/drawing/2014/main" id="{3088E214-49DC-F96D-B5B4-49DCAA93C0D2}"/>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311702209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0"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10" name="Freeform 5">
            <a:extLst>
              <a:ext uri="{FF2B5EF4-FFF2-40B4-BE49-F238E27FC236}">
                <a16:creationId xmlns:a16="http://schemas.microsoft.com/office/drawing/2014/main" id="{D38E589A-C29C-8E0A-54D9-0FD61209638A}"/>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15C7BCFF-949E-6B1A-9E84-4E640E43A099}"/>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8535D649-E56D-F236-C1A7-0EB194B6CA32}"/>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9/12/2025</a:t>
            </a:fld>
            <a:endParaRPr lang="en-US"/>
          </a:p>
        </p:txBody>
      </p:sp>
      <p:sp>
        <p:nvSpPr>
          <p:cNvPr id="11" name="Text Placeholder 12">
            <a:extLst>
              <a:ext uri="{FF2B5EF4-FFF2-40B4-BE49-F238E27FC236}">
                <a16:creationId xmlns:a16="http://schemas.microsoft.com/office/drawing/2014/main" id="{47CB2CEE-A03C-EC89-5AB0-73F5282BA36C}"/>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0376D71A-71A9-510A-D341-C8B568EA210C}"/>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1C83BB37-A25F-C543-4845-494814497A5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52E7508F-569C-0E55-9BA1-A12C84FB7A5D}"/>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275557122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3">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553F6D28-3FA3-C8DD-333F-25AAC7FDE379}"/>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9/12/2025</a:t>
            </a:fld>
            <a:endParaRPr lang="en-US"/>
          </a:p>
        </p:txBody>
      </p:sp>
      <p:sp>
        <p:nvSpPr>
          <p:cNvPr id="9" name="Text Placeholder 8">
            <a:extLst>
              <a:ext uri="{FF2B5EF4-FFF2-40B4-BE49-F238E27FC236}">
                <a16:creationId xmlns:a16="http://schemas.microsoft.com/office/drawing/2014/main" id="{BB5660BA-32D8-A7E6-5696-BC9C94DC43BE}"/>
              </a:ext>
            </a:extLst>
          </p:cNvPr>
          <p:cNvSpPr>
            <a:spLocks noGrp="1"/>
          </p:cNvSpPr>
          <p:nvPr>
            <p:ph type="body" sz="quarter" idx="13"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20" name="Text Placeholder 12">
            <a:extLst>
              <a:ext uri="{FF2B5EF4-FFF2-40B4-BE49-F238E27FC236}">
                <a16:creationId xmlns:a16="http://schemas.microsoft.com/office/drawing/2014/main" id="{FBA29B2B-670B-AAB2-BC37-FE5A168EDEA0}"/>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21" name="Text Placeholder 15">
            <a:extLst>
              <a:ext uri="{FF2B5EF4-FFF2-40B4-BE49-F238E27FC236}">
                <a16:creationId xmlns:a16="http://schemas.microsoft.com/office/drawing/2014/main" id="{835110E4-502F-E652-7077-A2CE77DA8B44}"/>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22" name="Text Placeholder 17">
            <a:extLst>
              <a:ext uri="{FF2B5EF4-FFF2-40B4-BE49-F238E27FC236}">
                <a16:creationId xmlns:a16="http://schemas.microsoft.com/office/drawing/2014/main" id="{163AD2E7-BE7D-20B6-8408-18EA20DC4C5D}"/>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3" name="Text Placeholder 19">
            <a:extLst>
              <a:ext uri="{FF2B5EF4-FFF2-40B4-BE49-F238E27FC236}">
                <a16:creationId xmlns:a16="http://schemas.microsoft.com/office/drawing/2014/main" id="{358AEE93-EEF8-93F7-7F9A-409CBCB372CF}"/>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88221486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4 - Dark Photo">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A6A9AA"/>
          </a:solidFill>
        </p:spPr>
        <p:txBody>
          <a:bodyPr wrap="square" rIns="548640" anchor="ctr">
            <a:noAutofit/>
          </a:bodyPr>
          <a:lstStyle>
            <a:lvl1pPr algn="r">
              <a:defRPr>
                <a:solidFill>
                  <a:schemeClr val="tx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9/12/2025</a:t>
            </a:fld>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1613474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5 - Light Photo">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69FF6-3FAE-6184-8074-A3CDDC7C9ABD}"/>
              </a:ext>
            </a:extLst>
          </p:cNvPr>
          <p:cNvSpPr/>
          <p:nvPr/>
        </p:nvSpPr>
        <p:spPr>
          <a:xfrm>
            <a:off x="0" y="0"/>
            <a:ext cx="121889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F0F0F1"/>
          </a:solidFill>
        </p:spPr>
        <p:txBody>
          <a:bodyPr wrap="square" rIns="548640" anchor="ctr">
            <a:noAutofit/>
          </a:bodyPr>
          <a:lstStyle>
            <a:lvl1pPr algn="r">
              <a:defRPr>
                <a:solidFill>
                  <a:schemeClr val="bg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bg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bg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bg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9/12/2025</a:t>
            </a:fld>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bg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solidFill>
                  <a:schemeClr val="bg1"/>
                </a:solidFill>
              </a:defRPr>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solidFill>
                  <a:schemeClr val="bg1"/>
                </a:solidFill>
              </a:defRPr>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solidFill>
                  <a:schemeClr val="bg1"/>
                </a:solidFill>
              </a:defRPr>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solidFill>
                  <a:schemeClr val="bg1"/>
                </a:solidFill>
              </a:defRPr>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97711737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9" name="Picture Placeholder 8">
            <a:extLst>
              <a:ext uri="{FF2B5EF4-FFF2-40B4-BE49-F238E27FC236}">
                <a16:creationId xmlns:a16="http://schemas.microsoft.com/office/drawing/2014/main" id="{7AC15287-0630-B8DA-C579-8B9B7FB3569E}"/>
              </a:ext>
            </a:extLst>
          </p:cNvPr>
          <p:cNvSpPr>
            <a:spLocks noGrp="1"/>
          </p:cNvSpPr>
          <p:nvPr>
            <p:ph type="pic" sz="quarter" idx="13" hasCustomPrompt="1"/>
          </p:nvPr>
        </p:nvSpPr>
        <p:spPr bwMode="auto">
          <a:xfrm>
            <a:off x="6096000" y="0"/>
            <a:ext cx="2029968" cy="5868988"/>
          </a:xfrm>
          <a:solidFill>
            <a:srgbClr val="A6A9AA"/>
          </a:solidFill>
        </p:spPr>
        <p:txBody>
          <a:bodyPr tIns="731520" anchor="ctr"/>
          <a:lstStyle>
            <a:lvl1pPr algn="ctr">
              <a:defRPr b="0">
                <a:solidFill>
                  <a:schemeClr val="bg1"/>
                </a:solidFill>
                <a:latin typeface="+mn-lt"/>
              </a:defRPr>
            </a:lvl1pPr>
          </a:lstStyle>
          <a:p>
            <a:r>
              <a:rPr lang="en-US"/>
              <a:t>Dynamic slice crop 1</a:t>
            </a:r>
          </a:p>
        </p:txBody>
      </p:sp>
      <p:sp>
        <p:nvSpPr>
          <p:cNvPr id="13" name="Picture Placeholder 8">
            <a:extLst>
              <a:ext uri="{FF2B5EF4-FFF2-40B4-BE49-F238E27FC236}">
                <a16:creationId xmlns:a16="http://schemas.microsoft.com/office/drawing/2014/main" id="{88B0AA94-1619-F4BF-E5D2-311BE603DDAC}"/>
              </a:ext>
            </a:extLst>
          </p:cNvPr>
          <p:cNvSpPr>
            <a:spLocks noGrp="1"/>
          </p:cNvSpPr>
          <p:nvPr>
            <p:ph type="pic" sz="quarter" idx="14" hasCustomPrompt="1"/>
          </p:nvPr>
        </p:nvSpPr>
        <p:spPr bwMode="auto">
          <a:xfrm>
            <a:off x="8125968" y="1422400"/>
            <a:ext cx="2029968" cy="5434765"/>
          </a:xfrm>
          <a:solidFill>
            <a:srgbClr val="A6A9AA"/>
          </a:solidFill>
        </p:spPr>
        <p:txBody>
          <a:bodyPr tIns="731520" anchor="ctr"/>
          <a:lstStyle>
            <a:lvl1pPr algn="ctr">
              <a:defRPr b="0">
                <a:solidFill>
                  <a:schemeClr val="bg1"/>
                </a:solidFill>
                <a:latin typeface="+mn-lt"/>
              </a:defRPr>
            </a:lvl1pPr>
          </a:lstStyle>
          <a:p>
            <a:r>
              <a:rPr lang="en-US"/>
              <a:t>Dynamic slice crop 2</a:t>
            </a:r>
          </a:p>
        </p:txBody>
      </p:sp>
      <p:sp>
        <p:nvSpPr>
          <p:cNvPr id="15" name="Picture Placeholder 8">
            <a:extLst>
              <a:ext uri="{FF2B5EF4-FFF2-40B4-BE49-F238E27FC236}">
                <a16:creationId xmlns:a16="http://schemas.microsoft.com/office/drawing/2014/main" id="{D814C211-DBD2-6DA0-0A9F-8BF774A63EE4}"/>
              </a:ext>
            </a:extLst>
          </p:cNvPr>
          <p:cNvSpPr>
            <a:spLocks noGrp="1"/>
          </p:cNvSpPr>
          <p:nvPr>
            <p:ph type="pic" sz="quarter" idx="15" hasCustomPrompt="1"/>
          </p:nvPr>
        </p:nvSpPr>
        <p:spPr bwMode="auto">
          <a:xfrm>
            <a:off x="10155936" y="1"/>
            <a:ext cx="2036063" cy="4419599"/>
          </a:xfrm>
          <a:solidFill>
            <a:srgbClr val="A6A9AA"/>
          </a:solidFill>
        </p:spPr>
        <p:txBody>
          <a:bodyPr tIns="731520" anchor="ctr"/>
          <a:lstStyle>
            <a:lvl1pPr algn="ctr">
              <a:defRPr b="0">
                <a:solidFill>
                  <a:schemeClr val="bg1"/>
                </a:solidFill>
                <a:latin typeface="+mn-lt"/>
              </a:defRPr>
            </a:lvl1pPr>
          </a:lstStyle>
          <a:p>
            <a:r>
              <a:rPr lang="en-US"/>
              <a:t>Dynamic slice crop 3</a:t>
            </a:r>
          </a:p>
        </p:txBody>
      </p:sp>
      <p:sp>
        <p:nvSpPr>
          <p:cNvPr id="4" name="Text Placeholder 11">
            <a:extLst>
              <a:ext uri="{FF2B5EF4-FFF2-40B4-BE49-F238E27FC236}">
                <a16:creationId xmlns:a16="http://schemas.microsoft.com/office/drawing/2014/main" id="{662F28CC-4FDC-6231-81B1-808636A2AFE1}"/>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4E4E5E40-9936-2B1A-A957-B3832110D191}"/>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9/12/2025</a:t>
            </a:fld>
            <a:endParaRPr lang="en-US"/>
          </a:p>
        </p:txBody>
      </p:sp>
      <p:sp>
        <p:nvSpPr>
          <p:cNvPr id="11" name="Text Placeholder 12">
            <a:extLst>
              <a:ext uri="{FF2B5EF4-FFF2-40B4-BE49-F238E27FC236}">
                <a16:creationId xmlns:a16="http://schemas.microsoft.com/office/drawing/2014/main" id="{2831160B-5FF4-1736-F0D0-4A4677891D9D}"/>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CF96A1AB-78C0-6521-B97B-BDB3F01285A2}"/>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E8D27B1D-88E9-5CC5-DDCC-40CEA313B46B}"/>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6" name="Text Placeholder 19">
            <a:extLst>
              <a:ext uri="{FF2B5EF4-FFF2-40B4-BE49-F238E27FC236}">
                <a16:creationId xmlns:a16="http://schemas.microsoft.com/office/drawing/2014/main" id="{B7AFFEB9-D67F-9298-FCF9-0054A5CB24FB}"/>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59524768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9/12/2025</a:t>
            </a:fld>
            <a:endParaRPr lang="en-US"/>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29363724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127C53-C848-5C29-009F-006AB168562E}"/>
              </a:ext>
            </a:extLst>
          </p:cNvPr>
          <p:cNvSpPr/>
          <p:nvPr/>
        </p:nvSpPr>
        <p:spPr bwMode="hidden">
          <a:xfrm>
            <a:off x="0" y="0"/>
            <a:ext cx="60960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and black background&#10;&#10;Description automatically generated">
            <a:extLst>
              <a:ext uri="{FF2B5EF4-FFF2-40B4-BE49-F238E27FC236}">
                <a16:creationId xmlns:a16="http://schemas.microsoft.com/office/drawing/2014/main" id="{CFF49F27-390A-B9BC-E6E4-8A08407B6C3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6095999" cy="68453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a:xfrm>
            <a:off x="6210302" y="6311900"/>
            <a:ext cx="4008435" cy="269875"/>
          </a:xfrm>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4" name="Table Placeholder 13">
            <a:extLst>
              <a:ext uri="{FF2B5EF4-FFF2-40B4-BE49-F238E27FC236}">
                <a16:creationId xmlns:a16="http://schemas.microsoft.com/office/drawing/2014/main" id="{5002590A-F907-AAD8-7A39-3B1BC429EBA8}"/>
              </a:ext>
            </a:extLst>
          </p:cNvPr>
          <p:cNvSpPr>
            <a:spLocks noGrp="1"/>
          </p:cNvSpPr>
          <p:nvPr>
            <p:ph type="tbl" sz="quarter" idx="13"/>
          </p:nvPr>
        </p:nvSpPr>
        <p:spPr>
          <a:xfrm>
            <a:off x="6194426" y="552450"/>
            <a:ext cx="5443536" cy="5467349"/>
          </a:xfrm>
        </p:spPr>
        <p:txBody>
          <a:bodyPr/>
          <a:lstStyle/>
          <a:p>
            <a:r>
              <a:rPr lang="en-US"/>
              <a:t>Click icon to add table</a:t>
            </a:r>
          </a:p>
        </p:txBody>
      </p:sp>
      <p:sp>
        <p:nvSpPr>
          <p:cNvPr id="8" name="Title 7">
            <a:extLst>
              <a:ext uri="{FF2B5EF4-FFF2-40B4-BE49-F238E27FC236}">
                <a16:creationId xmlns:a16="http://schemas.microsoft.com/office/drawing/2014/main" id="{F732482F-65F2-3E7E-D15F-93B580EFB897}"/>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Tree>
    <p:extLst>
      <p:ext uri="{BB962C8B-B14F-4D97-AF65-F5344CB8AC3E}">
        <p14:creationId xmlns:p14="http://schemas.microsoft.com/office/powerpoint/2010/main" val="16630434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4051300"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2" name="Table Placeholder 13">
            <a:extLst>
              <a:ext uri="{FF2B5EF4-FFF2-40B4-BE49-F238E27FC236}">
                <a16:creationId xmlns:a16="http://schemas.microsoft.com/office/drawing/2014/main" id="{A0797360-089A-16D7-DE4B-F780195CD85D}"/>
              </a:ext>
            </a:extLst>
          </p:cNvPr>
          <p:cNvSpPr>
            <a:spLocks noGrp="1"/>
          </p:cNvSpPr>
          <p:nvPr>
            <p:ph type="tbl" sz="quarter" idx="13"/>
          </p:nvPr>
        </p:nvSpPr>
        <p:spPr>
          <a:xfrm>
            <a:off x="4781550" y="552450"/>
            <a:ext cx="6856412" cy="5467349"/>
          </a:xfrm>
        </p:spPr>
        <p:txBody>
          <a:bodyPr/>
          <a:lstStyle/>
          <a:p>
            <a:r>
              <a:rPr lang="en-US"/>
              <a:t>Click icon to add table</a:t>
            </a:r>
          </a:p>
        </p:txBody>
      </p:sp>
      <p:sp>
        <p:nvSpPr>
          <p:cNvPr id="7" name="Title 7">
            <a:extLst>
              <a:ext uri="{FF2B5EF4-FFF2-40B4-BE49-F238E27FC236}">
                <a16:creationId xmlns:a16="http://schemas.microsoft.com/office/drawing/2014/main" id="{E8842A9F-5DAC-1A89-ECDC-18AF7833EC93}"/>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6" name="Freeform 5">
            <a:extLst>
              <a:ext uri="{FF2B5EF4-FFF2-40B4-BE49-F238E27FC236}">
                <a16:creationId xmlns:a16="http://schemas.microsoft.com/office/drawing/2014/main" id="{FBCFFD49-0E38-27F1-9148-4BA3956AB0B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3770827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165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206CF7A0-1025-798C-4F78-6E1CEC419EB2}"/>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1" name="Content Placeholder 14">
            <a:extLst>
              <a:ext uri="{FF2B5EF4-FFF2-40B4-BE49-F238E27FC236}">
                <a16:creationId xmlns:a16="http://schemas.microsoft.com/office/drawing/2014/main" id="{79C31469-D237-4EA8-F1C3-B47BCC277981}"/>
              </a:ext>
            </a:extLst>
          </p:cNvPr>
          <p:cNvSpPr>
            <a:spLocks noGrp="1"/>
          </p:cNvSpPr>
          <p:nvPr>
            <p:ph sz="quarter" idx="18"/>
          </p:nvPr>
        </p:nvSpPr>
        <p:spPr>
          <a:xfrm>
            <a:off x="4781551" y="1125147"/>
            <a:ext cx="3434663"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4">
            <a:extLst>
              <a:ext uri="{FF2B5EF4-FFF2-40B4-BE49-F238E27FC236}">
                <a16:creationId xmlns:a16="http://schemas.microsoft.com/office/drawing/2014/main" id="{E38CD9FA-DA45-C534-5220-93740ACA0EFE}"/>
              </a:ext>
            </a:extLst>
          </p:cNvPr>
          <p:cNvSpPr>
            <a:spLocks noGrp="1"/>
          </p:cNvSpPr>
          <p:nvPr>
            <p:ph sz="quarter" idx="19"/>
          </p:nvPr>
        </p:nvSpPr>
        <p:spPr>
          <a:xfrm>
            <a:off x="8423565" y="1125147"/>
            <a:ext cx="3214397"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AFD5427C-4E5B-6000-5CD3-86A62148516C}"/>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629312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2023265"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lines on a black background&#10;&#10;Description automatically generated">
            <a:extLst>
              <a:ext uri="{FF2B5EF4-FFF2-40B4-BE49-F238E27FC236}">
                <a16:creationId xmlns:a16="http://schemas.microsoft.com/office/drawing/2014/main" id="{43506656-89E5-4D3B-4C51-0386CED5F1B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0" y="-3175"/>
            <a:ext cx="2023265"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A4C2D89-5A83-CD6F-2299-7919A799DEE8}"/>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4" name="Content Placeholder 14">
            <a:extLst>
              <a:ext uri="{FF2B5EF4-FFF2-40B4-BE49-F238E27FC236}">
                <a16:creationId xmlns:a16="http://schemas.microsoft.com/office/drawing/2014/main" id="{7F7D1AB4-84B1-ADE1-C7F9-49B0C5FF2260}"/>
              </a:ext>
            </a:extLst>
          </p:cNvPr>
          <p:cNvSpPr>
            <a:spLocks noGrp="1"/>
          </p:cNvSpPr>
          <p:nvPr>
            <p:ph sz="quarter" idx="18"/>
          </p:nvPr>
        </p:nvSpPr>
        <p:spPr>
          <a:xfrm>
            <a:off x="33670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4">
            <a:extLst>
              <a:ext uri="{FF2B5EF4-FFF2-40B4-BE49-F238E27FC236}">
                <a16:creationId xmlns:a16="http://schemas.microsoft.com/office/drawing/2014/main" id="{6D78DEDE-E51D-2DA8-81C0-6DE1149263B8}"/>
              </a:ext>
            </a:extLst>
          </p:cNvPr>
          <p:cNvSpPr>
            <a:spLocks noGrp="1"/>
          </p:cNvSpPr>
          <p:nvPr>
            <p:ph sz="quarter" idx="19"/>
          </p:nvPr>
        </p:nvSpPr>
        <p:spPr>
          <a:xfrm>
            <a:off x="61991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4">
            <a:extLst>
              <a:ext uri="{FF2B5EF4-FFF2-40B4-BE49-F238E27FC236}">
                <a16:creationId xmlns:a16="http://schemas.microsoft.com/office/drawing/2014/main" id="{D7068E9D-638D-F265-198A-5531D05A58CD}"/>
              </a:ext>
            </a:extLst>
          </p:cNvPr>
          <p:cNvSpPr>
            <a:spLocks noGrp="1"/>
          </p:cNvSpPr>
          <p:nvPr>
            <p:ph sz="quarter" idx="20"/>
          </p:nvPr>
        </p:nvSpPr>
        <p:spPr>
          <a:xfrm>
            <a:off x="9023350"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4BA903E0-6CAC-CD5B-11F8-069CA9884EB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5409327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1 - Short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115587251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1 - Long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5" name="Title 17">
            <a:extLst>
              <a:ext uri="{FF2B5EF4-FFF2-40B4-BE49-F238E27FC236}">
                <a16:creationId xmlns:a16="http://schemas.microsoft.com/office/drawing/2014/main" id="{9FEA9B73-F154-CEDE-C3F9-3BA38B6541A9}"/>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40787798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3 - Short title">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337103-59B6-6AE9-80A5-90CFAC0400CE}"/>
              </a:ext>
            </a:extLst>
          </p:cNvPr>
          <p:cNvPicPr>
            <a:picLocks noChangeAspect="1"/>
          </p:cNvPicPr>
          <p:nvPr/>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58333531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2 - Long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6C1EA9-D1CD-4494-05CB-C8B04EE4273A}"/>
              </a:ext>
            </a:extLst>
          </p:cNvPr>
          <p:cNvPicPr>
            <a:picLocks noChangeAspect="1"/>
          </p:cNvPicPr>
          <p:nvPr/>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7" name="Title 17">
            <a:extLst>
              <a:ext uri="{FF2B5EF4-FFF2-40B4-BE49-F238E27FC236}">
                <a16:creationId xmlns:a16="http://schemas.microsoft.com/office/drawing/2014/main" id="{0E02A696-5AEC-8241-7182-A62C3777A058}"/>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312361970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vider Photo - Short titl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C514BA5-6487-0CDD-2D28-66E701C8A937}"/>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50613335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vider Photo - Long 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C1E244-876B-1F11-FE16-79C6C8406455}"/>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5" name="Title 17">
            <a:extLst>
              <a:ext uri="{FF2B5EF4-FFF2-40B4-BE49-F238E27FC236}">
                <a16:creationId xmlns:a16="http://schemas.microsoft.com/office/drawing/2014/main" id="{9FB85A57-AF49-344B-37C6-7EFC489A80CC}"/>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9954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ote 1 - General">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B7ED4C-416B-722A-BF88-042E3CA9DC4D}"/>
              </a:ext>
            </a:extLst>
          </p:cNvPr>
          <p:cNvPicPr>
            <a:picLocks noChangeAspect="1"/>
          </p:cNvPicPr>
          <p:nvPr/>
        </p:nvPicPr>
        <p:blipFill>
          <a:blip r:embed="rId2"/>
          <a:srcRect/>
          <a:stretch/>
        </p:blipFill>
        <p:spPr bwMode="hidden">
          <a:xfrm>
            <a:off x="6350" y="3570"/>
            <a:ext cx="12179302" cy="6850857"/>
          </a:xfrm>
          <a:prstGeom prst="rect">
            <a:avLst/>
          </a:prstGeom>
        </p:spPr>
      </p:pic>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2" name="Text Placeholder 7">
            <a:extLst>
              <a:ext uri="{FF2B5EF4-FFF2-40B4-BE49-F238E27FC236}">
                <a16:creationId xmlns:a16="http://schemas.microsoft.com/office/drawing/2014/main" id="{1AB67421-8B53-10B8-8989-A3493E1A8470}"/>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740849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Quote - Photo">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F68FBE-251E-31B8-904E-1E16C461B772}"/>
              </a:ext>
            </a:extLst>
          </p:cNvPr>
          <p:cNvSpPr>
            <a:spLocks noGrp="1"/>
          </p:cNvSpPr>
          <p:nvPr>
            <p:ph type="pic" sz="quarter" idx="15"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lIns="548640" tIns="0" anchor="ctr" anchorCtr="0">
            <a:noAutofit/>
          </a:bodyPr>
          <a:lstStyle>
            <a:lvl1pPr algn="l">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7" name="Text Placeholder 7">
            <a:extLst>
              <a:ext uri="{FF2B5EF4-FFF2-40B4-BE49-F238E27FC236}">
                <a16:creationId xmlns:a16="http://schemas.microsoft.com/office/drawing/2014/main" id="{FF0E76BC-245F-8420-594E-37916313D315}"/>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9798318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Executive Summary/Key Takeaways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black background&#10;&#10;Description automatically generated">
            <a:extLst>
              <a:ext uri="{FF2B5EF4-FFF2-40B4-BE49-F238E27FC236}">
                <a16:creationId xmlns:a16="http://schemas.microsoft.com/office/drawing/2014/main" id="{97914066-9D48-E454-16D9-2005965187F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2" b="-8724"/>
          <a:stretch/>
        </p:blipFill>
        <p:spPr bwMode="hidden">
          <a:xfrm>
            <a:off x="0" y="1"/>
            <a:ext cx="4060556" cy="6861174"/>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DAB1020F-2330-5C4C-014E-9A0A4D6C7B4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A1DFA430-6288-90D6-63A5-55E9803EDA48}"/>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a:extLst>
              <a:ext uri="{FF2B5EF4-FFF2-40B4-BE49-F238E27FC236}">
                <a16:creationId xmlns:a16="http://schemas.microsoft.com/office/drawing/2014/main" id="{CF85734D-94AB-D049-B937-FAD0A0CCED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13" name="Text Placeholder 9">
            <a:extLst>
              <a:ext uri="{FF2B5EF4-FFF2-40B4-BE49-F238E27FC236}">
                <a16:creationId xmlns:a16="http://schemas.microsoft.com/office/drawing/2014/main" id="{6BA9FED7-DE0C-7F83-A85B-DFAB8731D442}"/>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Freeform 5">
            <a:extLst>
              <a:ext uri="{FF2B5EF4-FFF2-40B4-BE49-F238E27FC236}">
                <a16:creationId xmlns:a16="http://schemas.microsoft.com/office/drawing/2014/main" id="{057BA6D7-6093-DC9C-A17F-7182A1A6069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26838399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2" name="Freeform 5">
            <a:extLst>
              <a:ext uri="{FF2B5EF4-FFF2-40B4-BE49-F238E27FC236}">
                <a16:creationId xmlns:a16="http://schemas.microsoft.com/office/drawing/2014/main" id="{234D3584-418D-3148-61FA-2D069CDDE2E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0694928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1041BA5F-E785-E961-BA33-7F9F0D5BC7B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66178490"/>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3497A463-08F1-3A4B-A706-B87CBDA2E0A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6406335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xecutive Summary/Key Takeaways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0DBC71B0-EDFA-73E1-2685-8B96936EB6D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rgbClr val="75787B"/>
                </a:solidFill>
              </a:defRPr>
            </a:lvl1pPr>
            <a:lvl2pPr marL="0" indent="0">
              <a:buNone/>
              <a:defRPr sz="600">
                <a:solidFill>
                  <a:srgbClr val="75787B"/>
                </a:solidFill>
              </a:defRPr>
            </a:lvl2pPr>
            <a:lvl3pPr marL="0" indent="0">
              <a:buNone/>
              <a:defRPr sz="600">
                <a:solidFill>
                  <a:srgbClr val="75787B"/>
                </a:solidFill>
              </a:defRPr>
            </a:lvl3pPr>
            <a:lvl4pPr marL="0" indent="0">
              <a:buNone/>
              <a:defRPr sz="600">
                <a:solidFill>
                  <a:srgbClr val="75787B"/>
                </a:solidFill>
              </a:defRPr>
            </a:lvl4pPr>
            <a:lvl5pPr marL="0" indent="0">
              <a:buNone/>
              <a:defRPr sz="600">
                <a:solidFill>
                  <a:srgbClr val="75787B"/>
                </a:solidFill>
              </a:defRPr>
            </a:lvl5pPr>
            <a:lvl6pPr marL="0" indent="0">
              <a:buNone/>
              <a:defRPr sz="600">
                <a:solidFill>
                  <a:srgbClr val="75787B"/>
                </a:solidFill>
              </a:defRPr>
            </a:lvl6pPr>
            <a:lvl7pPr marL="0" indent="0">
              <a:buNone/>
              <a:defRPr sz="600">
                <a:solidFill>
                  <a:srgbClr val="75787B"/>
                </a:solidFill>
              </a:defRPr>
            </a:lvl7pPr>
            <a:lvl8pPr marL="0" indent="0">
              <a:buNone/>
              <a:defRPr sz="600">
                <a:solidFill>
                  <a:srgbClr val="75787B"/>
                </a:solidFill>
              </a:defRPr>
            </a:lvl8pPr>
            <a:lvl9pPr marL="0" indent="0">
              <a:buNone/>
              <a:defRPr sz="600">
                <a:solidFill>
                  <a:srgbClr val="75787B"/>
                </a:solidFill>
              </a:defRPr>
            </a:lvl9pPr>
          </a:lstStyle>
          <a:p>
            <a:pPr lvl="8"/>
            <a:r>
              <a:rPr lang="en-US"/>
              <a:t>Click to add footnotes or disclaimer information</a:t>
            </a:r>
          </a:p>
        </p:txBody>
      </p:sp>
      <p:sp>
        <p:nvSpPr>
          <p:cNvPr id="7" name="Content Placeholder 14">
            <a:extLst>
              <a:ext uri="{FF2B5EF4-FFF2-40B4-BE49-F238E27FC236}">
                <a16:creationId xmlns:a16="http://schemas.microsoft.com/office/drawing/2014/main" id="{8BE58806-493A-43A7-588A-8383D4BFD9E2}"/>
              </a:ext>
            </a:extLst>
          </p:cNvPr>
          <p:cNvSpPr>
            <a:spLocks noGrp="1"/>
          </p:cNvSpPr>
          <p:nvPr>
            <p:ph sz="quarter" idx="18"/>
          </p:nvPr>
        </p:nvSpPr>
        <p:spPr>
          <a:xfrm>
            <a:off x="4781551" y="552450"/>
            <a:ext cx="6856412" cy="5614988"/>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D5898180-820F-A08A-0685-75299A62D197}"/>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tx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Title 6">
            <a:extLst>
              <a:ext uri="{FF2B5EF4-FFF2-40B4-BE49-F238E27FC236}">
                <a16:creationId xmlns:a16="http://schemas.microsoft.com/office/drawing/2014/main" id="{446E99B7-41B6-EF2A-4043-E90AA9BC51BA}"/>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2" name="Freeform 5">
            <a:extLst>
              <a:ext uri="{FF2B5EF4-FFF2-40B4-BE49-F238E27FC236}">
                <a16:creationId xmlns:a16="http://schemas.microsoft.com/office/drawing/2014/main" id="{37A12BAC-7CE9-5878-7C76-A1E57C36C87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98616968"/>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B8003664-EBF7-AE05-456F-9D95210B1FB2}"/>
              </a:ext>
            </a:extLst>
          </p:cNvPr>
          <p:cNvSpPr>
            <a:spLocks noGrp="1"/>
          </p:cNvSpPr>
          <p:nvPr>
            <p:ph type="body" sz="quarter" idx="18"/>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3">
            <a:extLst>
              <a:ext uri="{FF2B5EF4-FFF2-40B4-BE49-F238E27FC236}">
                <a16:creationId xmlns:a16="http://schemas.microsoft.com/office/drawing/2014/main" id="{58A03220-7283-8469-3E48-E6A54B72DE67}"/>
              </a:ext>
            </a:extLst>
          </p:cNvPr>
          <p:cNvSpPr>
            <a:spLocks noGrp="1"/>
          </p:cNvSpPr>
          <p:nvPr>
            <p:ph type="body" sz="quarter" idx="29"/>
          </p:nvPr>
        </p:nvSpPr>
        <p:spPr>
          <a:xfrm>
            <a:off x="546100" y="1849436"/>
            <a:ext cx="9683496"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AC44E031-9667-5445-F506-392861A50839}"/>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D599C468-2E5D-0E77-CA8C-A2470E504AE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29656485"/>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 name="Text Placeholder 15">
            <a:extLst>
              <a:ext uri="{FF2B5EF4-FFF2-40B4-BE49-F238E27FC236}">
                <a16:creationId xmlns:a16="http://schemas.microsoft.com/office/drawing/2014/main" id="{4CC30E8D-42E4-0384-765A-E32636D6AD9B}"/>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2" name="Freeform 5">
            <a:extLst>
              <a:ext uri="{FF2B5EF4-FFF2-40B4-BE49-F238E27FC236}">
                <a16:creationId xmlns:a16="http://schemas.microsoft.com/office/drawing/2014/main" id="{56FCD859-E8CD-1157-D9F9-9A6A6EAF94A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0638483"/>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 Column, Equal - Subhead/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9" name="Title 18">
            <a:extLst>
              <a:ext uri="{FF2B5EF4-FFF2-40B4-BE49-F238E27FC236}">
                <a16:creationId xmlns:a16="http://schemas.microsoft.com/office/drawing/2014/main" id="{4203C809-6284-F504-FD1D-2F733D8EF672}"/>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9DBD8FF5-701A-95F4-260E-E54FC660C38F}"/>
              </a:ext>
            </a:extLst>
          </p:cNvPr>
          <p:cNvSpPr>
            <a:spLocks noGrp="1"/>
          </p:cNvSpPr>
          <p:nvPr>
            <p:ph type="body" sz="quarter" idx="41"/>
          </p:nvPr>
        </p:nvSpPr>
        <p:spPr>
          <a:xfrm>
            <a:off x="546100" y="1127124"/>
            <a:ext cx="11094211" cy="295276"/>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Content Placeholder 16">
            <a:extLst>
              <a:ext uri="{FF2B5EF4-FFF2-40B4-BE49-F238E27FC236}">
                <a16:creationId xmlns:a16="http://schemas.microsoft.com/office/drawing/2014/main" id="{EE99AD3F-BADC-0A62-5455-2F629230E03A}"/>
              </a:ext>
            </a:extLst>
          </p:cNvPr>
          <p:cNvSpPr>
            <a:spLocks noGrp="1"/>
          </p:cNvSpPr>
          <p:nvPr>
            <p:ph sz="quarter" idx="43"/>
          </p:nvPr>
        </p:nvSpPr>
        <p:spPr>
          <a:xfrm>
            <a:off x="546100" y="3295650"/>
            <a:ext cx="5445125" cy="2437637"/>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13C4FDE-A81E-EF79-BD4B-61C6431C7630}"/>
              </a:ext>
            </a:extLst>
          </p:cNvPr>
          <p:cNvSpPr>
            <a:spLocks noGrp="1"/>
          </p:cNvSpPr>
          <p:nvPr>
            <p:ph sz="quarter" idx="44"/>
          </p:nvPr>
        </p:nvSpPr>
        <p:spPr>
          <a:xfrm>
            <a:off x="6194425" y="3295650"/>
            <a:ext cx="5443536" cy="2437638"/>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79AA7307-4097-61A7-6D7C-E1E31662FD7C}"/>
              </a:ext>
            </a:extLst>
          </p:cNvPr>
          <p:cNvSpPr>
            <a:spLocks noGrp="1"/>
          </p:cNvSpPr>
          <p:nvPr>
            <p:ph type="body" sz="quarter" idx="45"/>
          </p:nvPr>
        </p:nvSpPr>
        <p:spPr>
          <a:xfrm>
            <a:off x="546100" y="2714625"/>
            <a:ext cx="5445125" cy="29527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9" name="Text Placeholder 28">
            <a:extLst>
              <a:ext uri="{FF2B5EF4-FFF2-40B4-BE49-F238E27FC236}">
                <a16:creationId xmlns:a16="http://schemas.microsoft.com/office/drawing/2014/main" id="{B89766A0-7AF7-514F-D906-7F7B54DCA000}"/>
              </a:ext>
            </a:extLst>
          </p:cNvPr>
          <p:cNvSpPr>
            <a:spLocks noGrp="1"/>
          </p:cNvSpPr>
          <p:nvPr>
            <p:ph type="body" sz="quarter" idx="46"/>
          </p:nvPr>
        </p:nvSpPr>
        <p:spPr>
          <a:xfrm>
            <a:off x="6192838" y="2714625"/>
            <a:ext cx="5445125" cy="29451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EDBD991D-BB78-85F0-B91E-EBC747AE6986}"/>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2FEBD50D-5206-AC4E-D8CA-B4660A4466B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6940084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5" name="Title 4">
            <a:extLst>
              <a:ext uri="{FF2B5EF4-FFF2-40B4-BE49-F238E27FC236}">
                <a16:creationId xmlns:a16="http://schemas.microsoft.com/office/drawing/2014/main" id="{4D3A07AB-930B-F509-FF11-FF7EA66F18A9}"/>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0">
            <a:extLst>
              <a:ext uri="{FF2B5EF4-FFF2-40B4-BE49-F238E27FC236}">
                <a16:creationId xmlns:a16="http://schemas.microsoft.com/office/drawing/2014/main" id="{E7C5C99F-2E27-32AA-A2BB-FD22347F3EE1}"/>
              </a:ext>
            </a:extLst>
          </p:cNvPr>
          <p:cNvSpPr>
            <a:spLocks noGrp="1"/>
          </p:cNvSpPr>
          <p:nvPr>
            <p:ph type="body" sz="quarter" idx="21"/>
          </p:nvPr>
        </p:nvSpPr>
        <p:spPr>
          <a:xfrm>
            <a:off x="546100" y="1127125"/>
            <a:ext cx="11094211" cy="296861"/>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Content Placeholder 22">
            <a:extLst>
              <a:ext uri="{FF2B5EF4-FFF2-40B4-BE49-F238E27FC236}">
                <a16:creationId xmlns:a16="http://schemas.microsoft.com/office/drawing/2014/main" id="{C12BF8D2-A9C1-A94F-0BD2-3090AFC52369}"/>
              </a:ext>
            </a:extLst>
          </p:cNvPr>
          <p:cNvSpPr>
            <a:spLocks noGrp="1"/>
          </p:cNvSpPr>
          <p:nvPr>
            <p:ph sz="quarter" idx="23"/>
          </p:nvPr>
        </p:nvSpPr>
        <p:spPr>
          <a:xfrm>
            <a:off x="546100" y="2425700"/>
            <a:ext cx="3524249"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4">
            <a:extLst>
              <a:ext uri="{FF2B5EF4-FFF2-40B4-BE49-F238E27FC236}">
                <a16:creationId xmlns:a16="http://schemas.microsoft.com/office/drawing/2014/main" id="{9CD544D2-832B-F777-218B-C0F2BDC73B8C}"/>
              </a:ext>
            </a:extLst>
          </p:cNvPr>
          <p:cNvSpPr>
            <a:spLocks noGrp="1"/>
          </p:cNvSpPr>
          <p:nvPr>
            <p:ph sz="quarter" idx="24"/>
          </p:nvPr>
        </p:nvSpPr>
        <p:spPr>
          <a:xfrm>
            <a:off x="4333715" y="2425700"/>
            <a:ext cx="3520440"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65B5C789-A5F1-EB2A-667A-4B57F4569728}"/>
              </a:ext>
            </a:extLst>
          </p:cNvPr>
          <p:cNvSpPr>
            <a:spLocks noGrp="1"/>
          </p:cNvSpPr>
          <p:nvPr>
            <p:ph sz="quarter" idx="25"/>
          </p:nvPr>
        </p:nvSpPr>
        <p:spPr>
          <a:xfrm>
            <a:off x="8117522" y="2425701"/>
            <a:ext cx="3520440"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3">
            <a:extLst>
              <a:ext uri="{FF2B5EF4-FFF2-40B4-BE49-F238E27FC236}">
                <a16:creationId xmlns:a16="http://schemas.microsoft.com/office/drawing/2014/main" id="{72BCF22D-7BA9-AFDD-8C6C-56F01183A358}"/>
              </a:ext>
            </a:extLst>
          </p:cNvPr>
          <p:cNvSpPr>
            <a:spLocks noGrp="1"/>
          </p:cNvSpPr>
          <p:nvPr>
            <p:ph type="body" sz="quarter" idx="29"/>
          </p:nvPr>
        </p:nvSpPr>
        <p:spPr>
          <a:xfrm>
            <a:off x="546100" y="1849436"/>
            <a:ext cx="3524249"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57D9938D-921A-98B4-2E9A-9625F5D4F3CA}"/>
              </a:ext>
            </a:extLst>
          </p:cNvPr>
          <p:cNvSpPr>
            <a:spLocks noGrp="1"/>
          </p:cNvSpPr>
          <p:nvPr>
            <p:ph type="body" sz="quarter" idx="30"/>
          </p:nvPr>
        </p:nvSpPr>
        <p:spPr>
          <a:xfrm>
            <a:off x="4333715"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7" name="Text Placeholder 26">
            <a:extLst>
              <a:ext uri="{FF2B5EF4-FFF2-40B4-BE49-F238E27FC236}">
                <a16:creationId xmlns:a16="http://schemas.microsoft.com/office/drawing/2014/main" id="{447DAA16-0F93-6662-9A40-3E39052A6110}"/>
              </a:ext>
            </a:extLst>
          </p:cNvPr>
          <p:cNvSpPr>
            <a:spLocks noGrp="1"/>
          </p:cNvSpPr>
          <p:nvPr>
            <p:ph type="body" sz="quarter" idx="31"/>
          </p:nvPr>
        </p:nvSpPr>
        <p:spPr>
          <a:xfrm>
            <a:off x="8117522"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5CAF1221-6A5A-0633-8A9B-749363B15EC4}"/>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108F7FB7-B0F4-2E01-D444-E1B7E3B22AE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45089509"/>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4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5" name="Title 14">
            <a:extLst>
              <a:ext uri="{FF2B5EF4-FFF2-40B4-BE49-F238E27FC236}">
                <a16:creationId xmlns:a16="http://schemas.microsoft.com/office/drawing/2014/main" id="{EAD91B94-EA98-484A-C309-7B941BD49803}"/>
              </a:ext>
            </a:extLst>
          </p:cNvPr>
          <p:cNvSpPr>
            <a:spLocks noGrp="1"/>
          </p:cNvSpPr>
          <p:nvPr>
            <p:ph type="title"/>
          </p:nvPr>
        </p:nvSpPr>
        <p:spPr>
          <a:xfrm>
            <a:off x="546101" y="552450"/>
            <a:ext cx="11091862" cy="434975"/>
          </a:xfrm>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E816675F-4CFF-1424-BC2E-EB168984C8A9}"/>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2" name="Content Placeholder 22">
            <a:extLst>
              <a:ext uri="{FF2B5EF4-FFF2-40B4-BE49-F238E27FC236}">
                <a16:creationId xmlns:a16="http://schemas.microsoft.com/office/drawing/2014/main" id="{13CECA2D-47BD-D0C9-FDDA-04E397E25899}"/>
              </a:ext>
            </a:extLst>
          </p:cNvPr>
          <p:cNvSpPr>
            <a:spLocks noGrp="1"/>
          </p:cNvSpPr>
          <p:nvPr>
            <p:ph sz="quarter" idx="23"/>
          </p:nvPr>
        </p:nvSpPr>
        <p:spPr>
          <a:xfrm>
            <a:off x="546101" y="2425700"/>
            <a:ext cx="261937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4">
            <a:extLst>
              <a:ext uri="{FF2B5EF4-FFF2-40B4-BE49-F238E27FC236}">
                <a16:creationId xmlns:a16="http://schemas.microsoft.com/office/drawing/2014/main" id="{662EF311-9306-5498-F3D9-6F3991FF1E09}"/>
              </a:ext>
            </a:extLst>
          </p:cNvPr>
          <p:cNvSpPr>
            <a:spLocks noGrp="1"/>
          </p:cNvSpPr>
          <p:nvPr>
            <p:ph sz="quarter" idx="24"/>
          </p:nvPr>
        </p:nvSpPr>
        <p:spPr>
          <a:xfrm>
            <a:off x="3367088" y="2425700"/>
            <a:ext cx="2625725"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0">
            <a:extLst>
              <a:ext uri="{FF2B5EF4-FFF2-40B4-BE49-F238E27FC236}">
                <a16:creationId xmlns:a16="http://schemas.microsoft.com/office/drawing/2014/main" id="{3A80FA08-2EA7-E26E-1786-7FC321C07BC6}"/>
              </a:ext>
            </a:extLst>
          </p:cNvPr>
          <p:cNvSpPr>
            <a:spLocks noGrp="1"/>
          </p:cNvSpPr>
          <p:nvPr>
            <p:ph sz="quarter" idx="25"/>
          </p:nvPr>
        </p:nvSpPr>
        <p:spPr>
          <a:xfrm>
            <a:off x="6194426" y="2425701"/>
            <a:ext cx="2619375"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3">
            <a:extLst>
              <a:ext uri="{FF2B5EF4-FFF2-40B4-BE49-F238E27FC236}">
                <a16:creationId xmlns:a16="http://schemas.microsoft.com/office/drawing/2014/main" id="{6F3D1EEF-0D0B-1B3D-790A-E903BCE7629F}"/>
              </a:ext>
            </a:extLst>
          </p:cNvPr>
          <p:cNvSpPr>
            <a:spLocks noGrp="1"/>
          </p:cNvSpPr>
          <p:nvPr>
            <p:ph type="body" sz="quarter" idx="29"/>
          </p:nvPr>
        </p:nvSpPr>
        <p:spPr>
          <a:xfrm>
            <a:off x="546100" y="1849436"/>
            <a:ext cx="2619375"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F3E66951-696C-1D73-0C63-711EFABB807E}"/>
              </a:ext>
            </a:extLst>
          </p:cNvPr>
          <p:cNvSpPr>
            <a:spLocks noGrp="1"/>
          </p:cNvSpPr>
          <p:nvPr>
            <p:ph type="body" sz="quarter" idx="30"/>
          </p:nvPr>
        </p:nvSpPr>
        <p:spPr>
          <a:xfrm>
            <a:off x="3367089" y="1849438"/>
            <a:ext cx="262572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7" name="Text Placeholder 26">
            <a:extLst>
              <a:ext uri="{FF2B5EF4-FFF2-40B4-BE49-F238E27FC236}">
                <a16:creationId xmlns:a16="http://schemas.microsoft.com/office/drawing/2014/main" id="{22CCB024-1C7A-358D-17AA-DB143CC33E1A}"/>
              </a:ext>
            </a:extLst>
          </p:cNvPr>
          <p:cNvSpPr>
            <a:spLocks noGrp="1"/>
          </p:cNvSpPr>
          <p:nvPr>
            <p:ph type="body" sz="quarter" idx="31"/>
          </p:nvPr>
        </p:nvSpPr>
        <p:spPr>
          <a:xfrm>
            <a:off x="6194426" y="1849438"/>
            <a:ext cx="261937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Content Placeholder 38">
            <a:extLst>
              <a:ext uri="{FF2B5EF4-FFF2-40B4-BE49-F238E27FC236}">
                <a16:creationId xmlns:a16="http://schemas.microsoft.com/office/drawing/2014/main" id="{4C336508-10E1-4F40-6089-6E416628EAAC}"/>
              </a:ext>
            </a:extLst>
          </p:cNvPr>
          <p:cNvSpPr>
            <a:spLocks noGrp="1"/>
          </p:cNvSpPr>
          <p:nvPr>
            <p:ph sz="quarter" idx="32"/>
          </p:nvPr>
        </p:nvSpPr>
        <p:spPr>
          <a:xfrm>
            <a:off x="9015415" y="2425700"/>
            <a:ext cx="262254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40">
            <a:extLst>
              <a:ext uri="{FF2B5EF4-FFF2-40B4-BE49-F238E27FC236}">
                <a16:creationId xmlns:a16="http://schemas.microsoft.com/office/drawing/2014/main" id="{53BBD7EF-C3BF-D4E8-EF2B-6BC68E04ACCA}"/>
              </a:ext>
            </a:extLst>
          </p:cNvPr>
          <p:cNvSpPr>
            <a:spLocks noGrp="1"/>
          </p:cNvSpPr>
          <p:nvPr>
            <p:ph type="body" sz="quarter" idx="33"/>
          </p:nvPr>
        </p:nvSpPr>
        <p:spPr>
          <a:xfrm>
            <a:off x="9015412" y="1849436"/>
            <a:ext cx="2622549"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1B23D40B-9D9F-F3EF-0095-140FDCB91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2" name="Freeform 5">
            <a:extLst>
              <a:ext uri="{FF2B5EF4-FFF2-40B4-BE49-F238E27FC236}">
                <a16:creationId xmlns:a16="http://schemas.microsoft.com/office/drawing/2014/main" id="{6156507B-072C-8B0F-1D65-BF8332968C0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447004716"/>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 Column, Photo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6" name="Title 5">
            <a:extLst>
              <a:ext uri="{FF2B5EF4-FFF2-40B4-BE49-F238E27FC236}">
                <a16:creationId xmlns:a16="http://schemas.microsoft.com/office/drawing/2014/main" id="{FA65A5E6-24CF-BD36-5E96-8042A9E0ECC7}"/>
              </a:ext>
            </a:extLst>
          </p:cNvPr>
          <p:cNvSpPr>
            <a:spLocks noGrp="1"/>
          </p:cNvSpPr>
          <p:nvPr>
            <p:ph type="title"/>
          </p:nvPr>
        </p:nvSpPr>
        <p:spPr>
          <a:xfrm>
            <a:off x="546100" y="552450"/>
            <a:ext cx="5444329" cy="434975"/>
          </a:xfrm>
        </p:spPr>
        <p:txBody>
          <a:bodyPr/>
          <a:lstStyle>
            <a:lvl1pPr>
              <a:defRPr b="1"/>
            </a:lvl1pPr>
          </a:lstStyle>
          <a:p>
            <a:r>
              <a:rPr lang="en-US"/>
              <a:t>Click to edit Master title style</a:t>
            </a:r>
          </a:p>
        </p:txBody>
      </p:sp>
      <p:sp>
        <p:nvSpPr>
          <p:cNvPr id="16" name="Text Placeholder 11">
            <a:extLst>
              <a:ext uri="{FF2B5EF4-FFF2-40B4-BE49-F238E27FC236}">
                <a16:creationId xmlns:a16="http://schemas.microsoft.com/office/drawing/2014/main" id="{163054C7-C247-490C-C290-6EB0D4E9DC7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Content Placeholder 29">
            <a:extLst>
              <a:ext uri="{FF2B5EF4-FFF2-40B4-BE49-F238E27FC236}">
                <a16:creationId xmlns:a16="http://schemas.microsoft.com/office/drawing/2014/main" id="{75ADEAFE-4009-A3BC-3F86-F58A050AF5C0}"/>
              </a:ext>
            </a:extLst>
          </p:cNvPr>
          <p:cNvSpPr>
            <a:spLocks noGrp="1"/>
          </p:cNvSpPr>
          <p:nvPr>
            <p:ph sz="quarter" idx="27"/>
          </p:nvPr>
        </p:nvSpPr>
        <p:spPr>
          <a:xfrm>
            <a:off x="546892" y="2425700"/>
            <a:ext cx="544433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33">
            <a:extLst>
              <a:ext uri="{FF2B5EF4-FFF2-40B4-BE49-F238E27FC236}">
                <a16:creationId xmlns:a16="http://schemas.microsoft.com/office/drawing/2014/main" id="{C8FCEF29-492C-8F4E-A702-5AD89C03B6B4}"/>
              </a:ext>
            </a:extLst>
          </p:cNvPr>
          <p:cNvSpPr>
            <a:spLocks noGrp="1"/>
          </p:cNvSpPr>
          <p:nvPr>
            <p:ph type="body" sz="quarter" idx="29"/>
          </p:nvPr>
        </p:nvSpPr>
        <p:spPr>
          <a:xfrm>
            <a:off x="546893" y="1849437"/>
            <a:ext cx="5444332"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784A1C5E-04C1-2EA8-0F18-04949676E62B}"/>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8BBE648E-0B4C-2182-6968-71951322780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00218533"/>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ynamic Slices 1 / Light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4B789C02-8217-29F3-CCBF-88E3D196B36D}"/>
              </a:ext>
            </a:extLst>
          </p:cNvPr>
          <p:cNvSpPr>
            <a:spLocks noGrp="1"/>
          </p:cNvSpPr>
          <p:nvPr>
            <p:ph type="title"/>
          </p:nvPr>
        </p:nvSpPr>
        <p:spPr>
          <a:xfrm>
            <a:off x="546100" y="552450"/>
            <a:ext cx="6851651" cy="434975"/>
          </a:xfrm>
        </p:spPr>
        <p:txBody>
          <a:bodyPr/>
          <a:lstStyle>
            <a:lvl1pPr>
              <a:defRPr b="1"/>
            </a:lvl1pPr>
          </a:lstStyle>
          <a:p>
            <a:r>
              <a:rPr lang="en-US"/>
              <a:t>Click to edit Master title style</a:t>
            </a:r>
          </a:p>
        </p:txBody>
      </p:sp>
      <p:sp>
        <p:nvSpPr>
          <p:cNvPr id="5" name="Text Placeholder 11">
            <a:extLst>
              <a:ext uri="{FF2B5EF4-FFF2-40B4-BE49-F238E27FC236}">
                <a16:creationId xmlns:a16="http://schemas.microsoft.com/office/drawing/2014/main" id="{8BA902E5-1959-8D93-356A-51055AFC1FFA}"/>
              </a:ext>
            </a:extLst>
          </p:cNvPr>
          <p:cNvSpPr>
            <a:spLocks noGrp="1"/>
          </p:cNvSpPr>
          <p:nvPr>
            <p:ph type="body" sz="quarter" idx="23"/>
          </p:nvPr>
        </p:nvSpPr>
        <p:spPr>
          <a:xfrm>
            <a:off x="546100" y="1127125"/>
            <a:ext cx="6853046"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1" name="Content Placeholder 29">
            <a:extLst>
              <a:ext uri="{FF2B5EF4-FFF2-40B4-BE49-F238E27FC236}">
                <a16:creationId xmlns:a16="http://schemas.microsoft.com/office/drawing/2014/main" id="{9FBDFEC1-9F37-0749-6D25-E3B502E7E966}"/>
              </a:ext>
            </a:extLst>
          </p:cNvPr>
          <p:cNvSpPr>
            <a:spLocks noGrp="1"/>
          </p:cNvSpPr>
          <p:nvPr>
            <p:ph sz="quarter" idx="27"/>
          </p:nvPr>
        </p:nvSpPr>
        <p:spPr>
          <a:xfrm>
            <a:off x="546894" y="2425700"/>
            <a:ext cx="685085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3">
            <a:extLst>
              <a:ext uri="{FF2B5EF4-FFF2-40B4-BE49-F238E27FC236}">
                <a16:creationId xmlns:a16="http://schemas.microsoft.com/office/drawing/2014/main" id="{F955E566-2D25-F593-52AC-63C9C65B51E7}"/>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2146C6B3-79A7-75B4-A7CB-F11700C4B060}"/>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3903E591-5482-5B20-F994-23F01C04C3F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4853550"/>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Dynamic Slices 1 / Dark">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DFA82EE6-606F-A412-2CF2-001ACBC3F752}"/>
              </a:ext>
            </a:extLst>
          </p:cNvPr>
          <p:cNvSpPr>
            <a:spLocks noGrp="1"/>
          </p:cNvSpPr>
          <p:nvPr>
            <p:ph type="title"/>
          </p:nvPr>
        </p:nvSpPr>
        <p:spPr>
          <a:xfrm>
            <a:off x="546892" y="552449"/>
            <a:ext cx="6849111" cy="434975"/>
          </a:xfrm>
        </p:spPr>
        <p:txBody>
          <a:bodyPr/>
          <a:lstStyle>
            <a:lvl1pPr>
              <a:defRPr b="1">
                <a:solidFill>
                  <a:schemeClr val="accent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98C27CD0-E7ED-0F06-9583-C2455E4C7100}"/>
              </a:ext>
            </a:extLst>
          </p:cNvPr>
          <p:cNvSpPr>
            <a:spLocks noGrp="1"/>
          </p:cNvSpPr>
          <p:nvPr>
            <p:ph type="body" sz="quarter" idx="18"/>
          </p:nvPr>
        </p:nvSpPr>
        <p:spPr>
          <a:xfrm>
            <a:off x="548640" y="1127126"/>
            <a:ext cx="6849110"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53D2C7A-DCFA-04C5-B25D-045A4E287A01}"/>
              </a:ext>
            </a:extLst>
          </p:cNvPr>
          <p:cNvSpPr>
            <a:spLocks noGrp="1"/>
          </p:cNvSpPr>
          <p:nvPr>
            <p:ph type="body" sz="quarter" idx="19" hasCustomPrompt="1"/>
          </p:nvPr>
        </p:nvSpPr>
        <p:spPr>
          <a:xfrm>
            <a:off x="546540" y="6019800"/>
            <a:ext cx="684911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C0678888-447D-EFD9-9770-C2B47B8E8D77}"/>
              </a:ext>
            </a:extLst>
          </p:cNvPr>
          <p:cNvSpPr>
            <a:spLocks noGrp="1"/>
          </p:cNvSpPr>
          <p:nvPr>
            <p:ph sz="quarter" idx="23"/>
          </p:nvPr>
        </p:nvSpPr>
        <p:spPr>
          <a:xfrm>
            <a:off x="546540" y="1849438"/>
            <a:ext cx="6851209" cy="4017962"/>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EEC57330-93DD-4ACF-46E0-F0C3473B1B0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9691002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ynamic Slices 1 / Dark - Subhead">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2C685442-9E1D-96DF-CF89-A92CB871F5BC}"/>
              </a:ext>
            </a:extLst>
          </p:cNvPr>
          <p:cNvSpPr>
            <a:spLocks noGrp="1"/>
          </p:cNvSpPr>
          <p:nvPr>
            <p:ph type="title"/>
          </p:nvPr>
        </p:nvSpPr>
        <p:spPr>
          <a:xfrm>
            <a:off x="546891" y="552450"/>
            <a:ext cx="6850858" cy="428626"/>
          </a:xfrm>
        </p:spPr>
        <p:txBody>
          <a:bodyPr/>
          <a:lstStyle>
            <a:lvl1pPr>
              <a:defRPr b="1">
                <a:solidFill>
                  <a:schemeClr val="accent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9E6A5714-8F29-43FB-2C8C-E2BDF9308AA2}"/>
              </a:ext>
            </a:extLst>
          </p:cNvPr>
          <p:cNvSpPr>
            <a:spLocks noGrp="1"/>
          </p:cNvSpPr>
          <p:nvPr>
            <p:ph type="body" sz="quarter" idx="23"/>
          </p:nvPr>
        </p:nvSpPr>
        <p:spPr>
          <a:xfrm>
            <a:off x="546891" y="1127125"/>
            <a:ext cx="6852254"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23" name="Text Placeholder 33">
            <a:extLst>
              <a:ext uri="{FF2B5EF4-FFF2-40B4-BE49-F238E27FC236}">
                <a16:creationId xmlns:a16="http://schemas.microsoft.com/office/drawing/2014/main" id="{2B526351-496B-235F-61A3-4656D3654893}"/>
              </a:ext>
            </a:extLst>
          </p:cNvPr>
          <p:cNvSpPr>
            <a:spLocks noGrp="1"/>
          </p:cNvSpPr>
          <p:nvPr>
            <p:ph type="body" sz="quarter" idx="29"/>
          </p:nvPr>
        </p:nvSpPr>
        <p:spPr>
          <a:xfrm>
            <a:off x="539750" y="1849437"/>
            <a:ext cx="6857999"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D981F7B-3DFA-DAB1-22F5-DA649A21F2D3}"/>
              </a:ext>
            </a:extLst>
          </p:cNvPr>
          <p:cNvSpPr>
            <a:spLocks noGrp="1"/>
          </p:cNvSpPr>
          <p:nvPr>
            <p:ph sz="quarter" idx="45"/>
          </p:nvPr>
        </p:nvSpPr>
        <p:spPr>
          <a:xfrm>
            <a:off x="546891" y="2425700"/>
            <a:ext cx="6850859" cy="3441700"/>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744F74C0-A29C-C2D6-30C6-B4F4CA932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7047EC6C-8EB1-E762-D32C-8279EC73C7C1}"/>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3701217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ynamic Slices 2 / Light - Sub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4E9E3F-0E54-D2AC-2C3B-B2AD042CCF2F}"/>
              </a:ext>
            </a:extLst>
          </p:cNvPr>
          <p:cNvSpPr/>
          <p:nvPr/>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4864" y="6311900"/>
            <a:ext cx="3236581" cy="269875"/>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tx2"/>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9D388E5C-FB1D-8ADE-23C8-8F02759F89BF}"/>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0" name="Content Placeholder 29">
            <a:extLst>
              <a:ext uri="{FF2B5EF4-FFF2-40B4-BE49-F238E27FC236}">
                <a16:creationId xmlns:a16="http://schemas.microsoft.com/office/drawing/2014/main" id="{58C0D593-9DC8-91DA-877C-F657119FC2AA}"/>
              </a:ext>
            </a:extLst>
          </p:cNvPr>
          <p:cNvSpPr>
            <a:spLocks noGrp="1"/>
          </p:cNvSpPr>
          <p:nvPr>
            <p:ph sz="quarter" idx="27"/>
          </p:nvPr>
        </p:nvSpPr>
        <p:spPr>
          <a:xfrm>
            <a:off x="550069" y="2425700"/>
            <a:ext cx="684768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3">
            <a:extLst>
              <a:ext uri="{FF2B5EF4-FFF2-40B4-BE49-F238E27FC236}">
                <a16:creationId xmlns:a16="http://schemas.microsoft.com/office/drawing/2014/main" id="{F724E384-38F7-2332-6CDE-587ABAE34345}"/>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4EB62E2F-2E37-C08A-71AA-5EDB5BF3A79E}"/>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070F9FED-7587-9BA8-2238-305F92B0A992}"/>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6" name="Freeform 5">
            <a:extLst>
              <a:ext uri="{FF2B5EF4-FFF2-40B4-BE49-F238E27FC236}">
                <a16:creationId xmlns:a16="http://schemas.microsoft.com/office/drawing/2014/main" id="{79545D53-1DB6-4F7C-45C0-80C97BAC006C}"/>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513030449"/>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ynamic Slices 2 / Dark - Subhead">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610EE1-689A-470F-628F-EEA20DE95059}"/>
              </a:ext>
            </a:extLst>
          </p:cNvPr>
          <p:cNvSpPr/>
          <p:nvPr/>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4A49D3FC-5492-D318-3220-FE343B99E4C8}"/>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1167" y="6311900"/>
            <a:ext cx="3236581" cy="26987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accent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C9BE862-933D-B8D2-1646-E5CF8CEC4FF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4" name="Text Placeholder 33">
            <a:extLst>
              <a:ext uri="{FF2B5EF4-FFF2-40B4-BE49-F238E27FC236}">
                <a16:creationId xmlns:a16="http://schemas.microsoft.com/office/drawing/2014/main" id="{BCC2869B-FAAE-3BB6-A892-BE38C3B3A864}"/>
              </a:ext>
            </a:extLst>
          </p:cNvPr>
          <p:cNvSpPr>
            <a:spLocks noGrp="1"/>
          </p:cNvSpPr>
          <p:nvPr>
            <p:ph type="body" sz="quarter" idx="29"/>
          </p:nvPr>
        </p:nvSpPr>
        <p:spPr>
          <a:xfrm>
            <a:off x="546100" y="1849437"/>
            <a:ext cx="685164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5" name="Content Placeholder 25">
            <a:extLst>
              <a:ext uri="{FF2B5EF4-FFF2-40B4-BE49-F238E27FC236}">
                <a16:creationId xmlns:a16="http://schemas.microsoft.com/office/drawing/2014/main" id="{9D00109D-23D6-35EC-8D08-145972370CD0}"/>
              </a:ext>
            </a:extLst>
          </p:cNvPr>
          <p:cNvSpPr>
            <a:spLocks noGrp="1"/>
          </p:cNvSpPr>
          <p:nvPr>
            <p:ph sz="quarter" idx="45"/>
          </p:nvPr>
        </p:nvSpPr>
        <p:spPr>
          <a:xfrm>
            <a:off x="546100" y="2425700"/>
            <a:ext cx="6851650" cy="34417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5">
            <a:extLst>
              <a:ext uri="{FF2B5EF4-FFF2-40B4-BE49-F238E27FC236}">
                <a16:creationId xmlns:a16="http://schemas.microsoft.com/office/drawing/2014/main" id="{97A7D45A-2735-9F87-11E5-6BB0ED0226A8}"/>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28F8EF24-E6D9-E593-FB63-2A68B21B4BE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10669841"/>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ynamic Slices 3 / Light - Subhea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tx2"/>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42B1C8D0-9BF5-7D51-4653-BA462E698BF8}"/>
              </a:ext>
            </a:extLst>
          </p:cNvPr>
          <p:cNvSpPr>
            <a:spLocks noGrp="1"/>
          </p:cNvSpPr>
          <p:nvPr>
            <p:ph type="body" sz="quarter" idx="23"/>
          </p:nvPr>
        </p:nvSpPr>
        <p:spPr>
          <a:xfrm>
            <a:off x="546100" y="1127125"/>
            <a:ext cx="6853396"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9">
            <a:extLst>
              <a:ext uri="{FF2B5EF4-FFF2-40B4-BE49-F238E27FC236}">
                <a16:creationId xmlns:a16="http://schemas.microsoft.com/office/drawing/2014/main" id="{B08BBDC8-9EE2-4892-A502-EE24EF94D90E}"/>
              </a:ext>
            </a:extLst>
          </p:cNvPr>
          <p:cNvSpPr>
            <a:spLocks noGrp="1"/>
          </p:cNvSpPr>
          <p:nvPr>
            <p:ph sz="quarter" idx="27"/>
          </p:nvPr>
        </p:nvSpPr>
        <p:spPr>
          <a:xfrm>
            <a:off x="546100" y="2425700"/>
            <a:ext cx="6851650" cy="2725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3">
            <a:extLst>
              <a:ext uri="{FF2B5EF4-FFF2-40B4-BE49-F238E27FC236}">
                <a16:creationId xmlns:a16="http://schemas.microsoft.com/office/drawing/2014/main" id="{49A0AA3E-9575-EECD-E637-A3C1AED8E871}"/>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378C4A14-D3BD-0C77-5422-EA4EA16B7E7F}"/>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72BB9506-B167-D1C5-0F86-C217EEE5BFC3}"/>
              </a:ext>
            </a:extLst>
          </p:cNvPr>
          <p:cNvSpPr/>
          <p:nvPr/>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9">
            <a:extLst>
              <a:ext uri="{FF2B5EF4-FFF2-40B4-BE49-F238E27FC236}">
                <a16:creationId xmlns:a16="http://schemas.microsoft.com/office/drawing/2014/main" id="{1321E794-0491-E9E6-121A-E516B2215417}"/>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7" name="Text Placeholder 15">
            <a:extLst>
              <a:ext uri="{FF2B5EF4-FFF2-40B4-BE49-F238E27FC236}">
                <a16:creationId xmlns:a16="http://schemas.microsoft.com/office/drawing/2014/main" id="{8327AC3C-EC39-7757-AE4D-B3221D7D7FC1}"/>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6" name="Freeform 5">
            <a:extLst>
              <a:ext uri="{FF2B5EF4-FFF2-40B4-BE49-F238E27FC236}">
                <a16:creationId xmlns:a16="http://schemas.microsoft.com/office/drawing/2014/main" id="{B694B6C5-C7B8-D1A4-A0B2-9D7D310779A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358458163"/>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ynamic Slices 3 / Dark - Subhead">
    <p:bg>
      <p:bgPr>
        <a:solidFill>
          <a:schemeClr val="tx2"/>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accent1"/>
                </a:solidFill>
              </a:defRPr>
            </a:lvl1pPr>
          </a:lstStyle>
          <a:p>
            <a:r>
              <a:rPr lang="en-US"/>
              <a:t>Click to edit Master title style</a:t>
            </a:r>
          </a:p>
        </p:txBody>
      </p:sp>
      <p:sp>
        <p:nvSpPr>
          <p:cNvPr id="13" name="Text Placeholder 11">
            <a:extLst>
              <a:ext uri="{FF2B5EF4-FFF2-40B4-BE49-F238E27FC236}">
                <a16:creationId xmlns:a16="http://schemas.microsoft.com/office/drawing/2014/main" id="{C1B3D74E-B270-D5EC-6F1E-2F3F425D169B}"/>
              </a:ext>
            </a:extLst>
          </p:cNvPr>
          <p:cNvSpPr>
            <a:spLocks noGrp="1"/>
          </p:cNvSpPr>
          <p:nvPr>
            <p:ph type="body" sz="quarter" idx="23"/>
          </p:nvPr>
        </p:nvSpPr>
        <p:spPr>
          <a:xfrm>
            <a:off x="546892" y="1127125"/>
            <a:ext cx="6853452"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Text Placeholder 33">
            <a:extLst>
              <a:ext uri="{FF2B5EF4-FFF2-40B4-BE49-F238E27FC236}">
                <a16:creationId xmlns:a16="http://schemas.microsoft.com/office/drawing/2014/main" id="{FC341142-156C-1A12-BFCF-8E43F622EC84}"/>
              </a:ext>
            </a:extLst>
          </p:cNvPr>
          <p:cNvSpPr>
            <a:spLocks noGrp="1"/>
          </p:cNvSpPr>
          <p:nvPr>
            <p:ph type="body" sz="quarter" idx="29"/>
          </p:nvPr>
        </p:nvSpPr>
        <p:spPr>
          <a:xfrm>
            <a:off x="546892" y="1849437"/>
            <a:ext cx="685085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697DE6C5-E6D7-D5B0-D5AF-03E4A50E0461}"/>
              </a:ext>
            </a:extLst>
          </p:cNvPr>
          <p:cNvSpPr>
            <a:spLocks noGrp="1"/>
          </p:cNvSpPr>
          <p:nvPr>
            <p:ph sz="quarter" idx="45"/>
          </p:nvPr>
        </p:nvSpPr>
        <p:spPr>
          <a:xfrm>
            <a:off x="546892" y="2425700"/>
            <a:ext cx="6850858" cy="272573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9">
            <a:extLst>
              <a:ext uri="{FF2B5EF4-FFF2-40B4-BE49-F238E27FC236}">
                <a16:creationId xmlns:a16="http://schemas.microsoft.com/office/drawing/2014/main" id="{C6BD3E9F-3FB2-86B5-5D44-D025A9DEC744}"/>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CEE01ADF-2A73-83EE-EE3F-AC171880FCD8}"/>
              </a:ext>
            </a:extLst>
          </p:cNvPr>
          <p:cNvSpPr/>
          <p:nvPr/>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254E1435-77AE-ED78-111D-A9A3F32B09FD}"/>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5E150DC8-4D22-1AE0-F80F-F6BA63119D1D}"/>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6" name="Freeform 5">
            <a:extLst>
              <a:ext uri="{FF2B5EF4-FFF2-40B4-BE49-F238E27FC236}">
                <a16:creationId xmlns:a16="http://schemas.microsoft.com/office/drawing/2014/main" id="{5D1BE82C-6923-10A9-FD44-0C39CC738314}"/>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99377166"/>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 Column - Thirds Right">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B9BC941-343A-ECD1-D9EB-762F51A4DB1C}"/>
              </a:ext>
            </a:extLst>
          </p:cNvPr>
          <p:cNvSpPr/>
          <p:nvPr/>
        </p:nvSpPr>
        <p:spPr bwMode="hidden">
          <a:xfrm>
            <a:off x="4072128" y="0"/>
            <a:ext cx="2706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5650459-F1D6-356F-1BD0-28F741FD03A7}"/>
              </a:ext>
            </a:extLst>
          </p:cNvPr>
          <p:cNvSpPr/>
          <p:nvPr/>
        </p:nvSpPr>
        <p:spPr bwMode="hidden">
          <a:xfrm>
            <a:off x="6778752" y="0"/>
            <a:ext cx="270662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231D05A-0C4D-9AD2-7B54-AEC3D27C0526}"/>
              </a:ext>
            </a:extLst>
          </p:cNvPr>
          <p:cNvSpPr/>
          <p:nvPr/>
        </p:nvSpPr>
        <p:spPr bwMode="hidden">
          <a:xfrm>
            <a:off x="9485376" y="0"/>
            <a:ext cx="2706624" cy="6858000"/>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0">
            <a:extLst>
              <a:ext uri="{FF2B5EF4-FFF2-40B4-BE49-F238E27FC236}">
                <a16:creationId xmlns:a16="http://schemas.microsoft.com/office/drawing/2014/main" id="{B88CC021-CDD2-6418-1ADC-6959FDAC120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7" name="Content Placeholder 22">
            <a:extLst>
              <a:ext uri="{FF2B5EF4-FFF2-40B4-BE49-F238E27FC236}">
                <a16:creationId xmlns:a16="http://schemas.microsoft.com/office/drawing/2014/main" id="{97E0F40B-B869-0C41-17E9-7CB4DEBBA384}"/>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9" name="Content Placeholder 38">
            <a:extLst>
              <a:ext uri="{FF2B5EF4-FFF2-40B4-BE49-F238E27FC236}">
                <a16:creationId xmlns:a16="http://schemas.microsoft.com/office/drawing/2014/main" id="{B8FB8A65-64DE-688C-A8C8-69259DE4ACFC}"/>
              </a:ext>
            </a:extLst>
          </p:cNvPr>
          <p:cNvSpPr>
            <a:spLocks noGrp="1"/>
          </p:cNvSpPr>
          <p:nvPr>
            <p:ph sz="quarter" idx="51"/>
          </p:nvPr>
        </p:nvSpPr>
        <p:spPr>
          <a:xfrm>
            <a:off x="4287584" y="2714626"/>
            <a:ext cx="1947672" cy="2727324"/>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Content Placeholder 40">
            <a:extLst>
              <a:ext uri="{FF2B5EF4-FFF2-40B4-BE49-F238E27FC236}">
                <a16:creationId xmlns:a16="http://schemas.microsoft.com/office/drawing/2014/main" id="{83F5807E-64D9-26C9-A052-A940055EC2EC}"/>
              </a:ext>
            </a:extLst>
          </p:cNvPr>
          <p:cNvSpPr>
            <a:spLocks noGrp="1"/>
          </p:cNvSpPr>
          <p:nvPr>
            <p:ph sz="quarter" idx="52"/>
          </p:nvPr>
        </p:nvSpPr>
        <p:spPr>
          <a:xfrm>
            <a:off x="6988240" y="2714625"/>
            <a:ext cx="1947672" cy="2727325"/>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Content Placeholder 42">
            <a:extLst>
              <a:ext uri="{FF2B5EF4-FFF2-40B4-BE49-F238E27FC236}">
                <a16:creationId xmlns:a16="http://schemas.microsoft.com/office/drawing/2014/main" id="{D4223DE0-4467-4663-D8D2-667F2C64D3E3}"/>
              </a:ext>
            </a:extLst>
          </p:cNvPr>
          <p:cNvSpPr>
            <a:spLocks noGrp="1"/>
          </p:cNvSpPr>
          <p:nvPr>
            <p:ph sz="quarter" idx="53"/>
          </p:nvPr>
        </p:nvSpPr>
        <p:spPr>
          <a:xfrm>
            <a:off x="9694862" y="2714625"/>
            <a:ext cx="1943101" cy="272732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2" name="Title 6">
            <a:extLst>
              <a:ext uri="{FF2B5EF4-FFF2-40B4-BE49-F238E27FC236}">
                <a16:creationId xmlns:a16="http://schemas.microsoft.com/office/drawing/2014/main" id="{A89FE490-E7D7-201C-0720-BA02B4F4870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3" name="Text Placeholder 15">
            <a:extLst>
              <a:ext uri="{FF2B5EF4-FFF2-40B4-BE49-F238E27FC236}">
                <a16:creationId xmlns:a16="http://schemas.microsoft.com/office/drawing/2014/main" id="{396E7F2F-B56B-CEA9-9D31-122E703BDBE9}"/>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5" name="Freeform 5">
            <a:extLst>
              <a:ext uri="{FF2B5EF4-FFF2-40B4-BE49-F238E27FC236}">
                <a16:creationId xmlns:a16="http://schemas.microsoft.com/office/drawing/2014/main" id="{BFED345C-D399-29B7-D0B5-F9199E5BF1E1}"/>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31895289"/>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 Column Left - Custom Column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p:nvSpPr>
        <p:spPr bwMode="hidden">
          <a:xfrm>
            <a:off x="4059886" y="0"/>
            <a:ext cx="813211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10">
            <a:extLst>
              <a:ext uri="{FF2B5EF4-FFF2-40B4-BE49-F238E27FC236}">
                <a16:creationId xmlns:a16="http://schemas.microsoft.com/office/drawing/2014/main" id="{BAECEC3D-770F-7250-26AF-412E70DE9C76}"/>
              </a:ext>
            </a:extLst>
          </p:cNvPr>
          <p:cNvSpPr>
            <a:spLocks noGrp="1"/>
          </p:cNvSpPr>
          <p:nvPr>
            <p:ph type="ftr" sz="quarter" idx="33"/>
          </p:nvPr>
        </p:nvSpPr>
        <p:spPr/>
        <p:txBody>
          <a:bodyPr/>
          <a:lstStyle>
            <a:lvl1pPr>
              <a:defRPr>
                <a:solidFill>
                  <a:schemeClr val="bg1"/>
                </a:solidFill>
              </a:defRPr>
            </a:lvl1pPr>
          </a:lstStyle>
          <a:p>
            <a:endParaRPr lang="en-US"/>
          </a:p>
        </p:txBody>
      </p:sp>
      <p:sp>
        <p:nvSpPr>
          <p:cNvPr id="16" name="Slide Number Placeholder 15">
            <a:extLst>
              <a:ext uri="{FF2B5EF4-FFF2-40B4-BE49-F238E27FC236}">
                <a16:creationId xmlns:a16="http://schemas.microsoft.com/office/drawing/2014/main" id="{C768E3CA-EE05-5C0C-7FDE-235DD91067BA}"/>
              </a:ext>
            </a:extLst>
          </p:cNvPr>
          <p:cNvSpPr>
            <a:spLocks noGrp="1"/>
          </p:cNvSpPr>
          <p:nvPr>
            <p:ph type="sldNum" sz="quarter" idx="34"/>
          </p:nvPr>
        </p:nvSpPr>
        <p:spPr/>
        <p:txBody>
          <a:bodyPr/>
          <a:lstStyle>
            <a:lvl1pPr>
              <a:defRPr>
                <a:solidFill>
                  <a:schemeClr val="bg1"/>
                </a:solidFill>
              </a:defRPr>
            </a:lvl1pPr>
          </a:lstStyle>
          <a:p>
            <a:fld id="{70C12960-6E85-460F-B6E3-5B82CB31AF3D}" type="slidenum">
              <a:rPr lang="en-US" smtClean="0"/>
              <a:t>‹#›</a:t>
            </a:fld>
            <a:endParaRPr lang="en-US"/>
          </a:p>
        </p:txBody>
      </p:sp>
      <p:sp>
        <p:nvSpPr>
          <p:cNvPr id="31" name="Content Placeholder 30">
            <a:extLst>
              <a:ext uri="{FF2B5EF4-FFF2-40B4-BE49-F238E27FC236}">
                <a16:creationId xmlns:a16="http://schemas.microsoft.com/office/drawing/2014/main" id="{11D2A5E2-5CF6-5A53-7EC3-8225F0D7FD1E}"/>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00</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325EC07-DA2D-56D3-9A3C-C6F0509F3655}"/>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34DD913C-76A7-91A4-17C2-6A7974B58E09}"/>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91F7FEDE-0C8C-BB6B-64FE-0D7DAA4C41CC}"/>
              </a:ext>
            </a:extLst>
          </p:cNvPr>
          <p:cNvSpPr>
            <a:spLocks noGrp="1"/>
          </p:cNvSpPr>
          <p:nvPr>
            <p:ph sz="quarter" idx="52" hasCustomPrompt="1"/>
          </p:nvPr>
        </p:nvSpPr>
        <p:spPr>
          <a:xfrm>
            <a:off x="4781550" y="3013075"/>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F341F831-D937-52AC-79EE-ED9B317A7A26}"/>
              </a:ext>
            </a:extLst>
          </p:cNvPr>
          <p:cNvSpPr>
            <a:spLocks noGrp="1"/>
          </p:cNvSpPr>
          <p:nvPr>
            <p:ph sz="quarter" idx="53" hasCustomPrompt="1"/>
          </p:nvPr>
        </p:nvSpPr>
        <p:spPr>
          <a:xfrm>
            <a:off x="7157707" y="3013074"/>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34CDFFDE-72E2-952B-48CC-53250B995DFF}"/>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8" name="Content Placeholder 22">
            <a:extLst>
              <a:ext uri="{FF2B5EF4-FFF2-40B4-BE49-F238E27FC236}">
                <a16:creationId xmlns:a16="http://schemas.microsoft.com/office/drawing/2014/main" id="{C02129BC-D2F1-AF81-2823-6E740AF493D7}"/>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Text Placeholder 10">
            <a:extLst>
              <a:ext uri="{FF2B5EF4-FFF2-40B4-BE49-F238E27FC236}">
                <a16:creationId xmlns:a16="http://schemas.microsoft.com/office/drawing/2014/main" id="{3A93C570-0446-36E3-22F3-74B2BB477D5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6" name="Title 6">
            <a:extLst>
              <a:ext uri="{FF2B5EF4-FFF2-40B4-BE49-F238E27FC236}">
                <a16:creationId xmlns:a16="http://schemas.microsoft.com/office/drawing/2014/main" id="{13B72EC4-4566-EC6B-A3BA-3F1FF6F53E3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5" name="Text Placeholder 15">
            <a:extLst>
              <a:ext uri="{FF2B5EF4-FFF2-40B4-BE49-F238E27FC236}">
                <a16:creationId xmlns:a16="http://schemas.microsoft.com/office/drawing/2014/main" id="{B714B279-2E1C-B28A-E146-0BABC390A6C0}"/>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7" name="Freeform 5">
            <a:extLst>
              <a:ext uri="{FF2B5EF4-FFF2-40B4-BE49-F238E27FC236}">
                <a16:creationId xmlns:a16="http://schemas.microsoft.com/office/drawing/2014/main" id="{93667A40-3C8E-53EB-754C-7A3CABAB415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89162230"/>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 Column Left - Quadra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0A8DD4-AFB3-6A0D-E0DC-BE0C252106E0}"/>
              </a:ext>
            </a:extLst>
          </p:cNvPr>
          <p:cNvSpPr>
            <a:spLocks/>
          </p:cNvSpPr>
          <p:nvPr/>
        </p:nvSpPr>
        <p:spPr>
          <a:xfrm>
            <a:off x="4055115" y="-3224"/>
            <a:ext cx="8136885" cy="68612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F7171D-56DB-60BD-88D4-7F7BF6A5CD65}"/>
              </a:ext>
            </a:extLst>
          </p:cNvPr>
          <p:cNvSpPr/>
          <p:nvPr/>
        </p:nvSpPr>
        <p:spPr>
          <a:xfrm>
            <a:off x="4055115" y="342900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66F2CC-C885-AE48-D625-8EF6963758F0}"/>
              </a:ext>
            </a:extLst>
          </p:cNvPr>
          <p:cNvSpPr/>
          <p:nvPr/>
        </p:nvSpPr>
        <p:spPr>
          <a:xfrm>
            <a:off x="8121341" y="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5115" y="-3223"/>
            <a:ext cx="4069080" cy="3429000"/>
          </a:xfrm>
          <a:noFill/>
        </p:spPr>
        <p:txBody>
          <a:bodyPr lIns="548640" tIns="0" rIns="548640" bIns="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496993" y="3747156"/>
            <a:ext cx="3320934" cy="2795912"/>
          </a:xfrm>
          <a:noFill/>
        </p:spPr>
        <p:txBody>
          <a:bodyPr lIns="548640" tIns="0" rIns="548640" bIns="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5115" y="342900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22920" y="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2">
            <a:extLst>
              <a:ext uri="{FF2B5EF4-FFF2-40B4-BE49-F238E27FC236}">
                <a16:creationId xmlns:a16="http://schemas.microsoft.com/office/drawing/2014/main" id="{DDB00E5E-1D90-1933-197B-7CD62612CAD5}"/>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7" name="Text Placeholder 10">
            <a:extLst>
              <a:ext uri="{FF2B5EF4-FFF2-40B4-BE49-F238E27FC236}">
                <a16:creationId xmlns:a16="http://schemas.microsoft.com/office/drawing/2014/main" id="{320E4C27-6840-3230-C8EB-57DAF73640B5}"/>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8" name="Title 6">
            <a:extLst>
              <a:ext uri="{FF2B5EF4-FFF2-40B4-BE49-F238E27FC236}">
                <a16:creationId xmlns:a16="http://schemas.microsoft.com/office/drawing/2014/main" id="{1B379227-098B-CF21-C287-65FA32B3F932}"/>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6" name="Text Placeholder 15">
            <a:extLst>
              <a:ext uri="{FF2B5EF4-FFF2-40B4-BE49-F238E27FC236}">
                <a16:creationId xmlns:a16="http://schemas.microsoft.com/office/drawing/2014/main" id="{71F65CD9-23AF-27E9-3070-0D6BC927D59F}"/>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9" name="Freeform 5">
            <a:extLst>
              <a:ext uri="{FF2B5EF4-FFF2-40B4-BE49-F238E27FC236}">
                <a16:creationId xmlns:a16="http://schemas.microsoft.com/office/drawing/2014/main" id="{586F1A35-FCC7-078E-FE8F-4BAAA2DC070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99196544"/>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a:xfrm>
            <a:off x="546100" y="552450"/>
            <a:ext cx="11091861" cy="434975"/>
          </a:xfrm>
        </p:spPr>
        <p:txBody>
          <a:bodyPr/>
          <a:lstStyle>
            <a:lvl1pPr>
              <a:defRPr b="1">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6100" y="1127125"/>
            <a:ext cx="1109186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23EA351B-2744-2292-EA13-ECF616B5AF66}"/>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46100" y="271541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5"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50632" y="2715417"/>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7" y="271660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2"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 name="Freeform 5">
            <a:extLst>
              <a:ext uri="{FF2B5EF4-FFF2-40B4-BE49-F238E27FC236}">
                <a16:creationId xmlns:a16="http://schemas.microsoft.com/office/drawing/2014/main" id="{22FC28BE-F8D7-09E1-22AB-690FA3B1A1C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951736063"/>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 Column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3429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89B32E50-9450-0A92-9772-59EA93C40AE7}"/>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4" name="Text Placeholder 15">
            <a:extLst>
              <a:ext uri="{FF2B5EF4-FFF2-40B4-BE49-F238E27FC236}">
                <a16:creationId xmlns:a16="http://schemas.microsoft.com/office/drawing/2014/main" id="{81B1CE43-1A7D-92BC-9BE0-98FB6FC0D573}"/>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15" name="Content Placeholder 32">
            <a:extLst>
              <a:ext uri="{FF2B5EF4-FFF2-40B4-BE49-F238E27FC236}">
                <a16:creationId xmlns:a16="http://schemas.microsoft.com/office/drawing/2014/main" id="{BA6EB3DD-394B-9F7E-9B89-633914C3BBFB}"/>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5BB03F0A-D74D-D67C-7DAC-CF0BD1A2F886}"/>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A4CFDEF4-9A06-FDBA-C4CA-F65EF5657C9A}"/>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Freeform 5">
            <a:extLst>
              <a:ext uri="{FF2B5EF4-FFF2-40B4-BE49-F238E27FC236}">
                <a16:creationId xmlns:a16="http://schemas.microsoft.com/office/drawing/2014/main" id="{A4E09009-98DF-85B9-79D6-B5C6BE79B1C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80157701"/>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 Column - Photo Top/Icon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2570163"/>
          </a:xfrm>
          <a:solidFill>
            <a:schemeClr val="bg1">
              <a:lumMod val="65000"/>
            </a:schemeClr>
          </a:solidFill>
        </p:spPr>
        <p:txBody>
          <a:bodyPr tIns="54864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Title 3">
            <a:extLst>
              <a:ext uri="{FF2B5EF4-FFF2-40B4-BE49-F238E27FC236}">
                <a16:creationId xmlns:a16="http://schemas.microsoft.com/office/drawing/2014/main" id="{DBDE9691-3D56-DAA7-8818-1939ACD60B6C}"/>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6" name="Text Placeholder 10">
            <a:extLst>
              <a:ext uri="{FF2B5EF4-FFF2-40B4-BE49-F238E27FC236}">
                <a16:creationId xmlns:a16="http://schemas.microsoft.com/office/drawing/2014/main" id="{6805229E-B1FB-69C3-19F0-88C0E54FE8AD}"/>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Content Placeholder 32">
            <a:extLst>
              <a:ext uri="{FF2B5EF4-FFF2-40B4-BE49-F238E27FC236}">
                <a16:creationId xmlns:a16="http://schemas.microsoft.com/office/drawing/2014/main" id="{A987ED96-C80E-4781-0F7F-E940B58D1115}"/>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5">
            <a:extLst>
              <a:ext uri="{FF2B5EF4-FFF2-40B4-BE49-F238E27FC236}">
                <a16:creationId xmlns:a16="http://schemas.microsoft.com/office/drawing/2014/main" id="{8E8CFD94-7258-5E47-4E33-9E574B7B0C33}"/>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B9EFDEF9-B5E4-7A79-CE8B-DD409F6BDE1B}"/>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Text Placeholder 15">
            <a:extLst>
              <a:ext uri="{FF2B5EF4-FFF2-40B4-BE49-F238E27FC236}">
                <a16:creationId xmlns:a16="http://schemas.microsoft.com/office/drawing/2014/main" id="{3D856A28-9B6E-E579-34D8-AD7CC03EA18D}"/>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72C6C872-3D3A-684B-E907-A6014422EB5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68853472"/>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x3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1"/>
            <a:ext cx="12192000" cy="1700212"/>
          </a:xfrm>
          <a:solidFill>
            <a:schemeClr val="bg1">
              <a:lumMod val="65000"/>
            </a:schemeClr>
          </a:solidFill>
        </p:spPr>
        <p:txBody>
          <a:bodyPr lIns="256032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Title 3">
            <a:extLst>
              <a:ext uri="{FF2B5EF4-FFF2-40B4-BE49-F238E27FC236}">
                <a16:creationId xmlns:a16="http://schemas.microsoft.com/office/drawing/2014/main" id="{38E069FA-BCFF-0525-82A8-9D43A0F7FFAD}"/>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310489FA-6FE3-5196-57BA-4C39CF6D97C9}"/>
              </a:ext>
            </a:extLst>
          </p:cNvPr>
          <p:cNvSpPr>
            <a:spLocks noGrp="1"/>
          </p:cNvSpPr>
          <p:nvPr>
            <p:ph type="body" sz="quarter" idx="45"/>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9BA8EFE1-927F-55D6-A4B0-B8DDF6AF954B}"/>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0" name="Content Placeholder 32">
            <a:extLst>
              <a:ext uri="{FF2B5EF4-FFF2-40B4-BE49-F238E27FC236}">
                <a16:creationId xmlns:a16="http://schemas.microsoft.com/office/drawing/2014/main" id="{0C04A2DB-44E7-1779-7153-66AE7C17B9DA}"/>
              </a:ext>
            </a:extLst>
          </p:cNvPr>
          <p:cNvSpPr>
            <a:spLocks noGrp="1"/>
          </p:cNvSpPr>
          <p:nvPr>
            <p:ph sz="quarter" idx="49"/>
          </p:nvPr>
        </p:nvSpPr>
        <p:spPr>
          <a:xfrm>
            <a:off x="546100"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p:txBody>
      </p:sp>
      <p:sp>
        <p:nvSpPr>
          <p:cNvPr id="24" name="Content Placeholder 15">
            <a:extLst>
              <a:ext uri="{FF2B5EF4-FFF2-40B4-BE49-F238E27FC236}">
                <a16:creationId xmlns:a16="http://schemas.microsoft.com/office/drawing/2014/main" id="{CF9DFE53-830B-1A4C-F472-E0E7B9624139}"/>
              </a:ext>
            </a:extLst>
          </p:cNvPr>
          <p:cNvSpPr>
            <a:spLocks noGrp="1"/>
          </p:cNvSpPr>
          <p:nvPr>
            <p:ph sz="quarter" idx="50"/>
          </p:nvPr>
        </p:nvSpPr>
        <p:spPr>
          <a:xfrm>
            <a:off x="4335779"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5" name="Content Placeholder 17">
            <a:extLst>
              <a:ext uri="{FF2B5EF4-FFF2-40B4-BE49-F238E27FC236}">
                <a16:creationId xmlns:a16="http://schemas.microsoft.com/office/drawing/2014/main" id="{9C6C9551-6B74-0885-811D-B5B985D52982}"/>
              </a:ext>
            </a:extLst>
          </p:cNvPr>
          <p:cNvSpPr>
            <a:spLocks noGrp="1"/>
          </p:cNvSpPr>
          <p:nvPr>
            <p:ph sz="quarter" idx="51"/>
          </p:nvPr>
        </p:nvSpPr>
        <p:spPr>
          <a:xfrm>
            <a:off x="8125460" y="2847975"/>
            <a:ext cx="3520440" cy="9906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6" name="Content Placeholder 20">
            <a:extLst>
              <a:ext uri="{FF2B5EF4-FFF2-40B4-BE49-F238E27FC236}">
                <a16:creationId xmlns:a16="http://schemas.microsoft.com/office/drawing/2014/main" id="{2A0BC643-D0E4-E606-F236-457295E113C5}"/>
              </a:ext>
            </a:extLst>
          </p:cNvPr>
          <p:cNvSpPr>
            <a:spLocks noGrp="1"/>
          </p:cNvSpPr>
          <p:nvPr>
            <p:ph sz="quarter" idx="52"/>
          </p:nvPr>
        </p:nvSpPr>
        <p:spPr>
          <a:xfrm>
            <a:off x="546100" y="4942256"/>
            <a:ext cx="3529172"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7" name="Content Placeholder 33">
            <a:extLst>
              <a:ext uri="{FF2B5EF4-FFF2-40B4-BE49-F238E27FC236}">
                <a16:creationId xmlns:a16="http://schemas.microsoft.com/office/drawing/2014/main" id="{A2615C15-0FEC-C591-F37F-CCD2AAD8F80C}"/>
              </a:ext>
            </a:extLst>
          </p:cNvPr>
          <p:cNvSpPr>
            <a:spLocks noGrp="1"/>
          </p:cNvSpPr>
          <p:nvPr>
            <p:ph sz="quarter" idx="53"/>
          </p:nvPr>
        </p:nvSpPr>
        <p:spPr>
          <a:xfrm>
            <a:off x="4335779" y="4942257"/>
            <a:ext cx="3520440" cy="1015999"/>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9" name="Content Placeholder 28">
            <a:extLst>
              <a:ext uri="{FF2B5EF4-FFF2-40B4-BE49-F238E27FC236}">
                <a16:creationId xmlns:a16="http://schemas.microsoft.com/office/drawing/2014/main" id="{9C9DFC81-DE9E-FF0E-B59B-9F9419556889}"/>
              </a:ext>
            </a:extLst>
          </p:cNvPr>
          <p:cNvSpPr>
            <a:spLocks noGrp="1"/>
          </p:cNvSpPr>
          <p:nvPr>
            <p:ph sz="quarter" idx="54"/>
          </p:nvPr>
        </p:nvSpPr>
        <p:spPr>
          <a:xfrm>
            <a:off x="8116726" y="4942256"/>
            <a:ext cx="3521237"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Freeform 5">
            <a:extLst>
              <a:ext uri="{FF2B5EF4-FFF2-40B4-BE49-F238E27FC236}">
                <a16:creationId xmlns:a16="http://schemas.microsoft.com/office/drawing/2014/main" id="{B8FAB545-20D3-B544-2110-57A5CE4B0C6D}"/>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99712279"/>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389CF949-356F-DAE1-321E-1CAE04873A6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85576103"/>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Only - Dark mode">
    <p:bg>
      <p:bgPr>
        <a:solidFill>
          <a:schemeClr val="tx2"/>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solidFill>
                  <a:schemeClr val="bg1"/>
                </a:solidFill>
              </a:defRPr>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941D8C29-5EB8-6E4E-550A-C6874AEEF1A9}"/>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46183703"/>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 2/3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p:nvSpPr>
        <p:spPr>
          <a:xfrm>
            <a:off x="4060168" y="0"/>
            <a:ext cx="8131831"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Title 8">
            <a:extLst>
              <a:ext uri="{FF2B5EF4-FFF2-40B4-BE49-F238E27FC236}">
                <a16:creationId xmlns:a16="http://schemas.microsoft.com/office/drawing/2014/main" id="{E812AC54-ED95-2411-5933-F69B13AD9D5C}"/>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80AA0A29-18D9-940B-268C-735EF5D18A66}"/>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BABC2FA7-81C1-3BC7-A0F0-8076B900E40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44453534"/>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 2/3 - Content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p:nvSpPr>
        <p:spPr>
          <a:xfrm>
            <a:off x="4060168" y="0"/>
            <a:ext cx="813183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Title 8">
            <a:extLst>
              <a:ext uri="{FF2B5EF4-FFF2-40B4-BE49-F238E27FC236}">
                <a16:creationId xmlns:a16="http://schemas.microsoft.com/office/drawing/2014/main" id="{0B98E3BC-5A9C-AE33-23C8-01AF7F3A29AB}"/>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5D807125-9903-2D66-5655-9DD47C9B949A}"/>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F9E56318-7097-5BB0-FD06-D94DAE2E7E7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57848893"/>
      </p:ext>
    </p:extLst>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 3/4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334670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CEA39134-5463-1F32-F31E-FFFCADB24AB9}"/>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92567697"/>
      </p:ext>
    </p:extLst>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Freeform">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5" name="Freeform 5">
            <a:extLst>
              <a:ext uri="{FF2B5EF4-FFF2-40B4-BE49-F238E27FC236}">
                <a16:creationId xmlns:a16="http://schemas.microsoft.com/office/drawing/2014/main" id="{D8BCFD94-9CA1-138D-D193-287045DB0C2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0745417"/>
      </p:ext>
    </p:extLst>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act Sheet 4-u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p:nvSpPr>
        <p:spPr bwMode="ltGray">
          <a:xfrm>
            <a:off x="2029968" y="987425"/>
            <a:ext cx="2029968" cy="58705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Rectangle 11">
            <a:extLst>
              <a:ext uri="{FF2B5EF4-FFF2-40B4-BE49-F238E27FC236}">
                <a16:creationId xmlns:a16="http://schemas.microsoft.com/office/drawing/2014/main" id="{34E1A2AF-0ED4-BF22-E0B5-072609F36CD0}"/>
              </a:ext>
            </a:extLst>
          </p:cNvPr>
          <p:cNvSpPr/>
          <p:nvPr/>
        </p:nvSpPr>
        <p:spPr bwMode="ltGray">
          <a:xfrm>
            <a:off x="0" y="0"/>
            <a:ext cx="2030571" cy="5586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1" y="3984625"/>
            <a:ext cx="2025945"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6" name="Rectangle 5">
            <a:extLst>
              <a:ext uri="{FF2B5EF4-FFF2-40B4-BE49-F238E27FC236}">
                <a16:creationId xmlns:a16="http://schemas.microsoft.com/office/drawing/2014/main" id="{DB4AF1C6-2110-AD3D-E932-BB93094FDE3E}"/>
              </a:ext>
            </a:extLst>
          </p:cNvPr>
          <p:cNvSpPr/>
          <p:nvPr/>
        </p:nvSpPr>
        <p:spPr bwMode="ltGray">
          <a:xfrm>
            <a:off x="4059936" y="1"/>
            <a:ext cx="2030571" cy="4419599"/>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C37276-E616-FBAF-DF1A-61E3D82969B3}"/>
              </a:ext>
            </a:extLst>
          </p:cNvPr>
          <p:cNvSpPr/>
          <p:nvPr/>
        </p:nvSpPr>
        <p:spPr bwMode="ltGray">
          <a:xfrm>
            <a:off x="6089904" y="2146300"/>
            <a:ext cx="2030571" cy="47117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9">
            <a:extLst>
              <a:ext uri="{FF2B5EF4-FFF2-40B4-BE49-F238E27FC236}">
                <a16:creationId xmlns:a16="http://schemas.microsoft.com/office/drawing/2014/main" id="{6D983F6C-257C-6C67-6EC3-EBCA44E1E447}"/>
              </a:ext>
            </a:extLst>
          </p:cNvPr>
          <p:cNvSpPr>
            <a:spLocks noGrp="1"/>
          </p:cNvSpPr>
          <p:nvPr>
            <p:ph type="pic" sz="quarter" idx="34" hasCustomPrompt="1"/>
          </p:nvPr>
        </p:nvSpPr>
        <p:spPr>
          <a:xfrm>
            <a:off x="2029968" y="5256211"/>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B30A2EA1-9831-326D-A8C1-2D549EB4933B}"/>
              </a:ext>
            </a:extLst>
          </p:cNvPr>
          <p:cNvSpPr>
            <a:spLocks noGrp="1"/>
          </p:cNvSpPr>
          <p:nvPr>
            <p:ph type="pic" sz="quarter" idx="35" hasCustomPrompt="1"/>
          </p:nvPr>
        </p:nvSpPr>
        <p:spPr>
          <a:xfrm>
            <a:off x="4059936" y="2817812"/>
            <a:ext cx="2029968" cy="1601788"/>
          </a:xfrm>
          <a:noFill/>
          <a:ln>
            <a:noFill/>
          </a:ln>
        </p:spPr>
        <p:txBody>
          <a:bodyPr bIns="731520" anchor="ctr"/>
          <a:lstStyle>
            <a:lvl1pPr algn="ctr">
              <a:defRPr>
                <a:solidFill>
                  <a:schemeClr val="tx1"/>
                </a:solidFill>
                <a:latin typeface="+mn-lt"/>
              </a:defRPr>
            </a:lvl1pPr>
          </a:lstStyle>
          <a:p>
            <a:r>
              <a:rPr lang="en-US"/>
              <a:t>Silhouette</a:t>
            </a:r>
            <a:br>
              <a:rPr lang="en-US"/>
            </a:br>
            <a:r>
              <a:rPr lang="en-US"/>
              <a:t>portrait</a:t>
            </a:r>
          </a:p>
        </p:txBody>
      </p:sp>
      <p:sp>
        <p:nvSpPr>
          <p:cNvPr id="27" name="Picture Placeholder 9">
            <a:extLst>
              <a:ext uri="{FF2B5EF4-FFF2-40B4-BE49-F238E27FC236}">
                <a16:creationId xmlns:a16="http://schemas.microsoft.com/office/drawing/2014/main" id="{788C71B0-0D1B-0F88-EE68-676FD8926F88}"/>
              </a:ext>
            </a:extLst>
          </p:cNvPr>
          <p:cNvSpPr>
            <a:spLocks noGrp="1"/>
          </p:cNvSpPr>
          <p:nvPr>
            <p:ph type="pic" sz="quarter" idx="36" hasCustomPrompt="1"/>
          </p:nvPr>
        </p:nvSpPr>
        <p:spPr>
          <a:xfrm>
            <a:off x="6089904" y="5225465"/>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7" name="Title 6">
            <a:extLst>
              <a:ext uri="{FF2B5EF4-FFF2-40B4-BE49-F238E27FC236}">
                <a16:creationId xmlns:a16="http://schemas.microsoft.com/office/drawing/2014/main" id="{4E7DFA94-D58E-B043-9748-F5C033A80605}"/>
              </a:ext>
            </a:extLst>
          </p:cNvPr>
          <p:cNvSpPr>
            <a:spLocks noGrp="1"/>
          </p:cNvSpPr>
          <p:nvPr>
            <p:ph type="title"/>
          </p:nvPr>
        </p:nvSpPr>
        <p:spPr>
          <a:xfrm>
            <a:off x="7600950" y="548640"/>
            <a:ext cx="4044155" cy="873760"/>
          </a:xfrm>
        </p:spPr>
        <p:txBody>
          <a:bodyPr/>
          <a:lstStyle>
            <a:lvl1pPr>
              <a:defRPr b="1"/>
            </a:lvl1pPr>
          </a:lstStyle>
          <a:p>
            <a:r>
              <a:rPr lang="en-US"/>
              <a:t>Click to edit Master title style</a:t>
            </a:r>
          </a:p>
        </p:txBody>
      </p:sp>
      <p:sp>
        <p:nvSpPr>
          <p:cNvPr id="20" name="Text Placeholder 19">
            <a:extLst>
              <a:ext uri="{FF2B5EF4-FFF2-40B4-BE49-F238E27FC236}">
                <a16:creationId xmlns:a16="http://schemas.microsoft.com/office/drawing/2014/main" id="{FA57E2A5-07A4-7598-0417-7BDD1699473D}"/>
              </a:ext>
            </a:extLst>
          </p:cNvPr>
          <p:cNvSpPr>
            <a:spLocks noGrp="1"/>
          </p:cNvSpPr>
          <p:nvPr>
            <p:ph type="body" sz="quarter" idx="49" hasCustomPrompt="1"/>
          </p:nvPr>
        </p:nvSpPr>
        <p:spPr>
          <a:xfrm>
            <a:off x="274474" y="552452"/>
            <a:ext cx="1469626" cy="1014412"/>
          </a:xfrm>
        </p:spPr>
        <p:txBody>
          <a:bodyPr>
            <a:noAutofit/>
          </a:bodyPr>
          <a:lstStyle>
            <a:lvl1pPr>
              <a:spcAft>
                <a:spcPts val="200"/>
              </a:spcAft>
              <a:defRPr sz="1200" b="1">
                <a:solidFill>
                  <a:schemeClr val="bg1"/>
                </a:solidFill>
              </a:defRPr>
            </a:lvl1pPr>
            <a:lvl2pPr marL="0" indent="0">
              <a:spcAft>
                <a:spcPts val="0"/>
              </a:spcAft>
              <a:buNone/>
              <a:defRPr sz="1200">
                <a:solidFill>
                  <a:schemeClr val="bg1"/>
                </a:solidFill>
              </a:defRPr>
            </a:lvl2pPr>
            <a:lvl3pPr marL="0" indent="0">
              <a:spcAft>
                <a:spcPts val="0"/>
              </a:spcAft>
              <a:buNone/>
              <a:defRPr sz="1200">
                <a:solidFill>
                  <a:schemeClr val="bg1"/>
                </a:solidFill>
              </a:defRPr>
            </a:lvl3pPr>
            <a:lvl4pPr marL="0" indent="0">
              <a:spcAft>
                <a:spcPts val="0"/>
              </a:spcAft>
              <a:buNone/>
              <a:defRPr sz="1200">
                <a:solidFill>
                  <a:schemeClr val="bg1"/>
                </a:solidFill>
              </a:defRPr>
            </a:lvl4pPr>
            <a:lvl5pPr marL="0" indent="0">
              <a:spcAft>
                <a:spcPts val="0"/>
              </a:spcAft>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err="1"/>
              <a:t>Firstname</a:t>
            </a:r>
            <a:r>
              <a:rPr lang="en-US"/>
              <a:t> </a:t>
            </a:r>
            <a:r>
              <a:rPr lang="en-US" err="1"/>
              <a:t>Lastname</a:t>
            </a:r>
            <a:r>
              <a:rPr lang="en-US"/>
              <a:t>, L1</a:t>
            </a:r>
          </a:p>
          <a:p>
            <a:pPr lvl="1"/>
            <a:r>
              <a:rPr lang="en-US"/>
              <a:t>Title/department, L2</a:t>
            </a:r>
          </a:p>
        </p:txBody>
      </p:sp>
      <p:sp>
        <p:nvSpPr>
          <p:cNvPr id="33" name="Text Placeholder 32">
            <a:extLst>
              <a:ext uri="{FF2B5EF4-FFF2-40B4-BE49-F238E27FC236}">
                <a16:creationId xmlns:a16="http://schemas.microsoft.com/office/drawing/2014/main" id="{E601086B-49DB-91F4-74B7-19EC53EE3BBE}"/>
              </a:ext>
            </a:extLst>
          </p:cNvPr>
          <p:cNvSpPr>
            <a:spLocks noGrp="1"/>
          </p:cNvSpPr>
          <p:nvPr>
            <p:ph type="body" sz="quarter" idx="50"/>
          </p:nvPr>
        </p:nvSpPr>
        <p:spPr>
          <a:xfrm>
            <a:off x="2305451" y="1273175"/>
            <a:ext cx="1472184" cy="2416175"/>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35" name="Text Placeholder 34">
            <a:extLst>
              <a:ext uri="{FF2B5EF4-FFF2-40B4-BE49-F238E27FC236}">
                <a16:creationId xmlns:a16="http://schemas.microsoft.com/office/drawing/2014/main" id="{91795EEA-E69F-C144-C1F3-C2414990FBA1}"/>
              </a:ext>
            </a:extLst>
          </p:cNvPr>
          <p:cNvSpPr>
            <a:spLocks noGrp="1"/>
          </p:cNvSpPr>
          <p:nvPr>
            <p:ph type="body" sz="quarter" idx="51"/>
          </p:nvPr>
        </p:nvSpPr>
        <p:spPr>
          <a:xfrm>
            <a:off x="4339080" y="548641"/>
            <a:ext cx="1472184" cy="1731010"/>
          </a:xfrm>
        </p:spPr>
        <p:txBody>
          <a:bodyPr>
            <a:noAutofit/>
          </a:bodyPr>
          <a:lstStyle>
            <a:lvl1pPr marL="0" indent="0">
              <a:buFont typeface="Arial" panose="020B0604020202020204" pitchFamily="34" charset="0"/>
              <a:buNone/>
              <a:defRPr sz="1200" b="1">
                <a:solidFill>
                  <a:schemeClr val="tx2"/>
                </a:solidFill>
              </a:defRPr>
            </a:lvl1pPr>
            <a:lvl2pPr marL="0" indent="0">
              <a:spcAft>
                <a:spcPts val="0"/>
              </a:spcAft>
              <a:buFont typeface="Arial" panose="020B0604020202020204" pitchFamily="34" charset="0"/>
              <a:buNone/>
              <a:defRPr sz="1200">
                <a:solidFill>
                  <a:schemeClr val="tx1"/>
                </a:solidFill>
              </a:defRPr>
            </a:lvl2pPr>
            <a:lvl3pPr marL="0" indent="0">
              <a:spcAft>
                <a:spcPts val="0"/>
              </a:spcAft>
              <a:buFont typeface="Arial" panose="020B0604020202020204" pitchFamily="34" charset="0"/>
              <a:buNone/>
              <a:defRPr sz="1200">
                <a:solidFill>
                  <a:schemeClr val="tx1"/>
                </a:solidFill>
              </a:defRPr>
            </a:lvl3pPr>
            <a:lvl4pPr marL="0" indent="0">
              <a:spcAft>
                <a:spcPts val="0"/>
              </a:spcAft>
              <a:buFont typeface="Arial" panose="020B0604020202020204" pitchFamily="34" charset="0"/>
              <a:buNone/>
              <a:defRPr sz="1200">
                <a:solidFill>
                  <a:schemeClr val="tx1"/>
                </a:solidFill>
              </a:defRPr>
            </a:lvl4pPr>
            <a:lvl5pPr marL="0" indent="0">
              <a:spcAft>
                <a:spcPts val="0"/>
              </a:spcAft>
              <a:buFont typeface="Arial" panose="020B0604020202020204" pitchFamily="34" charset="0"/>
              <a:buNone/>
              <a:defRPr sz="1200">
                <a:solidFill>
                  <a:schemeClr val="tx1"/>
                </a:solidFill>
              </a:defRPr>
            </a:lvl5pPr>
            <a:lvl6pPr marL="0" indent="0">
              <a:spcAft>
                <a:spcPts val="0"/>
              </a:spcAft>
              <a:buNone/>
              <a:defRPr/>
            </a:lvl6pPr>
            <a:lvl7pPr marL="0" indent="0">
              <a:spcAft>
                <a:spcPts val="0"/>
              </a:spcAft>
              <a:buNone/>
              <a:defRPr/>
            </a:lvl7pPr>
            <a:lvl8pPr marL="0" indent="0">
              <a:spcAft>
                <a:spcPts val="0"/>
              </a:spcAft>
              <a:buNone/>
              <a:defRPr/>
            </a:lvl8pPr>
            <a:lvl9pPr marL="0" indent="0">
              <a:spcAft>
                <a:spcPts val="0"/>
              </a:spcAft>
              <a:buNone/>
              <a:defRPr/>
            </a:lvl9pPr>
          </a:lstStyle>
          <a:p>
            <a:pPr lvl="0"/>
            <a:r>
              <a:rPr lang="en-US"/>
              <a:t>Click to edit Master text styles</a:t>
            </a:r>
          </a:p>
          <a:p>
            <a:pPr lvl="1"/>
            <a:r>
              <a:rPr lang="en-US"/>
              <a:t>Second level</a:t>
            </a:r>
          </a:p>
        </p:txBody>
      </p:sp>
      <p:sp>
        <p:nvSpPr>
          <p:cNvPr id="37" name="Text Placeholder 36">
            <a:extLst>
              <a:ext uri="{FF2B5EF4-FFF2-40B4-BE49-F238E27FC236}">
                <a16:creationId xmlns:a16="http://schemas.microsoft.com/office/drawing/2014/main" id="{2C46E456-167D-6954-BAD6-1AF9A45D1383}"/>
              </a:ext>
            </a:extLst>
          </p:cNvPr>
          <p:cNvSpPr>
            <a:spLocks noGrp="1"/>
          </p:cNvSpPr>
          <p:nvPr>
            <p:ph type="body" sz="quarter" idx="52"/>
          </p:nvPr>
        </p:nvSpPr>
        <p:spPr>
          <a:xfrm>
            <a:off x="6361123" y="2425701"/>
            <a:ext cx="1472184" cy="2141538"/>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2" name="Freeform 5">
            <a:extLst>
              <a:ext uri="{FF2B5EF4-FFF2-40B4-BE49-F238E27FC236}">
                <a16:creationId xmlns:a16="http://schemas.microsoft.com/office/drawing/2014/main" id="{E6D8A75C-0D90-E260-EE24-68811D6B9C0E}"/>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30412287"/>
      </p:ext>
    </p:extLst>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act Sheet 5-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25" name="Picture Placeholder 9">
            <a:extLst>
              <a:ext uri="{FF2B5EF4-FFF2-40B4-BE49-F238E27FC236}">
                <a16:creationId xmlns:a16="http://schemas.microsoft.com/office/drawing/2014/main" id="{319024EE-ED5D-FFF1-5239-5C9EE26262F8}"/>
              </a:ext>
            </a:extLst>
          </p:cNvPr>
          <p:cNvSpPr>
            <a:spLocks noGrp="1"/>
          </p:cNvSpPr>
          <p:nvPr>
            <p:ph type="pic" sz="quarter" idx="35" hasCustomPrompt="1"/>
          </p:nvPr>
        </p:nvSpPr>
        <p:spPr>
          <a:xfrm>
            <a:off x="2605055" y="2146299"/>
            <a:ext cx="1970120" cy="1978025"/>
          </a:xfrm>
          <a:solidFill>
            <a:schemeClr val="tx2"/>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5" name="Picture Placeholder 9">
            <a:extLst>
              <a:ext uri="{FF2B5EF4-FFF2-40B4-BE49-F238E27FC236}">
                <a16:creationId xmlns:a16="http://schemas.microsoft.com/office/drawing/2014/main" id="{B9B029C9-1EA7-2BAF-AD5E-CED9490ECA94}"/>
              </a:ext>
            </a:extLst>
          </p:cNvPr>
          <p:cNvSpPr>
            <a:spLocks noGrp="1"/>
          </p:cNvSpPr>
          <p:nvPr>
            <p:ph type="pic" sz="quarter" idx="37" hasCustomPrompt="1"/>
          </p:nvPr>
        </p:nvSpPr>
        <p:spPr>
          <a:xfrm>
            <a:off x="4671913"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37" name="Picture Placeholder 9">
            <a:extLst>
              <a:ext uri="{FF2B5EF4-FFF2-40B4-BE49-F238E27FC236}">
                <a16:creationId xmlns:a16="http://schemas.microsoft.com/office/drawing/2014/main" id="{F673B5EA-D718-4722-DEAB-0821FF57B30E}"/>
              </a:ext>
            </a:extLst>
          </p:cNvPr>
          <p:cNvSpPr>
            <a:spLocks noGrp="1"/>
          </p:cNvSpPr>
          <p:nvPr>
            <p:ph type="pic" sz="quarter" idx="39" hasCustomPrompt="1"/>
          </p:nvPr>
        </p:nvSpPr>
        <p:spPr>
          <a:xfrm>
            <a:off x="6737217" y="2146299"/>
            <a:ext cx="1970120" cy="1978025"/>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9" name="Picture Placeholder 9">
            <a:extLst>
              <a:ext uri="{FF2B5EF4-FFF2-40B4-BE49-F238E27FC236}">
                <a16:creationId xmlns:a16="http://schemas.microsoft.com/office/drawing/2014/main" id="{E23557D9-4DEB-2508-E9FF-6F918636B4A4}"/>
              </a:ext>
            </a:extLst>
          </p:cNvPr>
          <p:cNvSpPr>
            <a:spLocks noGrp="1"/>
          </p:cNvSpPr>
          <p:nvPr>
            <p:ph type="pic" sz="quarter" idx="41" hasCustomPrompt="1"/>
          </p:nvPr>
        </p:nvSpPr>
        <p:spPr>
          <a:xfrm>
            <a:off x="8804075"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BD67EC75-3424-7B25-247E-1C6B770541DE}"/>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34072C05-AED5-2EFC-938E-482980433E09}"/>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30">
            <a:extLst>
              <a:ext uri="{FF2B5EF4-FFF2-40B4-BE49-F238E27FC236}">
                <a16:creationId xmlns:a16="http://schemas.microsoft.com/office/drawing/2014/main" id="{903611B5-888A-47D0-AF1C-FE9A83D8B5B5}"/>
              </a:ext>
            </a:extLst>
          </p:cNvPr>
          <p:cNvSpPr>
            <a:spLocks noGrp="1"/>
          </p:cNvSpPr>
          <p:nvPr>
            <p:ph type="body" sz="quarter" idx="46"/>
          </p:nvPr>
        </p:nvSpPr>
        <p:spPr>
          <a:xfrm>
            <a:off x="549274"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3" name="Text Placeholder 32">
            <a:extLst>
              <a:ext uri="{FF2B5EF4-FFF2-40B4-BE49-F238E27FC236}">
                <a16:creationId xmlns:a16="http://schemas.microsoft.com/office/drawing/2014/main" id="{BC98379C-7F1B-56B1-A3CE-AC2464AC4CCA}"/>
              </a:ext>
            </a:extLst>
          </p:cNvPr>
          <p:cNvSpPr>
            <a:spLocks noGrp="1"/>
          </p:cNvSpPr>
          <p:nvPr>
            <p:ph type="body" sz="quarter" idx="47"/>
          </p:nvPr>
        </p:nvSpPr>
        <p:spPr>
          <a:xfrm>
            <a:off x="2625857"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6" name="Text Placeholder 35">
            <a:extLst>
              <a:ext uri="{FF2B5EF4-FFF2-40B4-BE49-F238E27FC236}">
                <a16:creationId xmlns:a16="http://schemas.microsoft.com/office/drawing/2014/main" id="{84EC1E92-0954-710F-591A-C03311440651}"/>
              </a:ext>
            </a:extLst>
          </p:cNvPr>
          <p:cNvSpPr>
            <a:spLocks noGrp="1"/>
          </p:cNvSpPr>
          <p:nvPr>
            <p:ph type="body" sz="quarter" idx="48"/>
          </p:nvPr>
        </p:nvSpPr>
        <p:spPr>
          <a:xfrm>
            <a:off x="4671913"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9">
            <a:extLst>
              <a:ext uri="{FF2B5EF4-FFF2-40B4-BE49-F238E27FC236}">
                <a16:creationId xmlns:a16="http://schemas.microsoft.com/office/drawing/2014/main" id="{FCBF4A80-B697-CED7-AF3C-C632A2E25B53}"/>
              </a:ext>
            </a:extLst>
          </p:cNvPr>
          <p:cNvSpPr>
            <a:spLocks noGrp="1"/>
          </p:cNvSpPr>
          <p:nvPr>
            <p:ph type="body" sz="quarter" idx="49"/>
          </p:nvPr>
        </p:nvSpPr>
        <p:spPr>
          <a:xfrm>
            <a:off x="6737217"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41">
            <a:extLst>
              <a:ext uri="{FF2B5EF4-FFF2-40B4-BE49-F238E27FC236}">
                <a16:creationId xmlns:a16="http://schemas.microsoft.com/office/drawing/2014/main" id="{447A49B2-21EC-9A60-A49A-B88D32D6BCEA}"/>
              </a:ext>
            </a:extLst>
          </p:cNvPr>
          <p:cNvSpPr>
            <a:spLocks noGrp="1"/>
          </p:cNvSpPr>
          <p:nvPr>
            <p:ph type="body" sz="quarter" idx="50"/>
          </p:nvPr>
        </p:nvSpPr>
        <p:spPr>
          <a:xfrm>
            <a:off x="8813800" y="4281487"/>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0" indent="0">
              <a:buClrTx/>
              <a:buFont typeface="GT America" charset="0"/>
              <a:buNone/>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2D5FD8C2-6273-CDF7-5061-51B47155DF4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640174989"/>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tact sheet 9-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8640"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8" name="Picture Placeholder 9">
            <a:extLst>
              <a:ext uri="{FF2B5EF4-FFF2-40B4-BE49-F238E27FC236}">
                <a16:creationId xmlns:a16="http://schemas.microsoft.com/office/drawing/2014/main" id="{17A4289C-7601-5CA4-4C3A-5F28EB369581}"/>
              </a:ext>
            </a:extLst>
          </p:cNvPr>
          <p:cNvSpPr>
            <a:spLocks noGrp="1"/>
          </p:cNvSpPr>
          <p:nvPr>
            <p:ph type="pic" sz="quarter" idx="43" hasCustomPrompt="1"/>
          </p:nvPr>
        </p:nvSpPr>
        <p:spPr>
          <a:xfrm>
            <a:off x="548640"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1" name="Picture Placeholder 9">
            <a:extLst>
              <a:ext uri="{FF2B5EF4-FFF2-40B4-BE49-F238E27FC236}">
                <a16:creationId xmlns:a16="http://schemas.microsoft.com/office/drawing/2014/main" id="{A0C2F317-7D2F-8DB5-8348-18AA8221AAE9}"/>
              </a:ext>
            </a:extLst>
          </p:cNvPr>
          <p:cNvSpPr>
            <a:spLocks noGrp="1"/>
          </p:cNvSpPr>
          <p:nvPr>
            <p:ph type="pic" sz="quarter" idx="45" hasCustomPrompt="1"/>
          </p:nvPr>
        </p:nvSpPr>
        <p:spPr>
          <a:xfrm>
            <a:off x="548640" y="4743563"/>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5" name="Picture Placeholder 9">
            <a:extLst>
              <a:ext uri="{FF2B5EF4-FFF2-40B4-BE49-F238E27FC236}">
                <a16:creationId xmlns:a16="http://schemas.microsoft.com/office/drawing/2014/main" id="{4471B4C7-4613-EEB3-9308-87F186645DFC}"/>
              </a:ext>
            </a:extLst>
          </p:cNvPr>
          <p:cNvSpPr>
            <a:spLocks noGrp="1"/>
          </p:cNvSpPr>
          <p:nvPr>
            <p:ph type="pic" sz="quarter" idx="47" hasCustomPrompt="1"/>
          </p:nvPr>
        </p:nvSpPr>
        <p:spPr>
          <a:xfrm>
            <a:off x="4407408" y="1844676"/>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8" name="Picture Placeholder 9">
            <a:extLst>
              <a:ext uri="{FF2B5EF4-FFF2-40B4-BE49-F238E27FC236}">
                <a16:creationId xmlns:a16="http://schemas.microsoft.com/office/drawing/2014/main" id="{B81A6CC2-3FF5-E358-9361-9AA641684178}"/>
              </a:ext>
            </a:extLst>
          </p:cNvPr>
          <p:cNvSpPr>
            <a:spLocks noGrp="1"/>
          </p:cNvSpPr>
          <p:nvPr>
            <p:ph type="pic" sz="quarter" idx="49" hasCustomPrompt="1"/>
          </p:nvPr>
        </p:nvSpPr>
        <p:spPr>
          <a:xfrm>
            <a:off x="4404520" y="329088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1" name="Picture Placeholder 9">
            <a:extLst>
              <a:ext uri="{FF2B5EF4-FFF2-40B4-BE49-F238E27FC236}">
                <a16:creationId xmlns:a16="http://schemas.microsoft.com/office/drawing/2014/main" id="{3936CF0E-0A97-CA96-5F67-097CDDE826A2}"/>
              </a:ext>
            </a:extLst>
          </p:cNvPr>
          <p:cNvSpPr>
            <a:spLocks noGrp="1"/>
          </p:cNvSpPr>
          <p:nvPr>
            <p:ph type="pic" sz="quarter" idx="51" hasCustomPrompt="1"/>
          </p:nvPr>
        </p:nvSpPr>
        <p:spPr>
          <a:xfrm>
            <a:off x="4407408" y="473710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4" name="Picture Placeholder 9">
            <a:extLst>
              <a:ext uri="{FF2B5EF4-FFF2-40B4-BE49-F238E27FC236}">
                <a16:creationId xmlns:a16="http://schemas.microsoft.com/office/drawing/2014/main" id="{C1D5E855-FA17-F4D0-646B-35CD59AAC6A0}"/>
              </a:ext>
            </a:extLst>
          </p:cNvPr>
          <p:cNvSpPr>
            <a:spLocks noGrp="1"/>
          </p:cNvSpPr>
          <p:nvPr>
            <p:ph type="pic" sz="quarter" idx="53" hasCustomPrompt="1"/>
          </p:nvPr>
        </p:nvSpPr>
        <p:spPr>
          <a:xfrm>
            <a:off x="8211312"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7" name="Picture Placeholder 9">
            <a:extLst>
              <a:ext uri="{FF2B5EF4-FFF2-40B4-BE49-F238E27FC236}">
                <a16:creationId xmlns:a16="http://schemas.microsoft.com/office/drawing/2014/main" id="{D5751559-8E90-53E9-D2C3-6C9A57296D6D}"/>
              </a:ext>
            </a:extLst>
          </p:cNvPr>
          <p:cNvSpPr>
            <a:spLocks noGrp="1"/>
          </p:cNvSpPr>
          <p:nvPr>
            <p:ph type="pic" sz="quarter" idx="55" hasCustomPrompt="1"/>
          </p:nvPr>
        </p:nvSpPr>
        <p:spPr>
          <a:xfrm>
            <a:off x="8212138"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70" name="Picture Placeholder 9">
            <a:extLst>
              <a:ext uri="{FF2B5EF4-FFF2-40B4-BE49-F238E27FC236}">
                <a16:creationId xmlns:a16="http://schemas.microsoft.com/office/drawing/2014/main" id="{769EC156-0E51-CE48-5482-055D256909C5}"/>
              </a:ext>
            </a:extLst>
          </p:cNvPr>
          <p:cNvSpPr>
            <a:spLocks noGrp="1"/>
          </p:cNvSpPr>
          <p:nvPr>
            <p:ph type="pic" sz="quarter" idx="57" hasCustomPrompt="1"/>
          </p:nvPr>
        </p:nvSpPr>
        <p:spPr>
          <a:xfrm>
            <a:off x="8211312" y="4741862"/>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D69619C9-5DB2-E39E-74FF-9877E61A97AB}"/>
              </a:ext>
            </a:extLst>
          </p:cNvPr>
          <p:cNvSpPr>
            <a:spLocks noGrp="1"/>
          </p:cNvSpPr>
          <p:nvPr>
            <p:ph type="title"/>
          </p:nvPr>
        </p:nvSpPr>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1A8F5A52-2BB1-6E01-1280-D7B8E1530E75}"/>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7" name="Text Placeholder 28">
            <a:extLst>
              <a:ext uri="{FF2B5EF4-FFF2-40B4-BE49-F238E27FC236}">
                <a16:creationId xmlns:a16="http://schemas.microsoft.com/office/drawing/2014/main" id="{B33B65D6-52E4-77AB-4814-DB4CF93D6165}"/>
              </a:ext>
            </a:extLst>
          </p:cNvPr>
          <p:cNvSpPr>
            <a:spLocks noGrp="1"/>
          </p:cNvSpPr>
          <p:nvPr>
            <p:ph type="body" sz="quarter" idx="94"/>
          </p:nvPr>
        </p:nvSpPr>
        <p:spPr>
          <a:xfrm>
            <a:off x="1491371" y="1848982"/>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8" name="Text Placeholder 31">
            <a:extLst>
              <a:ext uri="{FF2B5EF4-FFF2-40B4-BE49-F238E27FC236}">
                <a16:creationId xmlns:a16="http://schemas.microsoft.com/office/drawing/2014/main" id="{EB65456B-8D08-C9BF-224B-B9C64A7F7CAA}"/>
              </a:ext>
            </a:extLst>
          </p:cNvPr>
          <p:cNvSpPr>
            <a:spLocks noGrp="1"/>
          </p:cNvSpPr>
          <p:nvPr>
            <p:ph type="body" sz="quarter" idx="60"/>
          </p:nvPr>
        </p:nvSpPr>
        <p:spPr>
          <a:xfrm>
            <a:off x="5347251" y="185136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33">
            <a:extLst>
              <a:ext uri="{FF2B5EF4-FFF2-40B4-BE49-F238E27FC236}">
                <a16:creationId xmlns:a16="http://schemas.microsoft.com/office/drawing/2014/main" id="{BBD5A27C-9B64-5396-B2F2-8BC953E60E1E}"/>
              </a:ext>
            </a:extLst>
          </p:cNvPr>
          <p:cNvSpPr>
            <a:spLocks noGrp="1"/>
          </p:cNvSpPr>
          <p:nvPr>
            <p:ph type="body" sz="quarter" idx="95"/>
          </p:nvPr>
        </p:nvSpPr>
        <p:spPr>
          <a:xfrm>
            <a:off x="9154043" y="185374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0" name="Text Placeholder 35">
            <a:extLst>
              <a:ext uri="{FF2B5EF4-FFF2-40B4-BE49-F238E27FC236}">
                <a16:creationId xmlns:a16="http://schemas.microsoft.com/office/drawing/2014/main" id="{4E24BE1D-A414-0921-6B24-228F418599DC}"/>
              </a:ext>
            </a:extLst>
          </p:cNvPr>
          <p:cNvSpPr>
            <a:spLocks noGrp="1"/>
          </p:cNvSpPr>
          <p:nvPr>
            <p:ph type="body" sz="quarter" idx="62"/>
          </p:nvPr>
        </p:nvSpPr>
        <p:spPr>
          <a:xfrm>
            <a:off x="149137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37">
            <a:extLst>
              <a:ext uri="{FF2B5EF4-FFF2-40B4-BE49-F238E27FC236}">
                <a16:creationId xmlns:a16="http://schemas.microsoft.com/office/drawing/2014/main" id="{C7229E1F-B221-29A9-4121-9AB7571172C8}"/>
              </a:ext>
            </a:extLst>
          </p:cNvPr>
          <p:cNvSpPr>
            <a:spLocks noGrp="1"/>
          </p:cNvSpPr>
          <p:nvPr>
            <p:ph type="body" sz="quarter" idx="96"/>
          </p:nvPr>
        </p:nvSpPr>
        <p:spPr>
          <a:xfrm>
            <a:off x="534725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39">
            <a:extLst>
              <a:ext uri="{FF2B5EF4-FFF2-40B4-BE49-F238E27FC236}">
                <a16:creationId xmlns:a16="http://schemas.microsoft.com/office/drawing/2014/main" id="{C9D12808-4957-032F-A845-94EEC2925E89}"/>
              </a:ext>
            </a:extLst>
          </p:cNvPr>
          <p:cNvSpPr>
            <a:spLocks noGrp="1"/>
          </p:cNvSpPr>
          <p:nvPr>
            <p:ph type="body" sz="quarter" idx="64"/>
          </p:nvPr>
        </p:nvSpPr>
        <p:spPr>
          <a:xfrm>
            <a:off x="9154043"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3" name="Text Placeholder 41">
            <a:extLst>
              <a:ext uri="{FF2B5EF4-FFF2-40B4-BE49-F238E27FC236}">
                <a16:creationId xmlns:a16="http://schemas.microsoft.com/office/drawing/2014/main" id="{B12AD652-87BB-53BF-14D1-7CADF3402526}"/>
              </a:ext>
            </a:extLst>
          </p:cNvPr>
          <p:cNvSpPr>
            <a:spLocks noGrp="1"/>
          </p:cNvSpPr>
          <p:nvPr>
            <p:ph type="body" sz="quarter" idx="97"/>
          </p:nvPr>
        </p:nvSpPr>
        <p:spPr>
          <a:xfrm>
            <a:off x="149137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4" name="Text Placeholder 43">
            <a:extLst>
              <a:ext uri="{FF2B5EF4-FFF2-40B4-BE49-F238E27FC236}">
                <a16:creationId xmlns:a16="http://schemas.microsoft.com/office/drawing/2014/main" id="{2F5D586D-E682-4214-BDFC-2381008A2DAD}"/>
              </a:ext>
            </a:extLst>
          </p:cNvPr>
          <p:cNvSpPr>
            <a:spLocks noGrp="1"/>
          </p:cNvSpPr>
          <p:nvPr>
            <p:ph type="body" sz="quarter" idx="66"/>
          </p:nvPr>
        </p:nvSpPr>
        <p:spPr>
          <a:xfrm>
            <a:off x="534725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6" name="Text Placeholder 45">
            <a:extLst>
              <a:ext uri="{FF2B5EF4-FFF2-40B4-BE49-F238E27FC236}">
                <a16:creationId xmlns:a16="http://schemas.microsoft.com/office/drawing/2014/main" id="{CED54B08-20E7-A541-B8ED-9C32BBF3A87B}"/>
              </a:ext>
            </a:extLst>
          </p:cNvPr>
          <p:cNvSpPr>
            <a:spLocks noGrp="1"/>
          </p:cNvSpPr>
          <p:nvPr>
            <p:ph type="body" sz="quarter" idx="98"/>
          </p:nvPr>
        </p:nvSpPr>
        <p:spPr>
          <a:xfrm>
            <a:off x="9154043" y="473279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D3C6828C-00BE-7F25-1FEA-FA3D01867A8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283420828"/>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tact Sheet 12-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6200"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Picture Placeholder 9">
            <a:extLst>
              <a:ext uri="{FF2B5EF4-FFF2-40B4-BE49-F238E27FC236}">
                <a16:creationId xmlns:a16="http://schemas.microsoft.com/office/drawing/2014/main" id="{25876E2B-22D5-E023-0774-0D2E4727B88F}"/>
              </a:ext>
            </a:extLst>
          </p:cNvPr>
          <p:cNvSpPr>
            <a:spLocks noGrp="1"/>
          </p:cNvSpPr>
          <p:nvPr>
            <p:ph type="pic" sz="quarter" idx="59" hasCustomPrompt="1"/>
          </p:nvPr>
        </p:nvSpPr>
        <p:spPr>
          <a:xfrm>
            <a:off x="547356"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 name="Picture Placeholder 9">
            <a:extLst>
              <a:ext uri="{FF2B5EF4-FFF2-40B4-BE49-F238E27FC236}">
                <a16:creationId xmlns:a16="http://schemas.microsoft.com/office/drawing/2014/main" id="{D6976165-15B0-50D3-48A1-3EEF58B092C0}"/>
              </a:ext>
            </a:extLst>
          </p:cNvPr>
          <p:cNvSpPr>
            <a:spLocks noGrp="1"/>
          </p:cNvSpPr>
          <p:nvPr>
            <p:ph type="pic" sz="quarter" idx="61" hasCustomPrompt="1"/>
          </p:nvPr>
        </p:nvSpPr>
        <p:spPr>
          <a:xfrm>
            <a:off x="554788"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2" name="Picture Placeholder 9">
            <a:extLst>
              <a:ext uri="{FF2B5EF4-FFF2-40B4-BE49-F238E27FC236}">
                <a16:creationId xmlns:a16="http://schemas.microsoft.com/office/drawing/2014/main" id="{0CE498C5-374E-D8FE-F156-A53931D853E7}"/>
              </a:ext>
            </a:extLst>
          </p:cNvPr>
          <p:cNvSpPr>
            <a:spLocks noGrp="1"/>
          </p:cNvSpPr>
          <p:nvPr>
            <p:ph type="pic" sz="quarter" idx="63" hasCustomPrompt="1"/>
          </p:nvPr>
        </p:nvSpPr>
        <p:spPr>
          <a:xfrm>
            <a:off x="3365932"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5" name="Picture Placeholder 9">
            <a:extLst>
              <a:ext uri="{FF2B5EF4-FFF2-40B4-BE49-F238E27FC236}">
                <a16:creationId xmlns:a16="http://schemas.microsoft.com/office/drawing/2014/main" id="{1FCBF2C0-C112-B81E-0578-54F91D1D965D}"/>
              </a:ext>
            </a:extLst>
          </p:cNvPr>
          <p:cNvSpPr>
            <a:spLocks noGrp="1"/>
          </p:cNvSpPr>
          <p:nvPr>
            <p:ph type="pic" sz="quarter" idx="65" hasCustomPrompt="1"/>
          </p:nvPr>
        </p:nvSpPr>
        <p:spPr>
          <a:xfrm>
            <a:off x="3367088"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7" name="Picture Placeholder 9">
            <a:extLst>
              <a:ext uri="{FF2B5EF4-FFF2-40B4-BE49-F238E27FC236}">
                <a16:creationId xmlns:a16="http://schemas.microsoft.com/office/drawing/2014/main" id="{4C09C1F9-ECED-C5BA-42C5-0EE10E589CC6}"/>
              </a:ext>
            </a:extLst>
          </p:cNvPr>
          <p:cNvSpPr>
            <a:spLocks noGrp="1"/>
          </p:cNvSpPr>
          <p:nvPr>
            <p:ph type="pic" sz="quarter" idx="67" hasCustomPrompt="1"/>
          </p:nvPr>
        </p:nvSpPr>
        <p:spPr>
          <a:xfrm>
            <a:off x="3374520"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9" name="Picture Placeholder 9">
            <a:extLst>
              <a:ext uri="{FF2B5EF4-FFF2-40B4-BE49-F238E27FC236}">
                <a16:creationId xmlns:a16="http://schemas.microsoft.com/office/drawing/2014/main" id="{0042FFDF-513A-EC10-98FD-B9C57D062AE0}"/>
              </a:ext>
            </a:extLst>
          </p:cNvPr>
          <p:cNvSpPr>
            <a:spLocks noGrp="1"/>
          </p:cNvSpPr>
          <p:nvPr>
            <p:ph type="pic" sz="quarter" idx="69" hasCustomPrompt="1"/>
          </p:nvPr>
        </p:nvSpPr>
        <p:spPr>
          <a:xfrm>
            <a:off x="6185664"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2" name="Picture Placeholder 9">
            <a:extLst>
              <a:ext uri="{FF2B5EF4-FFF2-40B4-BE49-F238E27FC236}">
                <a16:creationId xmlns:a16="http://schemas.microsoft.com/office/drawing/2014/main" id="{8BC36A4B-DA0D-6BF1-C4D6-33880787409E}"/>
              </a:ext>
            </a:extLst>
          </p:cNvPr>
          <p:cNvSpPr>
            <a:spLocks noGrp="1"/>
          </p:cNvSpPr>
          <p:nvPr>
            <p:ph type="pic" sz="quarter" idx="71" hasCustomPrompt="1"/>
          </p:nvPr>
        </p:nvSpPr>
        <p:spPr>
          <a:xfrm>
            <a:off x="6186820"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4" name="Picture Placeholder 9">
            <a:extLst>
              <a:ext uri="{FF2B5EF4-FFF2-40B4-BE49-F238E27FC236}">
                <a16:creationId xmlns:a16="http://schemas.microsoft.com/office/drawing/2014/main" id="{76E7E740-2280-24BA-7A1B-AB4C8412EB3C}"/>
              </a:ext>
            </a:extLst>
          </p:cNvPr>
          <p:cNvSpPr>
            <a:spLocks noGrp="1"/>
          </p:cNvSpPr>
          <p:nvPr>
            <p:ph type="pic" sz="quarter" idx="73" hasCustomPrompt="1"/>
          </p:nvPr>
        </p:nvSpPr>
        <p:spPr>
          <a:xfrm>
            <a:off x="6194252"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CADD27F9-84C7-1DB2-249A-964A088830A2}"/>
              </a:ext>
            </a:extLst>
          </p:cNvPr>
          <p:cNvSpPr>
            <a:spLocks noGrp="1"/>
          </p:cNvSpPr>
          <p:nvPr>
            <p:ph type="pic" sz="quarter" idx="75" hasCustomPrompt="1"/>
          </p:nvPr>
        </p:nvSpPr>
        <p:spPr>
          <a:xfrm>
            <a:off x="9005396"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4" name="Picture Placeholder 9">
            <a:extLst>
              <a:ext uri="{FF2B5EF4-FFF2-40B4-BE49-F238E27FC236}">
                <a16:creationId xmlns:a16="http://schemas.microsoft.com/office/drawing/2014/main" id="{FF1E356A-47B8-BFE3-D4E2-B4F8BF65D253}"/>
              </a:ext>
            </a:extLst>
          </p:cNvPr>
          <p:cNvSpPr>
            <a:spLocks noGrp="1"/>
          </p:cNvSpPr>
          <p:nvPr>
            <p:ph type="pic" sz="quarter" idx="77" hasCustomPrompt="1"/>
          </p:nvPr>
        </p:nvSpPr>
        <p:spPr>
          <a:xfrm>
            <a:off x="9006552"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6" name="Picture Placeholder 9">
            <a:extLst>
              <a:ext uri="{FF2B5EF4-FFF2-40B4-BE49-F238E27FC236}">
                <a16:creationId xmlns:a16="http://schemas.microsoft.com/office/drawing/2014/main" id="{D13123F8-5707-1836-E32B-577B73747D46}"/>
              </a:ext>
            </a:extLst>
          </p:cNvPr>
          <p:cNvSpPr>
            <a:spLocks noGrp="1"/>
          </p:cNvSpPr>
          <p:nvPr>
            <p:ph type="pic" sz="quarter" idx="79" hasCustomPrompt="1"/>
          </p:nvPr>
        </p:nvSpPr>
        <p:spPr>
          <a:xfrm>
            <a:off x="9013984"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3" name="Title 12">
            <a:extLst>
              <a:ext uri="{FF2B5EF4-FFF2-40B4-BE49-F238E27FC236}">
                <a16:creationId xmlns:a16="http://schemas.microsoft.com/office/drawing/2014/main" id="{E6ED4069-4F51-A36D-255A-CF77628C85CE}"/>
              </a:ext>
            </a:extLst>
          </p:cNvPr>
          <p:cNvSpPr>
            <a:spLocks noGrp="1"/>
          </p:cNvSpPr>
          <p:nvPr>
            <p:ph type="title"/>
          </p:nvPr>
        </p:nvSpPr>
        <p:spPr/>
        <p:txBody>
          <a:bodyPr/>
          <a:lstStyle>
            <a:lvl1pPr>
              <a:defRPr b="1"/>
            </a:lvl1pPr>
          </a:lstStyle>
          <a:p>
            <a:r>
              <a:rPr lang="en-US"/>
              <a:t>Click to edit Master title style</a:t>
            </a:r>
          </a:p>
        </p:txBody>
      </p:sp>
      <p:sp>
        <p:nvSpPr>
          <p:cNvPr id="37" name="Text Placeholder 28">
            <a:extLst>
              <a:ext uri="{FF2B5EF4-FFF2-40B4-BE49-F238E27FC236}">
                <a16:creationId xmlns:a16="http://schemas.microsoft.com/office/drawing/2014/main" id="{20725060-FB97-FB2A-839C-88058950AD03}"/>
              </a:ext>
            </a:extLst>
          </p:cNvPr>
          <p:cNvSpPr>
            <a:spLocks noGrp="1"/>
          </p:cNvSpPr>
          <p:nvPr>
            <p:ph type="body" sz="quarter" idx="94"/>
          </p:nvPr>
        </p:nvSpPr>
        <p:spPr>
          <a:xfrm>
            <a:off x="545350" y="2421426"/>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8" name="Text Placeholder 31">
            <a:extLst>
              <a:ext uri="{FF2B5EF4-FFF2-40B4-BE49-F238E27FC236}">
                <a16:creationId xmlns:a16="http://schemas.microsoft.com/office/drawing/2014/main" id="{53AEDA35-ADD6-FCE3-846B-BF1E0A6CA883}"/>
              </a:ext>
            </a:extLst>
          </p:cNvPr>
          <p:cNvSpPr>
            <a:spLocks noGrp="1"/>
          </p:cNvSpPr>
          <p:nvPr>
            <p:ph type="body" sz="quarter" idx="60"/>
          </p:nvPr>
        </p:nvSpPr>
        <p:spPr>
          <a:xfrm>
            <a:off x="3357144"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9" name="Text Placeholder 33">
            <a:extLst>
              <a:ext uri="{FF2B5EF4-FFF2-40B4-BE49-F238E27FC236}">
                <a16:creationId xmlns:a16="http://schemas.microsoft.com/office/drawing/2014/main" id="{2C1C50A9-AF10-C8FA-22B4-FD7A9720D11F}"/>
              </a:ext>
            </a:extLst>
          </p:cNvPr>
          <p:cNvSpPr>
            <a:spLocks noGrp="1"/>
          </p:cNvSpPr>
          <p:nvPr>
            <p:ph type="body" sz="quarter" idx="95"/>
          </p:nvPr>
        </p:nvSpPr>
        <p:spPr>
          <a:xfrm>
            <a:off x="6174687"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5">
            <a:extLst>
              <a:ext uri="{FF2B5EF4-FFF2-40B4-BE49-F238E27FC236}">
                <a16:creationId xmlns:a16="http://schemas.microsoft.com/office/drawing/2014/main" id="{92186842-A495-47CB-E895-A3B746F32C1C}"/>
              </a:ext>
            </a:extLst>
          </p:cNvPr>
          <p:cNvSpPr>
            <a:spLocks noGrp="1"/>
          </p:cNvSpPr>
          <p:nvPr>
            <p:ph type="body" sz="quarter" idx="62"/>
          </p:nvPr>
        </p:nvSpPr>
        <p:spPr>
          <a:xfrm>
            <a:off x="9005296" y="2429974"/>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6CA7FDF1-8EA1-3647-617E-68BBEC83B933}"/>
              </a:ext>
            </a:extLst>
          </p:cNvPr>
          <p:cNvSpPr>
            <a:spLocks noGrp="1"/>
          </p:cNvSpPr>
          <p:nvPr>
            <p:ph type="body" sz="quarter" idx="96"/>
          </p:nvPr>
        </p:nvSpPr>
        <p:spPr>
          <a:xfrm>
            <a:off x="543911"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39">
            <a:extLst>
              <a:ext uri="{FF2B5EF4-FFF2-40B4-BE49-F238E27FC236}">
                <a16:creationId xmlns:a16="http://schemas.microsoft.com/office/drawing/2014/main" id="{B0B8D82A-323A-DAD8-2FFF-306B1BD8A7B7}"/>
              </a:ext>
            </a:extLst>
          </p:cNvPr>
          <p:cNvSpPr>
            <a:spLocks noGrp="1"/>
          </p:cNvSpPr>
          <p:nvPr>
            <p:ph type="body" sz="quarter" idx="64"/>
          </p:nvPr>
        </p:nvSpPr>
        <p:spPr>
          <a:xfrm>
            <a:off x="3369875"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3" name="Text Placeholder 41">
            <a:extLst>
              <a:ext uri="{FF2B5EF4-FFF2-40B4-BE49-F238E27FC236}">
                <a16:creationId xmlns:a16="http://schemas.microsoft.com/office/drawing/2014/main" id="{7F998DD8-A4C0-EDC9-3264-47EC9ABA7F7E}"/>
              </a:ext>
            </a:extLst>
          </p:cNvPr>
          <p:cNvSpPr>
            <a:spLocks noGrp="1"/>
          </p:cNvSpPr>
          <p:nvPr>
            <p:ph type="body" sz="quarter" idx="97"/>
          </p:nvPr>
        </p:nvSpPr>
        <p:spPr>
          <a:xfrm>
            <a:off x="6185564" y="3988842"/>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4" name="Text Placeholder 43">
            <a:extLst>
              <a:ext uri="{FF2B5EF4-FFF2-40B4-BE49-F238E27FC236}">
                <a16:creationId xmlns:a16="http://schemas.microsoft.com/office/drawing/2014/main" id="{D6080B64-327A-4888-7E45-D37CB06BD006}"/>
              </a:ext>
            </a:extLst>
          </p:cNvPr>
          <p:cNvSpPr>
            <a:spLocks noGrp="1"/>
          </p:cNvSpPr>
          <p:nvPr>
            <p:ph type="body" sz="quarter" idx="66"/>
          </p:nvPr>
        </p:nvSpPr>
        <p:spPr>
          <a:xfrm>
            <a:off x="9013984"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5" name="Text Placeholder 45">
            <a:extLst>
              <a:ext uri="{FF2B5EF4-FFF2-40B4-BE49-F238E27FC236}">
                <a16:creationId xmlns:a16="http://schemas.microsoft.com/office/drawing/2014/main" id="{A553D40B-8982-89FD-71EF-AFB57D02AF77}"/>
              </a:ext>
            </a:extLst>
          </p:cNvPr>
          <p:cNvSpPr>
            <a:spLocks noGrp="1"/>
          </p:cNvSpPr>
          <p:nvPr>
            <p:ph type="body" sz="quarter" idx="98"/>
          </p:nvPr>
        </p:nvSpPr>
        <p:spPr>
          <a:xfrm>
            <a:off x="554038" y="5572433"/>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7" name="Text Placeholder 46">
            <a:extLst>
              <a:ext uri="{FF2B5EF4-FFF2-40B4-BE49-F238E27FC236}">
                <a16:creationId xmlns:a16="http://schemas.microsoft.com/office/drawing/2014/main" id="{CC20C2B1-E5AA-66A6-3529-09EBEC5AD9E7}"/>
              </a:ext>
            </a:extLst>
          </p:cNvPr>
          <p:cNvSpPr>
            <a:spLocks noGrp="1"/>
          </p:cNvSpPr>
          <p:nvPr>
            <p:ph type="body" sz="quarter" idx="99"/>
          </p:nvPr>
        </p:nvSpPr>
        <p:spPr>
          <a:xfrm>
            <a:off x="3375025" y="5572853"/>
            <a:ext cx="2616775"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48">
            <a:extLst>
              <a:ext uri="{FF2B5EF4-FFF2-40B4-BE49-F238E27FC236}">
                <a16:creationId xmlns:a16="http://schemas.microsoft.com/office/drawing/2014/main" id="{FAD7CA57-DD70-B459-15AA-F71085154014}"/>
              </a:ext>
            </a:extLst>
          </p:cNvPr>
          <p:cNvSpPr>
            <a:spLocks noGrp="1"/>
          </p:cNvSpPr>
          <p:nvPr>
            <p:ph type="body" sz="quarter" idx="100"/>
          </p:nvPr>
        </p:nvSpPr>
        <p:spPr>
          <a:xfrm>
            <a:off x="6194425" y="5588367"/>
            <a:ext cx="2623130" cy="572721"/>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50">
            <a:extLst>
              <a:ext uri="{FF2B5EF4-FFF2-40B4-BE49-F238E27FC236}">
                <a16:creationId xmlns:a16="http://schemas.microsoft.com/office/drawing/2014/main" id="{EC42BD93-D831-2404-6CB8-8837AFC980E9}"/>
              </a:ext>
            </a:extLst>
          </p:cNvPr>
          <p:cNvSpPr>
            <a:spLocks noGrp="1"/>
          </p:cNvSpPr>
          <p:nvPr>
            <p:ph type="body" sz="quarter" idx="101"/>
          </p:nvPr>
        </p:nvSpPr>
        <p:spPr>
          <a:xfrm>
            <a:off x="9013824" y="5572853"/>
            <a:ext cx="2612537"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10">
            <a:extLst>
              <a:ext uri="{FF2B5EF4-FFF2-40B4-BE49-F238E27FC236}">
                <a16:creationId xmlns:a16="http://schemas.microsoft.com/office/drawing/2014/main" id="{4094CC63-82FC-2C3B-297C-E0DA8033B303}"/>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 name="Freeform 5">
            <a:extLst>
              <a:ext uri="{FF2B5EF4-FFF2-40B4-BE49-F238E27FC236}">
                <a16:creationId xmlns:a16="http://schemas.microsoft.com/office/drawing/2014/main" id="{CFEF52EF-E8C0-B287-4EE6-AFF11A6B737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38715990"/>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iography Spotligh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1DC8F894-857C-8F07-E60C-2FD30A700DD0}"/>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59895743-E13E-B246-5F15-74FE000A889A}"/>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 name="Content Placeholder 32">
            <a:extLst>
              <a:ext uri="{FF2B5EF4-FFF2-40B4-BE49-F238E27FC236}">
                <a16:creationId xmlns:a16="http://schemas.microsoft.com/office/drawing/2014/main" id="{AB8465BA-2F90-8B3C-157F-C533DC992638}"/>
              </a:ext>
            </a:extLst>
          </p:cNvPr>
          <p:cNvSpPr>
            <a:spLocks noGrp="1"/>
          </p:cNvSpPr>
          <p:nvPr>
            <p:ph sz="quarter" idx="103"/>
          </p:nvPr>
        </p:nvSpPr>
        <p:spPr>
          <a:xfrm>
            <a:off x="3367088" y="2146297"/>
            <a:ext cx="8270874" cy="3440115"/>
          </a:xfrm>
        </p:spPr>
        <p:txBody>
          <a:bodyPr>
            <a:noAutofit/>
          </a:bodyPr>
          <a:lstStyle>
            <a:lvl1pPr>
              <a:defRPr lang="en-US" sz="1200" b="1" i="0" kern="1200" dirty="0">
                <a:solidFill>
                  <a:schemeClr val="tx2"/>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5" name="Content Placeholder 32">
            <a:extLst>
              <a:ext uri="{FF2B5EF4-FFF2-40B4-BE49-F238E27FC236}">
                <a16:creationId xmlns:a16="http://schemas.microsoft.com/office/drawing/2014/main" id="{A839F1B7-11DF-B547-F156-26E4933C9AEE}"/>
              </a:ext>
            </a:extLst>
          </p:cNvPr>
          <p:cNvSpPr>
            <a:spLocks noGrp="1"/>
          </p:cNvSpPr>
          <p:nvPr>
            <p:ph sz="quarter" idx="104"/>
          </p:nvPr>
        </p:nvSpPr>
        <p:spPr>
          <a:xfrm>
            <a:off x="539751" y="4273551"/>
            <a:ext cx="2623978" cy="588286"/>
          </a:xfrm>
        </p:spPr>
        <p:txBody>
          <a:bodyPr>
            <a:no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6" name="Freeform 5">
            <a:extLst>
              <a:ext uri="{FF2B5EF4-FFF2-40B4-BE49-F238E27FC236}">
                <a16:creationId xmlns:a16="http://schemas.microsoft.com/office/drawing/2014/main" id="{8220394B-3676-A47D-2298-A38B48BED14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65510799"/>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iography Spotligh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17" name="Text Placeholder 28">
            <a:extLst>
              <a:ext uri="{FF2B5EF4-FFF2-40B4-BE49-F238E27FC236}">
                <a16:creationId xmlns:a16="http://schemas.microsoft.com/office/drawing/2014/main" id="{C3433E12-13DE-2F76-CD91-AD464AFB9124}"/>
              </a:ext>
            </a:extLst>
          </p:cNvPr>
          <p:cNvSpPr>
            <a:spLocks noGrp="1"/>
          </p:cNvSpPr>
          <p:nvPr>
            <p:ph type="body" sz="quarter" idx="94"/>
          </p:nvPr>
        </p:nvSpPr>
        <p:spPr>
          <a:xfrm>
            <a:off x="4784011" y="697706"/>
            <a:ext cx="2623978" cy="1448594"/>
          </a:xfrm>
        </p:spPr>
        <p:txBody>
          <a:bodyPr>
            <a:noAutofit/>
          </a:bodyPr>
          <a:lstStyle>
            <a:lvl1pPr marL="0" indent="0">
              <a:spcAft>
                <a:spcPts val="200"/>
              </a:spcAft>
              <a:buFont typeface="Arial" panose="020B0604020202020204" pitchFamily="34" charset="0"/>
              <a:buNone/>
              <a:defRPr sz="1800" b="1"/>
            </a:lvl1pPr>
            <a:lvl2pPr marL="0" indent="0">
              <a:spcAft>
                <a:spcPts val="600"/>
              </a:spcAft>
              <a:buNone/>
              <a:defRPr sz="1800"/>
            </a:lvl2pPr>
            <a:lvl3pPr marL="228600" indent="-228600">
              <a:spcAft>
                <a:spcPts val="600"/>
              </a:spcAft>
              <a:buClrTx/>
              <a:buFont typeface="GT America" charset="0"/>
              <a:buChar char="→"/>
              <a:defRPr sz="1800"/>
            </a:lvl3pPr>
            <a:lvl4pPr marL="228600" indent="-228600">
              <a:spcAft>
                <a:spcPts val="600"/>
              </a:spcAft>
              <a:buClrTx/>
              <a:buFont typeface="GT America" charset="0"/>
              <a:buChar char="→"/>
              <a:defRPr sz="1800"/>
            </a:lvl4pPr>
            <a:lvl5pPr marL="228600" indent="-228600">
              <a:spcAft>
                <a:spcPts val="600"/>
              </a:spcAft>
              <a:buClrTx/>
              <a:buFont typeface="GT America" charset="0"/>
              <a:buChar char="→"/>
              <a:defRPr sz="1800"/>
            </a:lvl5pPr>
            <a:lvl6pPr marL="228600" indent="-228600">
              <a:spcAft>
                <a:spcPts val="600"/>
              </a:spcAft>
              <a:buClrTx/>
              <a:buFont typeface="GT America" charset="0"/>
              <a:buChar char="→"/>
              <a:defRPr sz="1800"/>
            </a:lvl6pPr>
            <a:lvl7pPr marL="228600" indent="-228600">
              <a:spcAft>
                <a:spcPts val="600"/>
              </a:spcAft>
              <a:buClrTx/>
              <a:buFont typeface="GT America" charset="0"/>
              <a:buChar char="→"/>
              <a:defRPr sz="1800"/>
            </a:lvl7pPr>
            <a:lvl8pPr marL="228600" indent="-228600">
              <a:spcAft>
                <a:spcPts val="600"/>
              </a:spcAft>
              <a:buClrTx/>
              <a:buFont typeface="GT America" charset="0"/>
              <a:buChar char="→"/>
              <a:defRPr sz="1800"/>
            </a:lvl8pPr>
            <a:lvl9pPr marL="228600" indent="-228600">
              <a:spcAft>
                <a:spcPts val="600"/>
              </a:spcAft>
              <a:buClrTx/>
              <a:buFont typeface="GT America" charset="0"/>
              <a:buChar char="→"/>
              <a:defRPr sz="1800"/>
            </a:lvl9pPr>
          </a:lstStyle>
          <a:p>
            <a:pPr lvl="0"/>
            <a:r>
              <a:rPr lang="en-US"/>
              <a:t>Click to edit Master text styles</a:t>
            </a:r>
          </a:p>
          <a:p>
            <a:pPr lvl="1"/>
            <a:r>
              <a:rPr lang="en-US"/>
              <a:t>Second level</a:t>
            </a:r>
          </a:p>
          <a:p>
            <a:pPr lvl="2"/>
            <a:r>
              <a:rPr lang="en-US"/>
              <a:t>Third level</a:t>
            </a:r>
          </a:p>
        </p:txBody>
      </p:sp>
      <p:sp>
        <p:nvSpPr>
          <p:cNvPr id="19" name="Text Placeholder 18">
            <a:extLst>
              <a:ext uri="{FF2B5EF4-FFF2-40B4-BE49-F238E27FC236}">
                <a16:creationId xmlns:a16="http://schemas.microsoft.com/office/drawing/2014/main" id="{A5CC0331-67E4-97F1-FFCC-045A5FC24A40}"/>
              </a:ext>
            </a:extLst>
          </p:cNvPr>
          <p:cNvSpPr>
            <a:spLocks noGrp="1"/>
          </p:cNvSpPr>
          <p:nvPr>
            <p:ph type="body" sz="quarter" idx="95"/>
          </p:nvPr>
        </p:nvSpPr>
        <p:spPr>
          <a:xfrm>
            <a:off x="7600950" y="697706"/>
            <a:ext cx="4037013" cy="4744244"/>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8">
            <a:extLst>
              <a:ext uri="{FF2B5EF4-FFF2-40B4-BE49-F238E27FC236}">
                <a16:creationId xmlns:a16="http://schemas.microsoft.com/office/drawing/2014/main" id="{5E6F9140-B540-5013-5831-F1E9C81243B3}"/>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4" name="Text Placeholder 10">
            <a:extLst>
              <a:ext uri="{FF2B5EF4-FFF2-40B4-BE49-F238E27FC236}">
                <a16:creationId xmlns:a16="http://schemas.microsoft.com/office/drawing/2014/main" id="{6729DA4E-55B8-5A9B-E5DF-CA71583D323E}"/>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E1135D2B-9B8D-C0CC-7E29-3095E5284DC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8825690"/>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iography Spotligh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Content Placeholder 14">
            <a:extLst>
              <a:ext uri="{FF2B5EF4-FFF2-40B4-BE49-F238E27FC236}">
                <a16:creationId xmlns:a16="http://schemas.microsoft.com/office/drawing/2014/main" id="{0F4207BC-188D-C830-B83A-98B60C773C10}"/>
              </a:ext>
            </a:extLst>
          </p:cNvPr>
          <p:cNvSpPr>
            <a:spLocks noGrp="1"/>
          </p:cNvSpPr>
          <p:nvPr>
            <p:ph sz="quarter" idx="18" hasCustomPrompt="1"/>
          </p:nvPr>
        </p:nvSpPr>
        <p:spPr>
          <a:xfrm>
            <a:off x="4781551" y="697706"/>
            <a:ext cx="6856412" cy="5469732"/>
          </a:xfrm>
        </p:spPr>
        <p:txBody>
          <a:bodyPr numCol="1" spcCol="219456"/>
          <a:lstStyle>
            <a:lvl1pPr>
              <a:spcAft>
                <a:spcPts val="0"/>
              </a:spcAft>
              <a:defRPr sz="1800" b="1">
                <a:solidFill>
                  <a:schemeClr val="tx1"/>
                </a:solidFill>
                <a:latin typeface="+mn-lt"/>
              </a:defRPr>
            </a:lvl1pPr>
            <a:lvl2pPr marL="0" indent="0">
              <a:buNone/>
              <a:defRPr sz="1800" b="0">
                <a:solidFill>
                  <a:schemeClr val="tx1"/>
                </a:solidFill>
              </a:defRPr>
            </a:lvl2pPr>
            <a:lvl3pPr marL="3175" indent="0">
              <a:buFont typeface="GT America Regular" charset="0"/>
              <a:buNone/>
              <a:defRPr sz="1400" b="1">
                <a:solidFill>
                  <a:schemeClr val="tx2"/>
                </a:solidFill>
              </a:defRPr>
            </a:lvl3pPr>
            <a:lvl4pPr marL="0" indent="0">
              <a:buClrTx/>
              <a:buFont typeface="GT America Regular" charset="0"/>
              <a:buNone/>
              <a:defRPr sz="1400"/>
            </a:lvl4pPr>
            <a:lvl5pPr marL="287338" indent="-287338">
              <a:buClrTx/>
              <a:buFont typeface="GT America Regular" charset="0"/>
              <a:buChar char="→"/>
              <a:defRPr sz="1400"/>
            </a:lvl5pPr>
            <a:lvl6pPr marL="458788" indent="-171450">
              <a:buClr>
                <a:schemeClr val="accent1"/>
              </a:buClr>
              <a:buFont typeface="Arial" panose="020B0604020202020204" pitchFamily="34" charset="0"/>
              <a:buChar char="•"/>
              <a:defRPr sz="1300"/>
            </a:lvl6pPr>
            <a:lvl7pPr marL="627063" indent="-174625">
              <a:buClrTx/>
              <a:buFont typeface="GT America Regular" pitchFamily="50" charset="0"/>
              <a:buChar char="–"/>
              <a:defRPr sz="1300"/>
            </a:lvl7pPr>
            <a:lvl8pPr marL="800100" indent="-174625">
              <a:buClr>
                <a:schemeClr val="accent1"/>
              </a:buClr>
              <a:buFont typeface="GT America Regular" charset="0"/>
              <a:buChar char="–"/>
              <a:defRPr sz="1200"/>
            </a:lvl8pPr>
            <a:lvl9pPr marL="973138" indent="-171450">
              <a:buClrTx/>
              <a:buFont typeface="GT America Regular" pitchFamily="50" charset="0"/>
              <a:buChar char="»"/>
              <a:defRPr sz="1200"/>
            </a:lvl9pPr>
          </a:lstStyle>
          <a:p>
            <a:pPr lvl="0"/>
            <a:r>
              <a:rPr lang="en-US" err="1"/>
              <a:t>Firstname</a:t>
            </a:r>
            <a:r>
              <a:rPr lang="en-US"/>
              <a:t> </a:t>
            </a:r>
            <a:r>
              <a:rPr lang="en-US" err="1"/>
              <a:t>Lastname</a:t>
            </a:r>
            <a:r>
              <a:rPr lang="en-US"/>
              <a:t>, first level</a:t>
            </a:r>
          </a:p>
          <a:p>
            <a:pPr lvl="1"/>
            <a:r>
              <a:rPr lang="en-US"/>
              <a:t>Title/department, second level</a:t>
            </a:r>
          </a:p>
          <a:p>
            <a:pPr lvl="2"/>
            <a:r>
              <a:rPr lang="en-US"/>
              <a:t>Introduction or highlighted passage, 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Picture Placeholder 9">
            <a:extLst>
              <a:ext uri="{FF2B5EF4-FFF2-40B4-BE49-F238E27FC236}">
                <a16:creationId xmlns:a16="http://schemas.microsoft.com/office/drawing/2014/main" id="{FB14F9FF-819F-A907-0A8B-A72101BD116F}"/>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6" name="Title 8">
            <a:extLst>
              <a:ext uri="{FF2B5EF4-FFF2-40B4-BE49-F238E27FC236}">
                <a16:creationId xmlns:a16="http://schemas.microsoft.com/office/drawing/2014/main" id="{D9CADC76-6396-AF54-8796-7A15A6DD18BE}"/>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7" name="Text Placeholder 10">
            <a:extLst>
              <a:ext uri="{FF2B5EF4-FFF2-40B4-BE49-F238E27FC236}">
                <a16:creationId xmlns:a16="http://schemas.microsoft.com/office/drawing/2014/main" id="{C461A934-EA9F-C921-D401-6A693313325C}"/>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6B3339D0-0F6C-82C7-8438-B70031C5C7D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97197089"/>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ack Cover 1">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3" name="Freeform 5">
            <a:extLst>
              <a:ext uri="{FF2B5EF4-FFF2-40B4-BE49-F238E27FC236}">
                <a16:creationId xmlns:a16="http://schemas.microsoft.com/office/drawing/2014/main" id="{DBEF819D-FDFF-C217-9B0B-68E353B7B355}"/>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5" name="Text Placeholder 9">
            <a:extLst>
              <a:ext uri="{FF2B5EF4-FFF2-40B4-BE49-F238E27FC236}">
                <a16:creationId xmlns:a16="http://schemas.microsoft.com/office/drawing/2014/main" id="{5FB2903F-88A1-83A6-3840-2C6F40ADA372}"/>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14" name="Text Placeholder 28">
            <a:extLst>
              <a:ext uri="{FF2B5EF4-FFF2-40B4-BE49-F238E27FC236}">
                <a16:creationId xmlns:a16="http://schemas.microsoft.com/office/drawing/2014/main" id="{E9355155-D34A-C8FB-FD7F-D8F2AFB05465}"/>
              </a:ext>
            </a:extLst>
          </p:cNvPr>
          <p:cNvSpPr>
            <a:spLocks noGrp="1"/>
          </p:cNvSpPr>
          <p:nvPr>
            <p:ph type="body" sz="quarter" idx="94"/>
          </p:nvPr>
        </p:nvSpPr>
        <p:spPr>
          <a:xfrm>
            <a:off x="534487"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5" name="Text Placeholder 31">
            <a:extLst>
              <a:ext uri="{FF2B5EF4-FFF2-40B4-BE49-F238E27FC236}">
                <a16:creationId xmlns:a16="http://schemas.microsoft.com/office/drawing/2014/main" id="{C7ABDCD6-3B21-724A-2B90-283DF93F2DD4}"/>
              </a:ext>
            </a:extLst>
          </p:cNvPr>
          <p:cNvSpPr>
            <a:spLocks noGrp="1"/>
          </p:cNvSpPr>
          <p:nvPr>
            <p:ph type="body" sz="quarter" idx="95"/>
          </p:nvPr>
        </p:nvSpPr>
        <p:spPr>
          <a:xfrm>
            <a:off x="3373598" y="6001088"/>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6" name="Text Placeholder 33">
            <a:extLst>
              <a:ext uri="{FF2B5EF4-FFF2-40B4-BE49-F238E27FC236}">
                <a16:creationId xmlns:a16="http://schemas.microsoft.com/office/drawing/2014/main" id="{9B2F4F16-C191-1C55-93DF-40C406D4E32E}"/>
              </a:ext>
            </a:extLst>
          </p:cNvPr>
          <p:cNvSpPr>
            <a:spLocks noGrp="1"/>
          </p:cNvSpPr>
          <p:nvPr>
            <p:ph type="body" sz="quarter" idx="96"/>
          </p:nvPr>
        </p:nvSpPr>
        <p:spPr>
          <a:xfrm>
            <a:off x="6194425"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 name="Title 1">
            <a:extLst>
              <a:ext uri="{FF2B5EF4-FFF2-40B4-BE49-F238E27FC236}">
                <a16:creationId xmlns:a16="http://schemas.microsoft.com/office/drawing/2014/main" id="{1352C076-8712-4C5D-E1C5-1571EB4128B5}"/>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152452333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BFA9807F-AFDD-9C54-B84B-1C8AD0D832F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2820637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ack Cover 3">
    <p:bg>
      <p:bgPr>
        <a:solidFill>
          <a:schemeClr val="bg2"/>
        </a:solidFill>
        <a:effectLst/>
      </p:bgPr>
    </p:bg>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0D6E9EB7-DA68-6FEF-F74F-A0D61C26CA0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Title 1">
            <a:extLst>
              <a:ext uri="{FF2B5EF4-FFF2-40B4-BE49-F238E27FC236}">
                <a16:creationId xmlns:a16="http://schemas.microsoft.com/office/drawing/2014/main" id="{D5FBA839-3BBA-0F89-EDC8-F3651EE49BD4}"/>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7F77997E-75DB-B44B-A05C-1FA79445773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2931741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ack Cover 4">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3" name="Text Placeholder 9">
            <a:extLst>
              <a:ext uri="{FF2B5EF4-FFF2-40B4-BE49-F238E27FC236}">
                <a16:creationId xmlns:a16="http://schemas.microsoft.com/office/drawing/2014/main" id="{2C4DFBF5-AF25-74B3-E64C-151E88405CCD}"/>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2" name="Freeform 5">
            <a:extLst>
              <a:ext uri="{FF2B5EF4-FFF2-40B4-BE49-F238E27FC236}">
                <a16:creationId xmlns:a16="http://schemas.microsoft.com/office/drawing/2014/main" id="{6FED2A2E-7E2C-170E-AC57-174283AFEB9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200848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ack Cover 5">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8142973" y="0"/>
            <a:ext cx="2029968" cy="6167438"/>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10162032" y="0"/>
            <a:ext cx="2029968" cy="3984625"/>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7" name="Text Placeholder 9">
            <a:extLst>
              <a:ext uri="{FF2B5EF4-FFF2-40B4-BE49-F238E27FC236}">
                <a16:creationId xmlns:a16="http://schemas.microsoft.com/office/drawing/2014/main" id="{E60D21F8-DDF8-0ABD-B77A-99A1823A2B21}"/>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4" name="Freeform 5">
            <a:extLst>
              <a:ext uri="{FF2B5EF4-FFF2-40B4-BE49-F238E27FC236}">
                <a16:creationId xmlns:a16="http://schemas.microsoft.com/office/drawing/2014/main" id="{4CEA83F8-DF7E-5D88-4F21-FD4880BAE4FB}"/>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2884761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ack Cover 6">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4" name="Text Placeholder 9">
            <a:extLst>
              <a:ext uri="{FF2B5EF4-FFF2-40B4-BE49-F238E27FC236}">
                <a16:creationId xmlns:a16="http://schemas.microsoft.com/office/drawing/2014/main" id="{0A81BF85-E531-3686-907C-CABBA5BF278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Freeform 5">
            <a:extLst>
              <a:ext uri="{FF2B5EF4-FFF2-40B4-BE49-F238E27FC236}">
                <a16:creationId xmlns:a16="http://schemas.microsoft.com/office/drawing/2014/main" id="{4D067683-A753-EBE2-7800-5D3A848080CB}"/>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8412763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376998-4040-9761-674E-D9535BFB68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98ADA5-8554-9765-F77A-EDEF8AC9DCA3}"/>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2" name="TextBox 11">
            <a:extLst>
              <a:ext uri="{FF2B5EF4-FFF2-40B4-BE49-F238E27FC236}">
                <a16:creationId xmlns:a16="http://schemas.microsoft.com/office/drawing/2014/main" id="{3E8F0C73-A398-6456-DB05-CBC41E2EBB3E}"/>
              </a:ext>
            </a:extLst>
          </p:cNvPr>
          <p:cNvSpPr txBox="1"/>
          <p:nvPr/>
        </p:nvSpPr>
        <p:spPr>
          <a:xfrm>
            <a:off x="548639" y="552450"/>
            <a:ext cx="11089323" cy="5626363"/>
          </a:xfrm>
          <a:prstGeom prst="rect">
            <a:avLst/>
          </a:prstGeom>
          <a:noFill/>
        </p:spPr>
        <p:txBody>
          <a:bodyPr wrap="square" lIns="0" tIns="0" rIns="0" bIns="0" numCol="2" spcCol="182880">
            <a:noAutofit/>
          </a:bodyPr>
          <a:lstStyle/>
          <a:p>
            <a:pPr>
              <a:lnSpc>
                <a:spcPct val="95000"/>
              </a:lnSpc>
              <a:spcAft>
                <a:spcPts val="400"/>
              </a:spcAft>
            </a:pPr>
            <a:r>
              <a:rPr lang="en-US" sz="740">
                <a:effectLst/>
                <a:latin typeface="+mn-lt"/>
                <a:ea typeface="Calibri" panose="020F0502020204030204" pitchFamily="34" charset="0"/>
                <a:cs typeface="Calibri" panose="020F0502020204030204" pitchFamily="34" charset="0"/>
              </a:rPr>
              <a:t>© 2025</a:t>
            </a:r>
            <a:r>
              <a:rPr lang="en-US" sz="740">
                <a:solidFill>
                  <a:srgbClr val="FF0000"/>
                </a:solidFill>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Moody’s Corporation, Moody’s Investors Service, Inc., Moody’s Analytics, Inc. and/or their licensors and affiliates (collectively, “MOODY’S”). All rights reserved.</a:t>
            </a:r>
            <a:endParaRPr lang="en-CR" sz="740">
              <a:effectLst/>
              <a:latin typeface="+mn-lt"/>
              <a:ea typeface="Calibri" panose="020F0502020204030204" pitchFamily="34" charset="0"/>
              <a:cs typeface="Calibri" panose="020F0502020204030204" pitchFamily="34" charset="0"/>
            </a:endParaRPr>
          </a:p>
          <a:p>
            <a:pPr marL="9525" marR="142240" indent="0">
              <a:tabLst/>
            </a:pPr>
            <a:r>
              <a:rPr lang="en-US" sz="740" u="none" strike="noStrike">
                <a:effectLst/>
                <a:latin typeface="+mn-lt"/>
                <a:ea typeface="DengXian" panose="02010600030101010101" pitchFamily="2" charset="-122"/>
              </a:rPr>
              <a:t>CREDIT RATINGS ISSUED BY MOODY'S CREDIT RATINGS AFFILIATES ARE THEIR CURRENT OPINIONS OF THE RELATIVE FUTURE CREDIT RISK OF ENTITIES, CREDIT COMMITMENTS, OR DEBT OR DEBT-LIKE SECURITIES, AND MATERIALS, PRODUCTS, SERVICES AND INFORMATION PUBLISHED OR OTHERWISE MADE AVAILABLE BY MOODY’S (COLLECTIVELY, “MATERIALS”) MAY INCLUDE SUCH CURRENT OPINIONS. MOODY’S DEFINES CREDIT RISK AS THE RISK THAT AN ENTITY MAY NOT MEET ITS CONTRACTUAL FINANCIAL OBLIGATIONS AS THEY COME DUE AND ANY ESTIMATED FINANCIAL LOSS IN THE EVENT OF DEFAULT OR IMPAIRMENT. SEE APPLICABLE MOODY’S RATING SYMBOLS AND DEFINITIONS PUBLICATION FOR INFORMATION ON THE TYPES OF CONTRACTUAL FINANCIAL OBLIGATIONS ADDRESSED BY MOODY’S CREDIT RATINGS. CREDIT RATINGS DO NOT ADDRESS ANY OTHER RISK, INCLUDING BUT NOT LIMITED TO: LIQUIDITY RISK, MARKET VALUE RISK, OR PRICE VOLATILITY. CREDIT RATINGS, NON-CREDIT ASSESSMENTS (“ASSESSMENTS”), AND OTHER OPINIONS INCLUDED IN MOODY’S MATERIALS ARE NOT STATEMENTS OF CURRENT OR HISTORICAL FACT. MOODY’S MATERIALS MAY ALSO INCLUDE QUANTITATIVE MODEL-BASED ESTIMATES OF CREDIT RISK AND RELATED OPINIONS OR COMMENTARY PUBLISHED BY MOODY’S ANALYTICS, INC. AND/OR ITS AFFILIATES. MOODY’S CREDIT RATINGS, ASSESSMENTS, OTHER OPINIONS AND MATERIALS DO NOT CONSTITUTE OR PROVIDE INVESTMENT OR FINANCIAL ADVICE, AND MOODY’S CREDIT RATINGS, ASSESSMENTS, OTHER OPINIONS AND MATERIALS ARE NOT AND DO NOT PROVIDE RECOMMENDATIONS TO PURCHASE, SELL, OR HOLD PARTICULAR SECURITIES. MOODY’S CREDIT RATINGS, ASSESSMENTS, OTHER OPINIONS AND MATERIALS DO NOT COMMENT ON THE SUITABILITY OF AN INVESTMENT FOR ANY PARTICULAR INVESTOR. MOODY’S ISSUES ITS CREDIT RATINGS, ASSESSMENTS AND OTHER OPINIONS AND PUBLISHES OR OTHERWISE MAKES AVAILABLE ITS MATERIALS WITH THE EXPECTATION AND UNDERSTANDING THAT EACH INVESTOR WILL, WITH DUE CARE, MAKE ITS OWN STUDY AND EVALUATION OF EACH SECURITY THAT IS UNDER CONSIDERATION FOR PURCHASE, HOLDING, OR SALE. </a:t>
            </a:r>
            <a:endParaRPr lang="en-CR" sz="740" u="none" strike="noStrike">
              <a:effectLst/>
              <a:latin typeface="+mn-lt"/>
              <a:ea typeface="DengXian" panose="02010600030101010101" pitchFamily="2" charset="-122"/>
              <a:cs typeface="Calibri" panose="020F0502020204030204" pitchFamily="34" charset="0"/>
            </a:endParaRPr>
          </a:p>
          <a:p>
            <a:pPr marL="9525" marR="142240" indent="0">
              <a:tabLst/>
            </a:pPr>
            <a:endParaRPr lang="en-CR" sz="740" u="none" strike="noStrike">
              <a:effectLst/>
              <a:latin typeface="+mn-lt"/>
              <a:ea typeface="DengXian" panose="02010600030101010101" pitchFamily="2" charset="-122"/>
              <a:cs typeface="Calibri" panose="020F0502020204030204" pitchFamily="34" charset="0"/>
            </a:endParaRPr>
          </a:p>
          <a:p>
            <a:pPr marL="9525" marR="142240" indent="0">
              <a:tabLst/>
            </a:pPr>
            <a:r>
              <a:rPr lang="en-US" sz="740">
                <a:effectLst/>
                <a:latin typeface="+mn-lt"/>
                <a:ea typeface="Calibri" panose="020F0502020204030204" pitchFamily="34" charset="0"/>
                <a:cs typeface="Calibri" panose="020F0502020204030204" pitchFamily="34" charset="0"/>
              </a:rPr>
              <a:t>MOODY’S CREDIT RATINGS</a:t>
            </a:r>
            <a:r>
              <a:rPr lang="en-US" sz="740" b="1">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ASSESSMENTS, OTHER OPINIONS, AND MATERIALS ARE NOT INTENDED FOR USE BY RETAIL INVESTORS AND IT WOULD BE RECKLESS AND INAPPROPRIATE FOR RETAIL INVESTORS TO USE MOODY’S CREDIT RATINGS, ASSESSMENTS, OTHER OPINIONS OR MATERIALS WHEN MAKING AN INVESTMENT DECISION. IF IN DOUBT YOU SHOULD CONTACT YOUR FINANCIAL OR OTHER PROFESSIONAL ADVISER.</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ALL INFORMATION CONTAINED HEREIN IS PROTECTED BY LAW, INCLUDING BUT NOT LIMITED TO, COPYRIGHT LAW, AND NONE OF SUCH INFORMATION MAY BE COPIED OR OTHERWISE REPRODUCED, REPACKAGED, FURTHER TRANSMITTED, TRANSFERRED, DISSEMINATED, REDISTRIBUTED OR RESOLD, OR STORED FOR SUBSEQUENT USE FOR ANY SUCH PURPOSE, IN WHOLE OR IN PART, IN ANY FORM OR MANNER OR BY ANY MEANS WHATSOEVER, BY ANY PERSON WITHOUT MOODY’S PRIOR WRITTEN CONSENT.  FOR CLARITY, NO INFORMATION CONTAINED HEREIN MAY BE USED TO DEVELOP, IMPROVE, TRAIN OR RETRAIN ANY SOFTWARE PROGRAM OR DATABASE, INCLUDING, BUT NOT LIMITED TO, FOR ANY ARTIFICIAL INTELLIGENCE, MACHINE LEARNING OR NATURAL LANGUAGE PROCESSING SOFTWARE, ALGORITHM, METHODOLOGY AND/OR MODEL.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MOODY’S CREDIT RATINGS</a:t>
            </a:r>
            <a:r>
              <a:rPr lang="en-US" sz="740" b="1">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ASSESSMENTS, OTHER OPINIONS AND MATERIALS ARE NOT INTENDED FOR USE BY ANY PERSON AS A BENCHMARK AS THAT TERM IS DEFINED FOR REGULATORY PURPOSES AND MUST NOT BE USED IN ANY WAY THAT COULD RESULT IN THEM BEING CONSIDERED A BENCHMARK.</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All information contained herein is obtained by MOODY’S from sources believed by it to be accurate and reliable. Because of the possibility of human or mechanical error as well as other factors, however, all information contained herein is provided “AS IS” without warranty of any kind. MOODY'S adopts all necessary measures so that the information it uses in assigning a credit rating is of sufficient quality and from sources MOODY'S considers to be reliable including, when appropriate, independent third-party sources. However, MOODY’S is not an auditor and cannot in every instance independently verify or validate information received in the credit rating process or in preparing its Materials.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To the extent permitted by law, MOODY’S and its directors, officers, employees, agents, representatives, licensors and suppliers disclaim liability to any person or entity for any indirect, special, consequential, or incidental losses or damages whatsoever arising from or in connection with the information contained herein or the use of or inability to use any such information, even if MOODY’S or any of its directors, officers, employees, agents, representatives, licensors or suppliers is advised in advance of the possibility of such losses or damages, including but not limited to: (a) any loss of present or prospective profits or (b) any loss or damage arising where the relevant financial instrument is not the subject of a particular credit rating assigned by MOODY’S.</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To the extent permitted by law, MOODY’S and its directors, officers, employees, agents, representatives, licensors and suppliers disclaim liability for any direct or compensatory losses or damages caused to any person or entity, including but not limited to by any negligence (but excluding fraud, willful misconduct or any other type of liability that, for the avoidance of doubt, by law cannot be excluded) on the part of, or any contingency within or beyond the control of, MOODY’S or any of its directors, officers, employees, agents, representatives, licensors or suppliers, arising from or in connection with the information contained herein or the use of or inability to use any such information.</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NO WARRANTY, EXPRESS OR IMPLIED, AS TO THE ACCURACY, TIMELINESS, COMPLETENESS, MERCHANTABILITY OR FITNESS FOR ANY PARTICULAR PURPOSE OF ANY CREDIT RATING, ASSESSMENT, OTHER OPINION OR INFORMATION IS GIVEN OR MADE BY MOODY’S IN ANY FORM OR MANNER WHATSOEVER.</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Moody’s Investors Service, Inc., a wholly-owned credit rating agency subsidiary of Moody’s Corporation (“MCO”), hereby discloses that most issuers of debt securities (including corporate and municipal bonds, debentures, notes and commercial paper) and preferred stock rated by Moody’s Investors Service, Inc. have, prior to assignment of any credit rating, agreed to pay Moody’s Investors Service, Inc. for credit ratings opinions and services rendered by it. MCO and all MCO entities that issue ratings under the “Moody’s Ratings” brand name (“Moody’s Ratings”), also maintain policies and procedures to address the independence of Moody’s Ratings’ credit ratings and credit rating processes. Information regarding certain affiliations that may exist between directors of MCO and rated entities, and between entities who hold credit ratings from Moody’s Investors Service, Inc. and have also publicly reported to the SEC an ownership interest in MCO of more than 5%, is posted annually at </a:t>
            </a:r>
            <a:r>
              <a:rPr lang="en-US" sz="740" err="1">
                <a:effectLst/>
                <a:latin typeface="+mn-lt"/>
                <a:ea typeface="Calibri" panose="020F0502020204030204" pitchFamily="34" charset="0"/>
                <a:cs typeface="Calibri" panose="020F0502020204030204" pitchFamily="34" charset="0"/>
              </a:rPr>
              <a:t>ir.moodys.com</a:t>
            </a:r>
            <a:r>
              <a:rPr lang="en-US" sz="740">
                <a:effectLst/>
                <a:latin typeface="+mn-lt"/>
                <a:ea typeface="Calibri" panose="020F0502020204030204" pitchFamily="34" charset="0"/>
                <a:cs typeface="Calibri" panose="020F0502020204030204" pitchFamily="34" charset="0"/>
              </a:rPr>
              <a:t> under the heading “Investor Relations — Corporate Governance — Charter and Governance Documents - Director and Shareholder Affiliation Policy.”</a:t>
            </a:r>
            <a:r>
              <a:rPr lang="en-US" sz="740">
                <a:solidFill>
                  <a:srgbClr val="1F497D"/>
                </a:solidFill>
                <a:effectLst/>
                <a:latin typeface="+mn-lt"/>
                <a:ea typeface="Calibri" panose="020F0502020204030204" pitchFamily="34" charset="0"/>
                <a:cs typeface="Calibri" panose="020F0502020204030204" pitchFamily="34" charset="0"/>
              </a:rPr>
              <a:t>  </a:t>
            </a:r>
            <a:endParaRPr lang="en-CR" sz="740">
              <a:effectLst/>
              <a:latin typeface="+mn-lt"/>
              <a:ea typeface="Calibri" panose="020F0502020204030204" pitchFamily="34" charset="0"/>
            </a:endParaRPr>
          </a:p>
          <a:p>
            <a:r>
              <a:rPr lang="en-US" sz="740">
                <a:effectLst/>
                <a:latin typeface="+mn-lt"/>
                <a:ea typeface="Calibri" panose="020F0502020204030204" pitchFamily="34" charset="0"/>
              </a:rPr>
              <a:t>Moody's SF Japan K.K., Moody's Local AR </a:t>
            </a:r>
            <a:r>
              <a:rPr lang="en-US" sz="740" err="1">
                <a:effectLst/>
                <a:latin typeface="+mn-lt"/>
                <a:ea typeface="Calibri" panose="020F0502020204030204" pitchFamily="34" charset="0"/>
              </a:rPr>
              <a:t>Agente</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Calificación</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Moody’s Local BR </a:t>
            </a:r>
            <a:r>
              <a:rPr lang="en-US" sz="740" err="1">
                <a:effectLst/>
                <a:latin typeface="+mn-lt"/>
                <a:ea typeface="Calibri" panose="020F0502020204030204" pitchFamily="34" charset="0"/>
              </a:rPr>
              <a:t>Agência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Classificação</a:t>
            </a:r>
            <a:r>
              <a:rPr lang="en-US" sz="740">
                <a:effectLst/>
                <a:latin typeface="+mn-lt"/>
                <a:ea typeface="Calibri" panose="020F0502020204030204" pitchFamily="34" charset="0"/>
              </a:rPr>
              <a:t> de Risco LTDA, Moody’s Local MX S.A. de C.V, I.C.V., Moody's Local PE </a:t>
            </a:r>
            <a:r>
              <a:rPr lang="en-US" sz="740" err="1">
                <a:effectLst/>
                <a:latin typeface="+mn-lt"/>
                <a:ea typeface="Calibri" panose="020F0502020204030204" pitchFamily="34" charset="0"/>
              </a:rPr>
              <a:t>Clasificadora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and Moody's Local PA </a:t>
            </a:r>
            <a:r>
              <a:rPr lang="en-US" sz="740" err="1">
                <a:effectLst/>
                <a:latin typeface="+mn-lt"/>
                <a:ea typeface="Calibri" panose="020F0502020204030204" pitchFamily="34" charset="0"/>
              </a:rPr>
              <a:t>Calificadora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(collectively, the “Moody’s Non-NRSRO CRAs”) are all indirectly wholly-owned credit rating agency subsidiaries of MCO. None of the Moody’s Non-NRSRO CRAs is a Nationally Recognized Statistical Rating Organization.</a:t>
            </a:r>
            <a:br>
              <a:rPr lang="en-CR" sz="740">
                <a:effectLst/>
                <a:latin typeface="+mn-lt"/>
                <a:ea typeface="Calibri" panose="020F0502020204030204" pitchFamily="34" charset="0"/>
                <a:cs typeface="+mn-cs"/>
              </a:rPr>
            </a:b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for Australia only: Any publication into Australia of this document is pursuant to the Australian Financial Services License of MOODY’S affiliate, Moody’s Investors Service Pty Limited ABN 61 003 399 657AFSL 336969 and/or Moody’s Analytics Australia Pty Ltd ABN 94 105 136 972 AFSL 383569 (as applicable). This document is intended to be provided only to “wholesale clients” within the meaning of section 761G of the Corporations Act 2001. By continuing to access this document from within Australia, you represent to MOODY’S that you are, or are accessing the document as a representative of, a “wholesale client” and that neither you nor the entity you represent will directly or indirectly disseminate this document or its contents to “retail clients” within the meaning of section 761G of the Corporations Act 2001. MOODY’S credit rating is an opinion as to the creditworthiness of a debt obligation of the issuer, not on the equity securities of the issuer or any form of security that is available to retail investors.</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for India only:  Moody’s credit ratings, Assessments, other opinions and Materials are not intended to be and shall not be relied upon or used by any users located in India in relation to securities listed or proposed to be listed on Indian stock exchanges.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with respect to Second Party Opinions and Net Zero Assessments (as defined in Moody’s Ratings Rating Symbols and Definitions): Please note that neither a Second Party Opinion (“SPO”) nor a Net Zero Assessment (“NZA”) is a “credit rating”. The issuance of SPOs and NZAs is not a regulated activity in many jurisdictions, including Singapore. JAPAN: In Japan, development and provision of SPOs and NZAs fall under the category of “Ancillary Businesses”, not “Credit Rating Business”, and are not subject to the regulations applicable to “Credit Rating Business” under the Financial Instruments and Exchange Act of Japan and its relevant regulation. PRC: Any SPO: (1) does not constitute a PRC Green Bond Assessment as defined under any relevant PRC laws or regulations; (2) cannot be included in any registration statement, offering circular, prospectus or any other documents submitted to the PRC regulatory authorities or otherwise used to satisfy any PRC regulatory disclosure requirement; and (3) cannot be used within the PRC for any regulatory purpose or for any other purpose which is not permitted under relevant PRC laws or regulations. For the purposes of this disclaimer, “PRC” refers to the mainland of the People’s Republic of China, excluding Hong Kong, Macau and Taiwan.</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 </a:t>
            </a:r>
            <a:endParaRPr lang="en-CR" sz="740">
              <a:effectLst/>
              <a:latin typeface="+mn-lt"/>
              <a:ea typeface="Calibri" panose="020F0502020204030204" pitchFamily="34" charset="0"/>
              <a:cs typeface="Calibri" panose="020F0502020204030204" pitchFamily="34" charset="0"/>
            </a:endParaRPr>
          </a:p>
        </p:txBody>
      </p:sp>
      <p:sp>
        <p:nvSpPr>
          <p:cNvPr id="3" name="Freeform 5">
            <a:extLst>
              <a:ext uri="{FF2B5EF4-FFF2-40B4-BE49-F238E27FC236}">
                <a16:creationId xmlns:a16="http://schemas.microsoft.com/office/drawing/2014/main" id="{F1F6E4C1-C039-2676-3506-F084F00FD8D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74008354"/>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2 Column, 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1886" y="0"/>
            <a:ext cx="6000113"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101" y="552450"/>
            <a:ext cx="5445124" cy="434975"/>
          </a:xfrm>
        </p:spPr>
        <p:txBody>
          <a:bodyPr/>
          <a:lstStyle/>
          <a:p>
            <a:r>
              <a:rPr lang="en-US"/>
              <a:t>Click to edit Master title style</a:t>
            </a:r>
          </a:p>
        </p:txBody>
      </p:sp>
      <p:sp>
        <p:nvSpPr>
          <p:cNvPr id="4" name="Freeform 5">
            <a:extLst>
              <a:ext uri="{FF2B5EF4-FFF2-40B4-BE49-F238E27FC236}">
                <a16:creationId xmlns:a16="http://schemas.microsoft.com/office/drawing/2014/main" id="{90FFE920-B320-B303-4558-0F631F476859}"/>
              </a:ext>
            </a:extLst>
          </p:cNvPr>
          <p:cNvSpPr/>
          <p:nvPr/>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5" name="Text Placeholder 11">
            <a:extLst>
              <a:ext uri="{FF2B5EF4-FFF2-40B4-BE49-F238E27FC236}">
                <a16:creationId xmlns:a16="http://schemas.microsoft.com/office/drawing/2014/main" id="{5E92B4B8-6955-9D30-1BC3-A16EF74E8AD5}"/>
              </a:ext>
            </a:extLst>
          </p:cNvPr>
          <p:cNvSpPr>
            <a:spLocks noGrp="1"/>
          </p:cNvSpPr>
          <p:nvPr>
            <p:ph type="body" sz="quarter" idx="18"/>
          </p:nvPr>
        </p:nvSpPr>
        <p:spPr>
          <a:xfrm>
            <a:off x="546100" y="1127125"/>
            <a:ext cx="5445125"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AA9F4984-857B-C872-E78B-8D7B49A19FCB}"/>
              </a:ext>
            </a:extLst>
          </p:cNvPr>
          <p:cNvSpPr>
            <a:spLocks noGrp="1"/>
          </p:cNvSpPr>
          <p:nvPr>
            <p:ph type="body" sz="quarter" idx="19" hasCustomPrompt="1"/>
          </p:nvPr>
        </p:nvSpPr>
        <p:spPr>
          <a:xfrm>
            <a:off x="546100" y="6019800"/>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5C8016BC-6435-33AA-70C0-6D27BA55395C}"/>
              </a:ext>
            </a:extLst>
          </p:cNvPr>
          <p:cNvSpPr>
            <a:spLocks noGrp="1"/>
          </p:cNvSpPr>
          <p:nvPr>
            <p:ph sz="quarter" idx="23"/>
          </p:nvPr>
        </p:nvSpPr>
        <p:spPr>
          <a:xfrm>
            <a:off x="546100" y="1849438"/>
            <a:ext cx="544512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1887360"/>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BFA9807F-AFDD-9C54-B84B-1C8AD0D832F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64025283"/>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2" name="Freeform 5">
            <a:extLst>
              <a:ext uri="{FF2B5EF4-FFF2-40B4-BE49-F238E27FC236}">
                <a16:creationId xmlns:a16="http://schemas.microsoft.com/office/drawing/2014/main" id="{234D3584-418D-3148-61FA-2D069CDDE2E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5058858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3497A463-08F1-3A4B-A706-B87CBDA2E0A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952413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1041BA5F-E785-E961-BA33-7F9F0D5BC7B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3047839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slideLayout" Target="../slideLayouts/slideLayout67.xml"/><Relationship Id="rId1" Type="http://schemas.openxmlformats.org/officeDocument/2006/relationships/slideLayout" Target="../slideLayouts/slideLayout66.xml"/><Relationship Id="rId5" Type="http://schemas.openxmlformats.org/officeDocument/2006/relationships/theme" Target="../theme/theme2.xml"/><Relationship Id="rId4"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70C12960-6E85-460F-B6E3-5B82CB31AF3D}" type="slidenum">
              <a:rPr lang="en-US" smtClean="0"/>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9/12/2025</a:t>
            </a:fld>
            <a:endParaRPr lang="en-US"/>
          </a:p>
        </p:txBody>
      </p:sp>
    </p:spTree>
    <p:extLst>
      <p:ext uri="{BB962C8B-B14F-4D97-AF65-F5344CB8AC3E}">
        <p14:creationId xmlns:p14="http://schemas.microsoft.com/office/powerpoint/2010/main" val="28175737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 id="2147483708" r:id="rId36"/>
    <p:sldLayoutId id="2147483709" r:id="rId37"/>
    <p:sldLayoutId id="2147483710" r:id="rId38"/>
    <p:sldLayoutId id="2147483711" r:id="rId39"/>
    <p:sldLayoutId id="2147483712" r:id="rId40"/>
    <p:sldLayoutId id="2147483713" r:id="rId41"/>
    <p:sldLayoutId id="2147483714" r:id="rId42"/>
    <p:sldLayoutId id="2147483715" r:id="rId43"/>
    <p:sldLayoutId id="2147483716" r:id="rId44"/>
    <p:sldLayoutId id="2147483717" r:id="rId45"/>
    <p:sldLayoutId id="2147483746" r:id="rId46"/>
    <p:sldLayoutId id="2147483719" r:id="rId47"/>
    <p:sldLayoutId id="2147483720" r:id="rId48"/>
    <p:sldLayoutId id="2147483721" r:id="rId49"/>
    <p:sldLayoutId id="2147483744" r:id="rId50"/>
    <p:sldLayoutId id="2147483723" r:id="rId51"/>
    <p:sldLayoutId id="2147483724" r:id="rId52"/>
    <p:sldLayoutId id="2147483725" r:id="rId53"/>
    <p:sldLayoutId id="2147483726" r:id="rId54"/>
    <p:sldLayoutId id="2147483727" r:id="rId55"/>
    <p:sldLayoutId id="2147483728" r:id="rId56"/>
    <p:sldLayoutId id="2147483729" r:id="rId57"/>
    <p:sldLayoutId id="2147483730" r:id="rId58"/>
    <p:sldLayoutId id="2147483731" r:id="rId59"/>
    <p:sldLayoutId id="2147483732" r:id="rId60"/>
    <p:sldLayoutId id="2147483733" r:id="rId61"/>
    <p:sldLayoutId id="2147483734" r:id="rId62"/>
    <p:sldLayoutId id="2147483735" r:id="rId63"/>
    <p:sldLayoutId id="2147483736" r:id="rId64"/>
    <p:sldLayoutId id="2147483737" r:id="rId65"/>
  </p:sldLayoutIdLst>
  <p:hf sldNum="0" hdr="0" ft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p15:clr>
            <a:srgbClr val="F26B43"/>
          </p15:clr>
        </p15:guide>
        <p15:guide id="68" pos="7331">
          <p15:clr>
            <a:srgbClr val="F26B43"/>
          </p15:clr>
        </p15:guide>
        <p15:guide id="69" orient="horz" pos="348">
          <p15:clr>
            <a:srgbClr val="F26B43"/>
          </p15:clr>
        </p15:guide>
        <p15:guide id="70" pos="344">
          <p15:clr>
            <a:srgbClr val="F26B43"/>
          </p15:clr>
        </p15:guide>
        <p15:guide id="71" orient="horz" pos="170">
          <p15:clr>
            <a:srgbClr val="F26B43"/>
          </p15:clr>
        </p15:guide>
        <p15:guide id="72" orient="horz" pos="439">
          <p15:clr>
            <a:srgbClr val="F26B43"/>
          </p15:clr>
        </p15:guide>
        <p15:guide id="73" orient="horz" pos="4146">
          <p15:clr>
            <a:srgbClr val="F26B43"/>
          </p15:clr>
        </p15:guide>
        <p15:guide id="74" orient="horz" pos="3885">
          <p15:clr>
            <a:srgbClr val="F26B43"/>
          </p15:clr>
        </p15:guide>
        <p15:guide id="75" orient="horz" pos="530">
          <p15:clr>
            <a:srgbClr val="F26B43"/>
          </p15:clr>
        </p15:guide>
        <p15:guide id="76" orient="horz" pos="622">
          <p15:clr>
            <a:srgbClr val="F26B43"/>
          </p15:clr>
        </p15:guide>
        <p15:guide id="77" orient="horz" pos="710">
          <p15:clr>
            <a:srgbClr val="F26B43"/>
          </p15:clr>
        </p15:guide>
        <p15:guide id="78" orient="horz" pos="802">
          <p15:clr>
            <a:srgbClr val="F26B43"/>
          </p15:clr>
        </p15:guide>
        <p15:guide id="79" orient="horz" pos="896">
          <p15:clr>
            <a:srgbClr val="F26B43"/>
          </p15:clr>
        </p15:guide>
        <p15:guide id="80" orient="horz" pos="987">
          <p15:clr>
            <a:srgbClr val="F26B43"/>
          </p15:clr>
        </p15:guide>
        <p15:guide id="81" orient="horz" pos="1071">
          <p15:clr>
            <a:srgbClr val="F26B43"/>
          </p15:clr>
        </p15:guide>
        <p15:guide id="82" orient="horz" pos="3792">
          <p15:clr>
            <a:srgbClr val="F26B43"/>
          </p15:clr>
        </p15:guide>
        <p15:guide id="83" orient="horz" pos="3696">
          <p15:clr>
            <a:srgbClr val="F26B43"/>
          </p15:clr>
        </p15:guide>
        <p15:guide id="84" orient="horz" pos="3611">
          <p15:clr>
            <a:srgbClr val="F26B43"/>
          </p15:clr>
        </p15:guide>
        <p15:guide id="85" orient="horz" pos="3519">
          <p15:clr>
            <a:srgbClr val="F26B43"/>
          </p15:clr>
        </p15:guide>
        <p15:guide id="86" orient="horz" pos="3428">
          <p15:clr>
            <a:srgbClr val="F26B43"/>
          </p15:clr>
        </p15:guide>
        <p15:guide id="87" orient="horz" pos="3334">
          <p15:clr>
            <a:srgbClr val="F26B43"/>
          </p15:clr>
        </p15:guide>
        <p15:guide id="88" orient="horz" pos="3245">
          <p15:clr>
            <a:srgbClr val="F26B43"/>
          </p15:clr>
        </p15:guide>
        <p15:guide id="89" orient="horz" pos="1165">
          <p15:clr>
            <a:srgbClr val="F26B43"/>
          </p15:clr>
        </p15:guide>
        <p15:guide id="90" orient="horz" pos="1259">
          <p15:clr>
            <a:srgbClr val="F26B43"/>
          </p15:clr>
        </p15:guide>
        <p15:guide id="91" orient="horz" pos="1352">
          <p15:clr>
            <a:srgbClr val="F26B43"/>
          </p15:clr>
        </p15:guide>
        <p15:guide id="92" orient="horz" pos="1436">
          <p15:clr>
            <a:srgbClr val="F26B43"/>
          </p15:clr>
        </p15:guide>
        <p15:guide id="93" orient="horz" pos="3152">
          <p15:clr>
            <a:srgbClr val="F26B43"/>
          </p15:clr>
        </p15:guide>
        <p15:guide id="94" orient="horz" pos="3058">
          <p15:clr>
            <a:srgbClr val="F26B43"/>
          </p15:clr>
        </p15:guide>
        <p15:guide id="95" orient="horz" pos="2964">
          <p15:clr>
            <a:srgbClr val="F26B43"/>
          </p15:clr>
        </p15:guide>
        <p15:guide id="96" orient="horz" pos="2877">
          <p15:clr>
            <a:srgbClr val="F26B43"/>
          </p15:clr>
        </p15:guide>
        <p15:guide id="97" orient="horz" pos="1528">
          <p15:clr>
            <a:srgbClr val="F26B43"/>
          </p15:clr>
        </p15:guide>
        <p15:guide id="98" orient="horz" pos="1619">
          <p15:clr>
            <a:srgbClr val="F26B43"/>
          </p15:clr>
        </p15:guide>
        <p15:guide id="99" orient="horz" pos="1710">
          <p15:clr>
            <a:srgbClr val="F26B43"/>
          </p15:clr>
        </p15:guide>
        <p15:guide id="100" orient="horz" pos="1794">
          <p15:clr>
            <a:srgbClr val="F26B43"/>
          </p15:clr>
        </p15:guide>
        <p15:guide id="101" orient="horz" pos="2784">
          <p15:clr>
            <a:srgbClr val="F26B43"/>
          </p15:clr>
        </p15:guide>
        <p15:guide id="102" orient="horz" pos="2692">
          <p15:clr>
            <a:srgbClr val="F26B43"/>
          </p15:clr>
        </p15:guide>
        <p15:guide id="103" orient="horz" pos="2598">
          <p15:clr>
            <a:srgbClr val="F26B43"/>
          </p15:clr>
        </p15:guide>
        <p15:guide id="104" orient="horz" pos="2510">
          <p15:clr>
            <a:srgbClr val="F26B43"/>
          </p15:clr>
        </p15:guide>
        <p15:guide id="105" orient="horz" pos="1896">
          <p15:clr>
            <a:srgbClr val="F26B43"/>
          </p15:clr>
        </p15:guide>
        <p15:guide id="106" orient="horz" pos="1982">
          <p15:clr>
            <a:srgbClr val="F26B43"/>
          </p15:clr>
        </p15:guide>
        <p15:guide id="107" orient="horz" pos="2076">
          <p15:clr>
            <a:srgbClr val="F26B43"/>
          </p15:clr>
        </p15:guide>
        <p15:guide id="108" orient="horz" pos="2162">
          <p15:clr>
            <a:srgbClr val="F26B43"/>
          </p15:clr>
        </p15:guide>
        <p15:guide id="109" orient="horz" pos="2418">
          <p15:clr>
            <a:srgbClr val="F26B43"/>
          </p15:clr>
        </p15:guide>
        <p15:guide id="110" orient="horz" pos="2324">
          <p15:clr>
            <a:srgbClr val="F26B43"/>
          </p15:clr>
        </p15:guide>
        <p15:guide id="111" orient="horz" pos="2238">
          <p15:clr>
            <a:srgbClr val="F26B43"/>
          </p15:clr>
        </p15:guide>
        <p15:guide id="112" pos="1104">
          <p15:clr>
            <a:srgbClr val="F26B43"/>
          </p15:clr>
        </p15:guide>
        <p15:guide id="113" pos="6570">
          <p15:clr>
            <a:srgbClr val="F26B43"/>
          </p15:clr>
        </p15:guide>
        <p15:guide id="115" pos="1234">
          <p15:clr>
            <a:srgbClr val="F26B43"/>
          </p15:clr>
        </p15:guide>
        <p15:guide id="116" pos="1994">
          <p15:clr>
            <a:srgbClr val="F26B43"/>
          </p15:clr>
        </p15:guide>
        <p15:guide id="117" pos="2121">
          <p15:clr>
            <a:srgbClr val="F26B43"/>
          </p15:clr>
        </p15:guide>
        <p15:guide id="118" pos="5679">
          <p15:clr>
            <a:srgbClr val="F26B43"/>
          </p15:clr>
        </p15:guide>
        <p15:guide id="119" pos="5552">
          <p15:clr>
            <a:srgbClr val="F26B43"/>
          </p15:clr>
        </p15:guide>
        <p15:guide id="120" pos="4788">
          <p15:clr>
            <a:srgbClr val="F26B43"/>
          </p15:clr>
        </p15:guide>
        <p15:guide id="121" pos="4660">
          <p15:clr>
            <a:srgbClr val="F26B43"/>
          </p15:clr>
        </p15:guide>
        <p15:guide id="122" pos="2882">
          <p15:clr>
            <a:srgbClr val="F26B43"/>
          </p15:clr>
        </p15:guide>
        <p15:guide id="123" pos="3012">
          <p15:clr>
            <a:srgbClr val="F26B43"/>
          </p15:clr>
        </p15:guide>
        <p15:guide id="124" pos="3774">
          <p15:clr>
            <a:srgbClr val="F26B43"/>
          </p15:clr>
        </p15:guide>
        <p15:guide id="125" pos="3902">
          <p15:clr>
            <a:srgbClr val="F26B43"/>
          </p15:clr>
        </p15:guide>
        <p15:guide id="126" pos="64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862A5111-985B-C14D-9115-5787026182A8}" type="slidenum">
              <a:rPr lang="en-US" smtClean="0"/>
              <a:pPr/>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Tree>
    <p:extLst>
      <p:ext uri="{BB962C8B-B14F-4D97-AF65-F5344CB8AC3E}">
        <p14:creationId xmlns:p14="http://schemas.microsoft.com/office/powerpoint/2010/main" val="2703121335"/>
      </p:ext>
    </p:extLst>
  </p:cSld>
  <p:clrMap bg1="lt1" tx1="dk1" bg2="lt2" tx2="dk2" accent1="accent1" accent2="accent2" accent3="accent3" accent4="accent4" accent5="accent5" accent6="accent6" hlink="hlink" folHlink="folHlink"/>
  <p:sldLayoutIdLst>
    <p:sldLayoutId id="2147483718" r:id="rId1"/>
    <p:sldLayoutId id="2147483739" r:id="rId2"/>
    <p:sldLayoutId id="2147483722" r:id="rId3"/>
    <p:sldLayoutId id="2147483742" r:id="rId4"/>
  </p:sldLayoutIdLst>
  <p:hf hdr="0" ft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userDrawn="1">
          <p15:clr>
            <a:srgbClr val="F26B43"/>
          </p15:clr>
        </p15:guide>
        <p15:guide id="68" pos="7331" userDrawn="1">
          <p15:clr>
            <a:srgbClr val="F26B43"/>
          </p15:clr>
        </p15:guide>
        <p15:guide id="69" orient="horz" pos="348" userDrawn="1">
          <p15:clr>
            <a:srgbClr val="F26B43"/>
          </p15:clr>
        </p15:guide>
        <p15:guide id="70" pos="344" userDrawn="1">
          <p15:clr>
            <a:srgbClr val="F26B43"/>
          </p15:clr>
        </p15:guide>
        <p15:guide id="71" orient="horz" pos="170" userDrawn="1">
          <p15:clr>
            <a:srgbClr val="F26B43"/>
          </p15:clr>
        </p15:guide>
        <p15:guide id="72" orient="horz" pos="439" userDrawn="1">
          <p15:clr>
            <a:srgbClr val="F26B43"/>
          </p15:clr>
        </p15:guide>
        <p15:guide id="73" orient="horz" pos="4146" userDrawn="1">
          <p15:clr>
            <a:srgbClr val="F26B43"/>
          </p15:clr>
        </p15:guide>
        <p15:guide id="74" orient="horz" pos="3885" userDrawn="1">
          <p15:clr>
            <a:srgbClr val="F26B43"/>
          </p15:clr>
        </p15:guide>
        <p15:guide id="75" orient="horz" pos="530" userDrawn="1">
          <p15:clr>
            <a:srgbClr val="F26B43"/>
          </p15:clr>
        </p15:guide>
        <p15:guide id="76" orient="horz" pos="622" userDrawn="1">
          <p15:clr>
            <a:srgbClr val="F26B43"/>
          </p15:clr>
        </p15:guide>
        <p15:guide id="77" orient="horz" pos="710" userDrawn="1">
          <p15:clr>
            <a:srgbClr val="F26B43"/>
          </p15:clr>
        </p15:guide>
        <p15:guide id="78" orient="horz" pos="802" userDrawn="1">
          <p15:clr>
            <a:srgbClr val="F26B43"/>
          </p15:clr>
        </p15:guide>
        <p15:guide id="79" orient="horz" pos="896" userDrawn="1">
          <p15:clr>
            <a:srgbClr val="F26B43"/>
          </p15:clr>
        </p15:guide>
        <p15:guide id="80" orient="horz" pos="987" userDrawn="1">
          <p15:clr>
            <a:srgbClr val="F26B43"/>
          </p15:clr>
        </p15:guide>
        <p15:guide id="81" orient="horz" pos="1071" userDrawn="1">
          <p15:clr>
            <a:srgbClr val="F26B43"/>
          </p15:clr>
        </p15:guide>
        <p15:guide id="82" orient="horz" pos="3792" userDrawn="1">
          <p15:clr>
            <a:srgbClr val="F26B43"/>
          </p15:clr>
        </p15:guide>
        <p15:guide id="83" orient="horz" pos="3696" userDrawn="1">
          <p15:clr>
            <a:srgbClr val="F26B43"/>
          </p15:clr>
        </p15:guide>
        <p15:guide id="84" orient="horz" pos="3611" userDrawn="1">
          <p15:clr>
            <a:srgbClr val="F26B43"/>
          </p15:clr>
        </p15:guide>
        <p15:guide id="85" orient="horz" pos="3519" userDrawn="1">
          <p15:clr>
            <a:srgbClr val="F26B43"/>
          </p15:clr>
        </p15:guide>
        <p15:guide id="86" orient="horz" pos="3428" userDrawn="1">
          <p15:clr>
            <a:srgbClr val="F26B43"/>
          </p15:clr>
        </p15:guide>
        <p15:guide id="87" orient="horz" pos="3334" userDrawn="1">
          <p15:clr>
            <a:srgbClr val="F26B43"/>
          </p15:clr>
        </p15:guide>
        <p15:guide id="88" orient="horz" pos="3245" userDrawn="1">
          <p15:clr>
            <a:srgbClr val="F26B43"/>
          </p15:clr>
        </p15:guide>
        <p15:guide id="89" orient="horz" pos="1165" userDrawn="1">
          <p15:clr>
            <a:srgbClr val="F26B43"/>
          </p15:clr>
        </p15:guide>
        <p15:guide id="90" orient="horz" pos="1259" userDrawn="1">
          <p15:clr>
            <a:srgbClr val="F26B43"/>
          </p15:clr>
        </p15:guide>
        <p15:guide id="91" orient="horz" pos="1352" userDrawn="1">
          <p15:clr>
            <a:srgbClr val="F26B43"/>
          </p15:clr>
        </p15:guide>
        <p15:guide id="92" orient="horz" pos="1436" userDrawn="1">
          <p15:clr>
            <a:srgbClr val="F26B43"/>
          </p15:clr>
        </p15:guide>
        <p15:guide id="93" orient="horz" pos="3152" userDrawn="1">
          <p15:clr>
            <a:srgbClr val="F26B43"/>
          </p15:clr>
        </p15:guide>
        <p15:guide id="94" orient="horz" pos="3058" userDrawn="1">
          <p15:clr>
            <a:srgbClr val="F26B43"/>
          </p15:clr>
        </p15:guide>
        <p15:guide id="95" orient="horz" pos="2964" userDrawn="1">
          <p15:clr>
            <a:srgbClr val="F26B43"/>
          </p15:clr>
        </p15:guide>
        <p15:guide id="96" orient="horz" pos="2877" userDrawn="1">
          <p15:clr>
            <a:srgbClr val="F26B43"/>
          </p15:clr>
        </p15:guide>
        <p15:guide id="97" orient="horz" pos="1528" userDrawn="1">
          <p15:clr>
            <a:srgbClr val="F26B43"/>
          </p15:clr>
        </p15:guide>
        <p15:guide id="98" orient="horz" pos="1619" userDrawn="1">
          <p15:clr>
            <a:srgbClr val="F26B43"/>
          </p15:clr>
        </p15:guide>
        <p15:guide id="99" orient="horz" pos="1710" userDrawn="1">
          <p15:clr>
            <a:srgbClr val="F26B43"/>
          </p15:clr>
        </p15:guide>
        <p15:guide id="100" orient="horz" pos="1794" userDrawn="1">
          <p15:clr>
            <a:srgbClr val="F26B43"/>
          </p15:clr>
        </p15:guide>
        <p15:guide id="101" orient="horz" pos="2784" userDrawn="1">
          <p15:clr>
            <a:srgbClr val="F26B43"/>
          </p15:clr>
        </p15:guide>
        <p15:guide id="102" orient="horz" pos="2692" userDrawn="1">
          <p15:clr>
            <a:srgbClr val="F26B43"/>
          </p15:clr>
        </p15:guide>
        <p15:guide id="103" orient="horz" pos="2598" userDrawn="1">
          <p15:clr>
            <a:srgbClr val="F26B43"/>
          </p15:clr>
        </p15:guide>
        <p15:guide id="104" orient="horz" pos="2510" userDrawn="1">
          <p15:clr>
            <a:srgbClr val="F26B43"/>
          </p15:clr>
        </p15:guide>
        <p15:guide id="105" orient="horz" pos="1896" userDrawn="1">
          <p15:clr>
            <a:srgbClr val="F26B43"/>
          </p15:clr>
        </p15:guide>
        <p15:guide id="106" orient="horz" pos="1982" userDrawn="1">
          <p15:clr>
            <a:srgbClr val="F26B43"/>
          </p15:clr>
        </p15:guide>
        <p15:guide id="107" orient="horz" pos="2076" userDrawn="1">
          <p15:clr>
            <a:srgbClr val="F26B43"/>
          </p15:clr>
        </p15:guide>
        <p15:guide id="108" orient="horz" pos="2162" userDrawn="1">
          <p15:clr>
            <a:srgbClr val="F26B43"/>
          </p15:clr>
        </p15:guide>
        <p15:guide id="109" orient="horz" pos="2418" userDrawn="1">
          <p15:clr>
            <a:srgbClr val="F26B43"/>
          </p15:clr>
        </p15:guide>
        <p15:guide id="110" orient="horz" pos="2324" userDrawn="1">
          <p15:clr>
            <a:srgbClr val="F26B43"/>
          </p15:clr>
        </p15:guide>
        <p15:guide id="111" orient="horz" pos="2238" userDrawn="1">
          <p15:clr>
            <a:srgbClr val="F26B43"/>
          </p15:clr>
        </p15:guide>
        <p15:guide id="112" pos="1104" userDrawn="1">
          <p15:clr>
            <a:srgbClr val="F26B43"/>
          </p15:clr>
        </p15:guide>
        <p15:guide id="113" pos="6570" userDrawn="1">
          <p15:clr>
            <a:srgbClr val="F26B43"/>
          </p15:clr>
        </p15:guide>
        <p15:guide id="115" pos="1234" userDrawn="1">
          <p15:clr>
            <a:srgbClr val="F26B43"/>
          </p15:clr>
        </p15:guide>
        <p15:guide id="116" pos="1994" userDrawn="1">
          <p15:clr>
            <a:srgbClr val="F26B43"/>
          </p15:clr>
        </p15:guide>
        <p15:guide id="117" pos="2121" userDrawn="1">
          <p15:clr>
            <a:srgbClr val="F26B43"/>
          </p15:clr>
        </p15:guide>
        <p15:guide id="118" pos="5679" userDrawn="1">
          <p15:clr>
            <a:srgbClr val="F26B43"/>
          </p15:clr>
        </p15:guide>
        <p15:guide id="119" pos="5552" userDrawn="1">
          <p15:clr>
            <a:srgbClr val="F26B43"/>
          </p15:clr>
        </p15:guide>
        <p15:guide id="120" pos="4788" userDrawn="1">
          <p15:clr>
            <a:srgbClr val="F26B43"/>
          </p15:clr>
        </p15:guide>
        <p15:guide id="121" pos="4660" userDrawn="1">
          <p15:clr>
            <a:srgbClr val="F26B43"/>
          </p15:clr>
        </p15:guide>
        <p15:guide id="122" pos="2882" userDrawn="1">
          <p15:clr>
            <a:srgbClr val="F26B43"/>
          </p15:clr>
        </p15:guide>
        <p15:guide id="123" pos="3012" userDrawn="1">
          <p15:clr>
            <a:srgbClr val="F26B43"/>
          </p15:clr>
        </p15:guide>
        <p15:guide id="124" pos="3774" userDrawn="1">
          <p15:clr>
            <a:srgbClr val="F26B43"/>
          </p15:clr>
        </p15:guide>
        <p15:guide id="125" pos="3902" userDrawn="1">
          <p15:clr>
            <a:srgbClr val="F26B43"/>
          </p15:clr>
        </p15:guide>
        <p15:guide id="126" pos="64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22.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hyperlink" Target="https://www.bing.com/videos/riverview/relatedvideo?q=knime%20deploy%20workflows%20adhoc%20run&amp;view=riverview&amp;mid=84A1F75EE4A9F8DAF39D84A1F75EE4A9F8DAF39D&amp;ajaxhist=0" TargetMode="External"/><Relationship Id="rId2" Type="http://schemas.openxmlformats.org/officeDocument/2006/relationships/image" Target="../media/image14.png"/><Relationship Id="rId1" Type="http://schemas.openxmlformats.org/officeDocument/2006/relationships/slideLayout" Target="../slideLayouts/slideLayout69.xml"/><Relationship Id="rId6" Type="http://schemas.openxmlformats.org/officeDocument/2006/relationships/hyperlink" Target="https://www.bing.com/videos/riverview/relatedvideo?q=knime%20deploy%20workflows%20adhoc%20run&amp;view=riverview&amp;mid=6B77E21AB038BEBA8E366B77E21AB038BEBA8E36&amp;ajaxhist=0" TargetMode="External"/><Relationship Id="rId5" Type="http://schemas.openxmlformats.org/officeDocument/2006/relationships/hyperlink" Target="https://www.bing.com/videos/riverview/relatedvideo?q=knime%20deploy%20workflows%20adhoc%20run&amp;view=riverview&amp;mid=7D1520C842F2CDBF39387D1520C842F2CDBF3938&amp;ajaxhist=0" TargetMode="External"/><Relationship Id="rId4" Type="http://schemas.openxmlformats.org/officeDocument/2006/relationships/hyperlink" Target="https://www.bing.com/videos/riverview/relatedvideo?q=knime+deploy+workflows+adhoc+run&amp;&amp;view=riverview&amp;mmscn=mtsc&amp;mid=6821056D52680CCB60DA6821056D52680CCB60DA&amp;&amp;aps=52&amp;FORM=VMSOVR"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9.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9.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9.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D13E8-3718-D301-6464-237B495EE26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3DAED1B-01A7-C2F0-8076-90C3613C222E}"/>
              </a:ext>
            </a:extLst>
          </p:cNvPr>
          <p:cNvSpPr txBox="1">
            <a:spLocks/>
          </p:cNvSpPr>
          <p:nvPr/>
        </p:nvSpPr>
        <p:spPr>
          <a:xfrm>
            <a:off x="752872" y="4210050"/>
            <a:ext cx="10416630" cy="1426604"/>
          </a:xfrm>
          <a:prstGeom prst="rect">
            <a:avLst/>
          </a:prstGeom>
        </p:spPr>
        <p:txBody>
          <a:bodyPr vert="horz" lIns="0" tIns="0" rIns="0" bIns="0" rtlCol="0" anchor="t">
            <a:noAutofit/>
          </a:bodyPr>
          <a:lstStyle>
            <a:lvl1pPr marL="0" indent="0" algn="l" defTabSz="914400" rtl="0" eaLnBrk="1" latinLnBrk="0" hangingPunct="1">
              <a:lnSpc>
                <a:spcPct val="100000"/>
              </a:lnSpc>
              <a:spcBef>
                <a:spcPct val="0"/>
              </a:spcBef>
              <a:buNone/>
              <a:tabLst/>
              <a:defRPr sz="4800" b="1" i="0" kern="1200">
                <a:solidFill>
                  <a:schemeClr val="tx1"/>
                </a:solidFill>
                <a:latin typeface="+mj-lt"/>
                <a:ea typeface="+mj-ea"/>
                <a:cs typeface="+mj-cs"/>
              </a:defRPr>
            </a:lvl1pPr>
          </a:lstStyle>
          <a:p>
            <a:r>
              <a:rPr lang="en-US" sz="5400" dirty="0"/>
              <a:t>KNIME AP</a:t>
            </a:r>
            <a:br>
              <a:rPr lang="en-US" sz="5400" dirty="0"/>
            </a:br>
            <a:r>
              <a:rPr lang="en-US" sz="5400" dirty="0"/>
              <a:t>Session 5 – Write/Deploy</a:t>
            </a:r>
          </a:p>
        </p:txBody>
      </p:sp>
      <p:pic>
        <p:nvPicPr>
          <p:cNvPr id="6" name="Picture 5">
            <a:extLst>
              <a:ext uri="{FF2B5EF4-FFF2-40B4-BE49-F238E27FC236}">
                <a16:creationId xmlns:a16="http://schemas.microsoft.com/office/drawing/2014/main" id="{C042D710-362C-0618-A940-611BC62D1789}"/>
              </a:ext>
            </a:extLst>
          </p:cNvPr>
          <p:cNvPicPr>
            <a:picLocks noChangeAspect="1"/>
          </p:cNvPicPr>
          <p:nvPr/>
        </p:nvPicPr>
        <p:blipFill>
          <a:blip r:embed="rId3"/>
          <a:stretch>
            <a:fillRect/>
          </a:stretch>
        </p:blipFill>
        <p:spPr>
          <a:xfrm>
            <a:off x="63121" y="1620018"/>
            <a:ext cx="3962077" cy="2867098"/>
          </a:xfrm>
          <a:prstGeom prst="rect">
            <a:avLst/>
          </a:prstGeom>
        </p:spPr>
      </p:pic>
    </p:spTree>
    <p:extLst>
      <p:ext uri="{BB962C8B-B14F-4D97-AF65-F5344CB8AC3E}">
        <p14:creationId xmlns:p14="http://schemas.microsoft.com/office/powerpoint/2010/main" val="19982184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6E6F5-9890-9B4A-238C-8D4F420A7DDD}"/>
              </a:ext>
            </a:extLst>
          </p:cNvPr>
          <p:cNvSpPr>
            <a:spLocks noGrp="1"/>
          </p:cNvSpPr>
          <p:nvPr>
            <p:ph type="title"/>
          </p:nvPr>
        </p:nvSpPr>
        <p:spPr>
          <a:xfrm>
            <a:off x="366895" y="843845"/>
            <a:ext cx="3644517" cy="1880975"/>
          </a:xfrm>
        </p:spPr>
        <p:txBody>
          <a:bodyPr vert="horz" lIns="91440" tIns="45720" rIns="91440" bIns="45720" rtlCol="0" anchor="t">
            <a:normAutofit/>
          </a:bodyPr>
          <a:lstStyle/>
          <a:p>
            <a:r>
              <a:rPr lang="en-US" sz="4800"/>
              <a:t>Session</a:t>
            </a:r>
            <a:br>
              <a:rPr lang="en-US" sz="4800"/>
            </a:br>
            <a:br>
              <a:rPr lang="en-US" sz="4800"/>
            </a:br>
            <a:r>
              <a:rPr lang="en-US" sz="4800"/>
              <a:t>Outline</a:t>
            </a:r>
          </a:p>
        </p:txBody>
      </p:sp>
      <p:pic>
        <p:nvPicPr>
          <p:cNvPr id="8" name="Content Placeholder 4" descr="Social network">
            <a:extLst>
              <a:ext uri="{FF2B5EF4-FFF2-40B4-BE49-F238E27FC236}">
                <a16:creationId xmlns:a16="http://schemas.microsoft.com/office/drawing/2014/main" id="{FA8B4976-3F01-4880-8A38-7476C4551CC4}"/>
              </a:ext>
            </a:extLst>
          </p:cNvPr>
          <p:cNvPicPr>
            <a:picLocks noChangeAspect="1"/>
          </p:cNvPicPr>
          <p:nvPr/>
        </p:nvPicPr>
        <p:blipFill>
          <a:blip r:embed="rId3"/>
          <a:stretch/>
        </p:blipFill>
        <p:spPr>
          <a:xfrm>
            <a:off x="554038" y="3710932"/>
            <a:ext cx="2822152" cy="1880975"/>
          </a:xfrm>
          <a:prstGeom prst="rect">
            <a:avLst/>
          </a:prstGeom>
          <a:noFill/>
        </p:spPr>
      </p:pic>
      <p:graphicFrame>
        <p:nvGraphicFramePr>
          <p:cNvPr id="11" name="Table Placeholder 7">
            <a:extLst>
              <a:ext uri="{FF2B5EF4-FFF2-40B4-BE49-F238E27FC236}">
                <a16:creationId xmlns:a16="http://schemas.microsoft.com/office/drawing/2014/main" id="{A869F014-C0EB-2766-5ABC-4E27BA0AA9C3}"/>
              </a:ext>
            </a:extLst>
          </p:cNvPr>
          <p:cNvGraphicFramePr>
            <a:graphicFrameLocks/>
          </p:cNvGraphicFramePr>
          <p:nvPr>
            <p:extLst>
              <p:ext uri="{D42A27DB-BD31-4B8C-83A1-F6EECF244321}">
                <p14:modId xmlns:p14="http://schemas.microsoft.com/office/powerpoint/2010/main" val="3185757320"/>
              </p:ext>
            </p:extLst>
          </p:nvPr>
        </p:nvGraphicFramePr>
        <p:xfrm>
          <a:off x="4686364" y="570105"/>
          <a:ext cx="5608626" cy="5702046"/>
        </p:xfrm>
        <a:graphic>
          <a:graphicData uri="http://schemas.openxmlformats.org/drawingml/2006/table">
            <a:tbl>
              <a:tblPr>
                <a:tableStyleId>{2D5ABB26-0587-4C30-8999-92F81FD0307C}</a:tableStyleId>
              </a:tblPr>
              <a:tblGrid>
                <a:gridCol w="1383659">
                  <a:extLst>
                    <a:ext uri="{9D8B030D-6E8A-4147-A177-3AD203B41FA5}">
                      <a16:colId xmlns:a16="http://schemas.microsoft.com/office/drawing/2014/main" val="2469643470"/>
                    </a:ext>
                  </a:extLst>
                </a:gridCol>
                <a:gridCol w="4224967">
                  <a:extLst>
                    <a:ext uri="{9D8B030D-6E8A-4147-A177-3AD203B41FA5}">
                      <a16:colId xmlns:a16="http://schemas.microsoft.com/office/drawing/2014/main" val="632822243"/>
                    </a:ext>
                  </a:extLst>
                </a:gridCol>
              </a:tblGrid>
              <a:tr h="743840">
                <a:tc>
                  <a:txBody>
                    <a:bodyPr/>
                    <a:lstStyle/>
                    <a:p>
                      <a:pPr algn="ctr"/>
                      <a:r>
                        <a:rPr lang="en-US" sz="4000" b="1">
                          <a:solidFill>
                            <a:schemeClr val="accent1"/>
                          </a:solidFill>
                          <a:latin typeface="+mj-lt"/>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1400" b="1" i="0" kern="1200">
                          <a:solidFill>
                            <a:schemeClr val="tx1"/>
                          </a:solidFill>
                          <a:effectLst/>
                          <a:latin typeface="+mn-lt"/>
                          <a:ea typeface="GT America Regular" charset="0"/>
                          <a:cs typeface="GT America Regular" charset="0"/>
                        </a:rPr>
                        <a:t>Recap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6007491"/>
                  </a:ext>
                </a:extLst>
              </a:tr>
              <a:tr h="8126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noProof="0">
                          <a:solidFill>
                            <a:schemeClr val="accent1"/>
                          </a:solidFill>
                          <a:latin typeface="+mj-lt"/>
                          <a:ea typeface="+mn-ea"/>
                          <a:cs typeface="+mn-cs"/>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dirty="0">
                          <a:solidFill>
                            <a:schemeClr val="tx1"/>
                          </a:solidFill>
                          <a:effectLst/>
                          <a:latin typeface="+mn-lt"/>
                          <a:ea typeface="GT America Regular" charset="0"/>
                          <a:cs typeface="GT America Regular" charset="0"/>
                        </a:rPr>
                        <a:t>Write Data (Nodes and Configuration)</a:t>
                      </a:r>
                    </a:p>
                    <a:p>
                      <a:endParaRPr lang="en-US" sz="1400" b="0" i="0" kern="1200" dirty="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7285981"/>
                  </a:ext>
                </a:extLst>
              </a:tr>
              <a:tr h="877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a:solidFill>
                            <a:schemeClr val="accent1"/>
                          </a:solidFill>
                          <a:latin typeface="+mj-lt"/>
                          <a:ea typeface="+mn-ea"/>
                          <a:cs typeface="+mn-cs"/>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dirty="0">
                          <a:solidFill>
                            <a:schemeClr val="tx1"/>
                          </a:solidFill>
                          <a:effectLst/>
                          <a:latin typeface="+mn-lt"/>
                          <a:ea typeface="GT America Regular" charset="0"/>
                          <a:cs typeface="GT America Regular" charset="0"/>
                        </a:rPr>
                        <a:t>Deploy Workflow</a:t>
                      </a:r>
                    </a:p>
                    <a:p>
                      <a:endParaRPr lang="en-US" sz="1400" b="0" i="0" kern="1200" dirty="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334366"/>
                  </a:ext>
                </a:extLst>
              </a:tr>
              <a:tr h="7777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noProof="0">
                          <a:solidFill>
                            <a:schemeClr val="accent1"/>
                          </a:solidFill>
                          <a:latin typeface="+mj-lt"/>
                          <a:ea typeface="+mn-ea"/>
                          <a:cs typeface="+mn-cs"/>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dirty="0">
                          <a:solidFill>
                            <a:schemeClr val="tx1"/>
                          </a:solidFill>
                          <a:effectLst/>
                          <a:latin typeface="+mn-lt"/>
                          <a:ea typeface="GT America Regular" charset="0"/>
                          <a:cs typeface="GT America Regular" charset="0"/>
                        </a:rPr>
                        <a:t>Schedule &amp; Trigger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7412935"/>
                  </a:ext>
                </a:extLst>
              </a:tr>
              <a:tr h="24902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dirty="0">
                          <a:solidFill>
                            <a:schemeClr val="accent1"/>
                          </a:solidFill>
                          <a:latin typeface="+mj-lt"/>
                          <a:ea typeface="+mn-ea"/>
                          <a:cs typeface="+mn-cs"/>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dirty="0">
                          <a:ln>
                            <a:noFill/>
                          </a:ln>
                          <a:solidFill>
                            <a:schemeClr val="accent1"/>
                          </a:solidFill>
                          <a:effectLst/>
                          <a:uLnTx/>
                          <a:uFillTx/>
                          <a:latin typeface="+mj-lt"/>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4000" b="1" kern="1200" noProof="0" dirty="0">
                        <a:solidFill>
                          <a:schemeClr val="accent1"/>
                        </a:solidFill>
                        <a:latin typeface="+mj-lt"/>
                        <a:ea typeface="+mn-ea"/>
                        <a:cs typeface="+mn-cs"/>
                      </a:endParaRPr>
                    </a:p>
                    <a:p>
                      <a:pPr algn="ctr"/>
                      <a:endParaRPr lang="en-US" sz="5400" b="1" dirty="0">
                        <a:solidFill>
                          <a:schemeClr val="accent1"/>
                        </a:solidFill>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b="0" i="0" kern="1200" dirty="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3867"/>
                  </a:ext>
                </a:extLst>
              </a:tr>
            </a:tbl>
          </a:graphicData>
        </a:graphic>
      </p:graphicFrame>
      <p:sp>
        <p:nvSpPr>
          <p:cNvPr id="16" name="TextBox 15">
            <a:extLst>
              <a:ext uri="{FF2B5EF4-FFF2-40B4-BE49-F238E27FC236}">
                <a16:creationId xmlns:a16="http://schemas.microsoft.com/office/drawing/2014/main" id="{239C24CE-193D-AC34-F230-77507983C1BA}"/>
              </a:ext>
            </a:extLst>
          </p:cNvPr>
          <p:cNvSpPr txBox="1"/>
          <p:nvPr/>
        </p:nvSpPr>
        <p:spPr>
          <a:xfrm>
            <a:off x="6132760" y="4127163"/>
            <a:ext cx="4198990" cy="524256"/>
          </a:xfrm>
          <a:prstGeom prst="rect">
            <a:avLst/>
          </a:prstGeom>
          <a:noFill/>
        </p:spPr>
        <p:txBody>
          <a:bodyPr wrap="square" lIns="0" tIns="0" rIns="0" bIns="0" rtlCol="0">
            <a:noAutofit/>
          </a:bodyPr>
          <a:lstStyle/>
          <a:p>
            <a:pPr>
              <a:lnSpc>
                <a:spcPct val="101000"/>
              </a:lnSpc>
              <a:spcAft>
                <a:spcPts val="600"/>
              </a:spcAft>
            </a:pPr>
            <a:r>
              <a:rPr lang="en-US" sz="1400" b="1" dirty="0">
                <a:ea typeface="GT America Regular" charset="0"/>
                <a:cs typeface="GT America Regular" charset="0"/>
              </a:rPr>
              <a:t>Hands On / Q &amp; A</a:t>
            </a:r>
          </a:p>
          <a:p>
            <a:pPr algn="l">
              <a:lnSpc>
                <a:spcPct val="101000"/>
              </a:lnSpc>
              <a:spcAft>
                <a:spcPts val="600"/>
              </a:spcAft>
            </a:pPr>
            <a:endPar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15328356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06E96-D0D9-20BB-DF19-59805D3AF51D}"/>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14D0ED7-103B-9FA5-6655-2B1683C51EE2}"/>
              </a:ext>
            </a:extLst>
          </p:cNvPr>
          <p:cNvSpPr>
            <a:spLocks noGrp="1"/>
          </p:cNvSpPr>
          <p:nvPr>
            <p:ph type="body" sz="quarter" idx="15"/>
          </p:nvPr>
        </p:nvSpPr>
        <p:spPr>
          <a:xfrm>
            <a:off x="338795" y="2600980"/>
            <a:ext cx="3300984" cy="896948"/>
          </a:xfrm>
        </p:spPr>
        <p:txBody>
          <a:bodyPr vert="horz" lIns="0" tIns="0" rIns="0" bIns="0" rtlCol="0" anchor="t">
            <a:noAutofit/>
          </a:bodyPr>
          <a:lstStyle/>
          <a:p>
            <a:endParaRPr lang="en-US" sz="3600" b="1">
              <a:latin typeface="+mj-lt"/>
              <a:ea typeface="+mj-ea"/>
              <a:cs typeface="+mj-cs"/>
            </a:endParaRPr>
          </a:p>
          <a:p>
            <a:endParaRPr lang="en-US"/>
          </a:p>
        </p:txBody>
      </p:sp>
      <p:pic>
        <p:nvPicPr>
          <p:cNvPr id="2" name="Picture 1">
            <a:extLst>
              <a:ext uri="{FF2B5EF4-FFF2-40B4-BE49-F238E27FC236}">
                <a16:creationId xmlns:a16="http://schemas.microsoft.com/office/drawing/2014/main" id="{33816775-C94E-88EF-CBF9-6393F90ED4D8}"/>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4142156" y="2274514"/>
            <a:ext cx="7983982" cy="269265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2" name="TextBox 11">
            <a:extLst>
              <a:ext uri="{FF2B5EF4-FFF2-40B4-BE49-F238E27FC236}">
                <a16:creationId xmlns:a16="http://schemas.microsoft.com/office/drawing/2014/main" id="{7817EF7B-72D4-9342-192C-3BB71DCCB8DF}"/>
              </a:ext>
            </a:extLst>
          </p:cNvPr>
          <p:cNvSpPr txBox="1"/>
          <p:nvPr/>
        </p:nvSpPr>
        <p:spPr>
          <a:xfrm>
            <a:off x="169533" y="1124141"/>
            <a:ext cx="3780516" cy="1446550"/>
          </a:xfrm>
          <a:prstGeom prst="rect">
            <a:avLst/>
          </a:prstGeom>
          <a:noFill/>
        </p:spPr>
        <p:txBody>
          <a:bodyPr wrap="square">
            <a:spAutoFit/>
          </a:bodyPr>
          <a:lstStyle/>
          <a:p>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endParaRPr lang="en-US" sz="4400"/>
          </a:p>
        </p:txBody>
      </p:sp>
      <p:sp>
        <p:nvSpPr>
          <p:cNvPr id="13" name="TextBox 12">
            <a:extLst>
              <a:ext uri="{FF2B5EF4-FFF2-40B4-BE49-F238E27FC236}">
                <a16:creationId xmlns:a16="http://schemas.microsoft.com/office/drawing/2014/main" id="{6DAFE14F-78B2-3792-15A0-06411B9EC74C}"/>
              </a:ext>
            </a:extLst>
          </p:cNvPr>
          <p:cNvSpPr txBox="1"/>
          <p:nvPr/>
        </p:nvSpPr>
        <p:spPr>
          <a:xfrm>
            <a:off x="169533" y="273984"/>
            <a:ext cx="3780516" cy="769441"/>
          </a:xfrm>
          <a:prstGeom prst="rect">
            <a:avLst/>
          </a:prstGeom>
          <a:noFill/>
        </p:spPr>
        <p:txBody>
          <a:bodyPr wrap="square" lIns="91440" tIns="45720" rIns="91440" bIns="45720" anchor="t">
            <a:spAutoFit/>
          </a:bodyPr>
          <a:lstStyle/>
          <a:p>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STEP 5</a:t>
            </a:r>
            <a:endParaRPr lang="en-US" sz="4400" dirty="0">
              <a:solidFill>
                <a:prstClr val="white"/>
              </a:solidFill>
            </a:endParaRPr>
          </a:p>
        </p:txBody>
      </p:sp>
      <p:pic>
        <p:nvPicPr>
          <p:cNvPr id="5" name="Picture 4">
            <a:extLst>
              <a:ext uri="{FF2B5EF4-FFF2-40B4-BE49-F238E27FC236}">
                <a16:creationId xmlns:a16="http://schemas.microsoft.com/office/drawing/2014/main" id="{71BF7355-44DA-C640-6C21-145DFC966F19}"/>
              </a:ext>
            </a:extLst>
          </p:cNvPr>
          <p:cNvPicPr>
            <a:picLocks noChangeAspect="1"/>
          </p:cNvPicPr>
          <p:nvPr/>
        </p:nvPicPr>
        <p:blipFill>
          <a:blip r:embed="rId4"/>
          <a:stretch>
            <a:fillRect/>
          </a:stretch>
        </p:blipFill>
        <p:spPr>
          <a:xfrm>
            <a:off x="10533200" y="2289449"/>
            <a:ext cx="1368870" cy="2416957"/>
          </a:xfrm>
          <a:prstGeom prst="rect">
            <a:avLst/>
          </a:prstGeom>
        </p:spPr>
      </p:pic>
      <p:pic>
        <p:nvPicPr>
          <p:cNvPr id="6" name="Picture 5">
            <a:extLst>
              <a:ext uri="{FF2B5EF4-FFF2-40B4-BE49-F238E27FC236}">
                <a16:creationId xmlns:a16="http://schemas.microsoft.com/office/drawing/2014/main" id="{13BE702E-EDB3-6EE6-C97A-C8BC4DDC4763}"/>
              </a:ext>
            </a:extLst>
          </p:cNvPr>
          <p:cNvPicPr>
            <a:picLocks noChangeAspect="1"/>
          </p:cNvPicPr>
          <p:nvPr/>
        </p:nvPicPr>
        <p:blipFill>
          <a:blip r:embed="rId5"/>
          <a:stretch>
            <a:fillRect/>
          </a:stretch>
        </p:blipFill>
        <p:spPr>
          <a:xfrm>
            <a:off x="9534712" y="3941821"/>
            <a:ext cx="1258883" cy="732017"/>
          </a:xfrm>
          <a:prstGeom prst="rect">
            <a:avLst/>
          </a:prstGeom>
        </p:spPr>
      </p:pic>
      <p:sp>
        <p:nvSpPr>
          <p:cNvPr id="4" name="TextBox 3">
            <a:extLst>
              <a:ext uri="{FF2B5EF4-FFF2-40B4-BE49-F238E27FC236}">
                <a16:creationId xmlns:a16="http://schemas.microsoft.com/office/drawing/2014/main" id="{E976B58A-74E7-30DF-177B-FA2FAAC2F6AA}"/>
              </a:ext>
            </a:extLst>
          </p:cNvPr>
          <p:cNvSpPr txBox="1"/>
          <p:nvPr/>
        </p:nvSpPr>
        <p:spPr>
          <a:xfrm>
            <a:off x="0" y="2121713"/>
            <a:ext cx="3780516" cy="1446550"/>
          </a:xfrm>
          <a:prstGeom prst="rect">
            <a:avLst/>
          </a:prstGeom>
          <a:noFill/>
        </p:spPr>
        <p:txBody>
          <a:bodyPr wrap="square">
            <a:spAutoFit/>
          </a:bodyPr>
          <a:lstStyle/>
          <a:p>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Write Data</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endParaRPr lang="en-US" sz="4400" dirty="0"/>
          </a:p>
        </p:txBody>
      </p:sp>
    </p:spTree>
    <p:extLst>
      <p:ext uri="{BB962C8B-B14F-4D97-AF65-F5344CB8AC3E}">
        <p14:creationId xmlns:p14="http://schemas.microsoft.com/office/powerpoint/2010/main" val="752665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B0F4BFB-597A-CBCA-69E3-41B750A1037E}"/>
              </a:ext>
            </a:extLst>
          </p:cNvPr>
          <p:cNvSpPr txBox="1"/>
          <p:nvPr/>
        </p:nvSpPr>
        <p:spPr>
          <a:xfrm>
            <a:off x="249277" y="1407536"/>
            <a:ext cx="3213341" cy="3354765"/>
          </a:xfrm>
          <a:prstGeom prst="rect">
            <a:avLst/>
          </a:prstGeom>
          <a:noFill/>
        </p:spPr>
        <p:txBody>
          <a:bodyPr wrap="square">
            <a:spAutoFit/>
          </a:bodyPr>
          <a:lstStyle/>
          <a:p>
            <a:r>
              <a:rPr kumimoji="0" lang="en-US" sz="4000" b="1" i="0" u="none" strike="noStrike" kern="1200" cap="none" spc="0" normalizeH="0" baseline="0" noProof="0" dirty="0">
                <a:ln>
                  <a:noFill/>
                </a:ln>
                <a:solidFill>
                  <a:prstClr val="white"/>
                </a:solidFill>
                <a:effectLst/>
                <a:uLnTx/>
                <a:uFillTx/>
                <a:latin typeface="Times New Roman" panose="02020603050405020304"/>
                <a:ea typeface="+mj-ea"/>
                <a:cs typeface="+mj-cs"/>
              </a:rPr>
              <a:t>Writing to Local Files</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 </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endParaRPr lang="en-US" sz="4400" dirty="0"/>
          </a:p>
        </p:txBody>
      </p:sp>
      <p:sp>
        <p:nvSpPr>
          <p:cNvPr id="4" name="TextBox 3">
            <a:extLst>
              <a:ext uri="{FF2B5EF4-FFF2-40B4-BE49-F238E27FC236}">
                <a16:creationId xmlns:a16="http://schemas.microsoft.com/office/drawing/2014/main" id="{9CF425AD-7ACA-8D68-DF52-DE6948CBA9DC}"/>
              </a:ext>
            </a:extLst>
          </p:cNvPr>
          <p:cNvSpPr txBox="1"/>
          <p:nvPr/>
        </p:nvSpPr>
        <p:spPr>
          <a:xfrm>
            <a:off x="4182035" y="121022"/>
            <a:ext cx="7537077" cy="6394077"/>
          </a:xfrm>
          <a:prstGeom prst="rect">
            <a:avLst/>
          </a:prstGeom>
          <a:noFill/>
        </p:spPr>
        <p:txBody>
          <a:bodyPr wrap="square" lIns="0" tIns="0" rIns="0" bIns="0" rtlCol="0">
            <a:noAutofit/>
          </a:bodyPr>
          <a:lstStyle/>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1. CSV Writer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Writes data to .csv format.</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Supports custom delimiters, quote characters, and missing value patterns.</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Ideal for exporting tabular data for downstream use in Excel or other tools.</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2. Excel Writer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Exports data to .</a:t>
            </a:r>
            <a:r>
              <a:rPr kumimoji="0" lang="en-US" sz="1400" b="0" i="0" u="none" strike="noStrike" kern="1200" cap="none" spc="0" normalizeH="0" baseline="0" noProof="0" dirty="0" err="1">
                <a:ln>
                  <a:noFill/>
                </a:ln>
                <a:solidFill>
                  <a:srgbClr val="000000"/>
                </a:solidFill>
                <a:effectLst/>
                <a:uLnTx/>
                <a:uFillTx/>
                <a:ea typeface="GT America Regular" charset="0"/>
                <a:cs typeface="GT America Regular" charset="0"/>
              </a:rPr>
              <a:t>xls</a:t>
            </a: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 or .xlsx formats.</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Allows writing to specific sheets and appending data.</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Advanced options include formatting and overwriting control.</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3. JSON Writer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Outputs structured data in .</a:t>
            </a:r>
            <a:r>
              <a:rPr kumimoji="0" lang="en-US" sz="1400" b="0" i="0" u="none" strike="noStrike" kern="1200" cap="none" spc="0" normalizeH="0" baseline="0" noProof="0" dirty="0" err="1">
                <a:ln>
                  <a:noFill/>
                </a:ln>
                <a:solidFill>
                  <a:srgbClr val="000000"/>
                </a:solidFill>
                <a:effectLst/>
                <a:uLnTx/>
                <a:uFillTx/>
                <a:ea typeface="GT America Regular" charset="0"/>
                <a:cs typeface="GT America Regular" charset="0"/>
              </a:rPr>
              <a:t>json</a:t>
            </a: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 format.</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Supports compression and formatting options.</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Useful for APIs, web applications, or configuration files.</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4. XML Writer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Writes XML-type table cells to .xml files.</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Often used in data exchange or configuration scenarios</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5. Image Writer (Port)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Exports images generated by visualization or graphic nodes.</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Commonly used in reporting workflows.</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6. Table to PDF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Converts a KNIME table into a formatted .pdf document.</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Useful for generating static reports or summaries</a:t>
            </a:r>
          </a:p>
        </p:txBody>
      </p:sp>
    </p:spTree>
    <p:extLst>
      <p:ext uri="{BB962C8B-B14F-4D97-AF65-F5344CB8AC3E}">
        <p14:creationId xmlns:p14="http://schemas.microsoft.com/office/powerpoint/2010/main" val="293122275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1E489-479C-116D-0FE6-AB7CEC8EEFA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75C70D4-7D2A-56AC-E90A-5E627CD33EBD}"/>
              </a:ext>
            </a:extLst>
          </p:cNvPr>
          <p:cNvSpPr txBox="1"/>
          <p:nvPr/>
        </p:nvSpPr>
        <p:spPr>
          <a:xfrm>
            <a:off x="249277" y="1407536"/>
            <a:ext cx="3650370" cy="3354765"/>
          </a:xfrm>
          <a:prstGeom prst="rect">
            <a:avLst/>
          </a:prstGeom>
          <a:noFill/>
        </p:spPr>
        <p:txBody>
          <a:bodyPr wrap="square">
            <a:spAutoFit/>
          </a:bodyPr>
          <a:lstStyle/>
          <a:p>
            <a:r>
              <a:rPr kumimoji="0" lang="en-US" sz="4000" b="1" i="0" u="none" strike="noStrike" kern="1200" cap="none" spc="0" normalizeH="0" baseline="0" noProof="0" dirty="0">
                <a:ln>
                  <a:noFill/>
                </a:ln>
                <a:solidFill>
                  <a:prstClr val="white"/>
                </a:solidFill>
                <a:effectLst/>
                <a:uLnTx/>
                <a:uFillTx/>
                <a:latin typeface="Times New Roman" panose="02020603050405020304"/>
                <a:ea typeface="+mj-ea"/>
                <a:cs typeface="+mj-cs"/>
              </a:rPr>
              <a:t>Writing to Databases</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 </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endParaRPr lang="en-US" sz="4400" dirty="0"/>
          </a:p>
        </p:txBody>
      </p:sp>
      <p:sp>
        <p:nvSpPr>
          <p:cNvPr id="4" name="TextBox 3">
            <a:extLst>
              <a:ext uri="{FF2B5EF4-FFF2-40B4-BE49-F238E27FC236}">
                <a16:creationId xmlns:a16="http://schemas.microsoft.com/office/drawing/2014/main" id="{A24E8C09-BFB9-C823-DFFC-1BE3192A9B46}"/>
              </a:ext>
            </a:extLst>
          </p:cNvPr>
          <p:cNvSpPr txBox="1"/>
          <p:nvPr/>
        </p:nvSpPr>
        <p:spPr>
          <a:xfrm>
            <a:off x="4182035" y="121022"/>
            <a:ext cx="7537077" cy="6394077"/>
          </a:xfrm>
          <a:prstGeom prst="rect">
            <a:avLst/>
          </a:prstGeom>
          <a:noFill/>
        </p:spPr>
        <p:txBody>
          <a:bodyPr wrap="square" lIns="0" tIns="0" rIns="0" bIns="0" rtlCol="0">
            <a:noAutofit/>
          </a:bodyPr>
          <a:lstStyle/>
          <a:p>
            <a:pPr>
              <a:lnSpc>
                <a:spcPct val="101000"/>
              </a:lnSpc>
              <a:spcAft>
                <a:spcPts val="600"/>
              </a:spcAft>
            </a:pPr>
            <a:endParaRPr lang="en-US" sz="1400" dirty="0">
              <a:solidFill>
                <a:srgbClr val="000000"/>
              </a:solidFill>
              <a:ea typeface="GT America Regular" charset="0"/>
              <a:cs typeface="GT America Regular" charset="0"/>
            </a:endParaRP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1. DB Connector Node</a:t>
            </a:r>
          </a:p>
          <a:p>
            <a:pPr algn="l">
              <a:lnSpc>
                <a:spcPct val="101000"/>
              </a:lnSpc>
              <a:spcAft>
                <a:spcPts val="600"/>
              </a:spcAft>
            </a:pPr>
            <a:r>
              <a:rPr kumimoji="0" lang="en-US" sz="1400" i="0" u="none" strike="noStrike" kern="1200" cap="none" spc="0" normalizeH="0" baseline="0" noProof="0" dirty="0">
                <a:ln>
                  <a:noFill/>
                </a:ln>
                <a:solidFill>
                  <a:srgbClr val="000000"/>
                </a:solidFill>
                <a:effectLst/>
                <a:uLnTx/>
                <a:uFillTx/>
                <a:ea typeface="GT America Regular" charset="0"/>
                <a:cs typeface="GT America Regular" charset="0"/>
              </a:rPr>
              <a:t>This node stores the database connection information (e.g., credentials, server details).</a:t>
            </a:r>
          </a:p>
          <a:p>
            <a:pPr algn="l">
              <a:lnSpc>
                <a:spcPct val="101000"/>
              </a:lnSpc>
              <a:spcAft>
                <a:spcPts val="600"/>
              </a:spcAft>
            </a:pPr>
            <a:r>
              <a:rPr kumimoji="0" lang="en-US" sz="1400" i="0" u="none" strike="noStrike" kern="1200" cap="none" spc="0" normalizeH="0" baseline="0" noProof="0" dirty="0">
                <a:ln>
                  <a:noFill/>
                </a:ln>
                <a:solidFill>
                  <a:srgbClr val="000000"/>
                </a:solidFill>
                <a:effectLst/>
                <a:uLnTx/>
                <a:uFillTx/>
                <a:ea typeface="GT America Regular" charset="0"/>
                <a:cs typeface="GT America Regular" charset="0"/>
              </a:rPr>
              <a:t>It acts as the source for both reading and writing operations.</a:t>
            </a:r>
          </a:p>
          <a:p>
            <a:pPr algn="l">
              <a:lnSpc>
                <a:spcPct val="101000"/>
              </a:lnSpc>
              <a:spcAft>
                <a:spcPts val="600"/>
              </a:spcAft>
            </a:pPr>
            <a:r>
              <a:rPr kumimoji="0" lang="en-US" sz="1400" i="0" u="none" strike="noStrike" kern="1200" cap="none" spc="0" normalizeH="0" baseline="0" noProof="0" dirty="0">
                <a:ln>
                  <a:noFill/>
                </a:ln>
                <a:solidFill>
                  <a:srgbClr val="000000"/>
                </a:solidFill>
                <a:effectLst/>
                <a:uLnTx/>
                <a:uFillTx/>
                <a:ea typeface="GT America Regular" charset="0"/>
                <a:cs typeface="GT America Regular" charset="0"/>
              </a:rPr>
              <a:t>You can easily switch environments (e.g., dev to prod) by swapping the connector configuration</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2. DB Writer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This node is used to write data into a database table.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You specify the target table name and the columns to be written.</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It accepts two inputs: one from the DB Connector and one from the data source (e.g., File Reader or Table Creator node).</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3. DB Merge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Found in your chat with Oshin Mishra, this node is ideal for </a:t>
            </a:r>
            <a:r>
              <a:rPr kumimoji="0" lang="en-US" sz="1400" b="0" i="0" u="none" strike="noStrike" kern="1200" cap="none" spc="0" normalizeH="0" baseline="0" noProof="0" dirty="0" err="1">
                <a:ln>
                  <a:noFill/>
                </a:ln>
                <a:solidFill>
                  <a:srgbClr val="000000"/>
                </a:solidFill>
                <a:effectLst/>
                <a:uLnTx/>
                <a:uFillTx/>
                <a:ea typeface="GT America Regular" charset="0"/>
                <a:cs typeface="GT America Regular" charset="0"/>
              </a:rPr>
              <a:t>upsert</a:t>
            </a: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 operations—merging data into a table and inserting new rows if no match is found.</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It simplifies workflows where data needs to be updated or appended conditionally.</a:t>
            </a:r>
          </a:p>
          <a:p>
            <a:r>
              <a:rPr lang="en-US" sz="1400" b="1" dirty="0"/>
              <a:t>4. Remote Connections</a:t>
            </a:r>
          </a:p>
          <a:p>
            <a:r>
              <a:rPr lang="en-US" sz="1400" dirty="0"/>
              <a:t>KNIME supports writing to remote databases using the “Add File System Connection port” feature.</a:t>
            </a:r>
          </a:p>
          <a:p>
            <a:r>
              <a:rPr lang="en-US" sz="1400" dirty="0"/>
              <a:t>This allows seamless integration with external systems and cloud-based databases</a:t>
            </a:r>
          </a:p>
          <a:p>
            <a:r>
              <a:rPr lang="en-US" dirty="0"/>
              <a:t>.</a:t>
            </a:r>
          </a:p>
          <a:p>
            <a:br>
              <a:rPr lang="en-US" sz="1400" dirty="0"/>
            </a:br>
            <a:endPar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64375104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46D4E-7EB4-60B2-089F-F3590A8764C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92809BB-DACE-4744-AABB-50D9CEB79F58}"/>
              </a:ext>
            </a:extLst>
          </p:cNvPr>
          <p:cNvSpPr txBox="1"/>
          <p:nvPr/>
        </p:nvSpPr>
        <p:spPr>
          <a:xfrm>
            <a:off x="249277" y="1407536"/>
            <a:ext cx="3780516" cy="2800767"/>
          </a:xfrm>
          <a:prstGeom prst="rect">
            <a:avLst/>
          </a:prstGeom>
          <a:noFill/>
        </p:spPr>
        <p:txBody>
          <a:bodyPr wrap="square">
            <a:spAutoFit/>
          </a:bodyPr>
          <a:lstStyle/>
          <a:p>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Most used</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Nodes </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endParaRPr lang="en-US" sz="4400" dirty="0"/>
          </a:p>
        </p:txBody>
      </p:sp>
      <p:pic>
        <p:nvPicPr>
          <p:cNvPr id="5" name="Picture 4">
            <a:extLst>
              <a:ext uri="{FF2B5EF4-FFF2-40B4-BE49-F238E27FC236}">
                <a16:creationId xmlns:a16="http://schemas.microsoft.com/office/drawing/2014/main" id="{18222E18-FE08-4FA5-86B6-E79768E3B838}"/>
              </a:ext>
            </a:extLst>
          </p:cNvPr>
          <p:cNvPicPr>
            <a:picLocks noChangeAspect="1"/>
          </p:cNvPicPr>
          <p:nvPr/>
        </p:nvPicPr>
        <p:blipFill>
          <a:blip r:embed="rId3"/>
          <a:stretch>
            <a:fillRect/>
          </a:stretch>
        </p:blipFill>
        <p:spPr>
          <a:xfrm>
            <a:off x="4572000" y="1139770"/>
            <a:ext cx="7109443" cy="3745641"/>
          </a:xfrm>
          <a:prstGeom prst="rect">
            <a:avLst/>
          </a:prstGeom>
        </p:spPr>
        <p:style>
          <a:lnRef idx="2">
            <a:schemeClr val="accent1">
              <a:shade val="15000"/>
            </a:schemeClr>
          </a:lnRef>
          <a:fillRef idx="1">
            <a:schemeClr val="accent1"/>
          </a:fillRef>
          <a:effectRef idx="0">
            <a:schemeClr val="accent1"/>
          </a:effectRef>
          <a:fontRef idx="minor">
            <a:schemeClr val="lt1"/>
          </a:fontRef>
        </p:style>
      </p:pic>
    </p:spTree>
    <p:extLst>
      <p:ext uri="{BB962C8B-B14F-4D97-AF65-F5344CB8AC3E}">
        <p14:creationId xmlns:p14="http://schemas.microsoft.com/office/powerpoint/2010/main" val="177347892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887A9-230B-4ABE-293C-122B35D8DA5E}"/>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7BEEC53-22E2-1A8A-E011-FD16EA4C5F92}"/>
              </a:ext>
            </a:extLst>
          </p:cNvPr>
          <p:cNvSpPr/>
          <p:nvPr/>
        </p:nvSpPr>
        <p:spPr>
          <a:xfrm>
            <a:off x="450476" y="2425699"/>
            <a:ext cx="2178424" cy="2139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3">
            <a:extLst>
              <a:ext uri="{FF2B5EF4-FFF2-40B4-BE49-F238E27FC236}">
                <a16:creationId xmlns:a16="http://schemas.microsoft.com/office/drawing/2014/main" id="{A5464DDC-734E-AEBC-921E-E9D1378BE4AC}"/>
              </a:ext>
            </a:extLst>
          </p:cNvPr>
          <p:cNvSpPr>
            <a:spLocks noGrp="1"/>
          </p:cNvSpPr>
          <p:nvPr>
            <p:ph type="title"/>
          </p:nvPr>
        </p:nvSpPr>
        <p:spPr>
          <a:xfrm>
            <a:off x="546100" y="552450"/>
            <a:ext cx="3300984" cy="1426604"/>
          </a:xfrm>
        </p:spPr>
        <p:txBody>
          <a:bodyPr/>
          <a:lstStyle/>
          <a:p>
            <a:r>
              <a:rPr lang="en-US" dirty="0"/>
              <a:t>Collaborate in Server</a:t>
            </a:r>
          </a:p>
        </p:txBody>
      </p:sp>
      <p:sp>
        <p:nvSpPr>
          <p:cNvPr id="3" name="TextBox 2">
            <a:extLst>
              <a:ext uri="{FF2B5EF4-FFF2-40B4-BE49-F238E27FC236}">
                <a16:creationId xmlns:a16="http://schemas.microsoft.com/office/drawing/2014/main" id="{22FF8C91-07CE-FC7B-27B8-19E3AB85DE82}"/>
              </a:ext>
            </a:extLst>
          </p:cNvPr>
          <p:cNvSpPr txBox="1"/>
          <p:nvPr/>
        </p:nvSpPr>
        <p:spPr>
          <a:xfrm>
            <a:off x="4263500" y="335213"/>
            <a:ext cx="7312982" cy="2339102"/>
          </a:xfrm>
          <a:prstGeom prst="rect">
            <a:avLst/>
          </a:prstGeom>
          <a:noFill/>
        </p:spPr>
        <p:txBody>
          <a:bodyPr wrap="square">
            <a:spAutoFit/>
          </a:bodyPr>
          <a:lstStyle/>
          <a:p>
            <a:pPr algn="l">
              <a:spcBef>
                <a:spcPts val="600"/>
              </a:spcBef>
              <a:spcAft>
                <a:spcPts val="300"/>
              </a:spcAft>
              <a:buNone/>
            </a:pPr>
            <a:r>
              <a:rPr lang="en-US" b="0" i="0" dirty="0">
                <a:effectLst/>
                <a:latin typeface="Segoe Sans"/>
              </a:rPr>
              <a:t>KNIME Server is the enterprise-grade extension of the KNIME Analytics Platform. It enables teams to:</a:t>
            </a:r>
          </a:p>
          <a:p>
            <a:pPr algn="l">
              <a:spcBef>
                <a:spcPts val="300"/>
              </a:spcBef>
              <a:spcAft>
                <a:spcPts val="300"/>
              </a:spcAft>
              <a:buFont typeface="Arial" panose="020B0604020202020204" pitchFamily="34" charset="0"/>
              <a:buChar char="•"/>
            </a:pPr>
            <a:r>
              <a:rPr lang="en-US" b="1" i="0" dirty="0">
                <a:effectLst/>
                <a:latin typeface="Segoe Sans"/>
              </a:rPr>
              <a:t>Automate</a:t>
            </a:r>
            <a:r>
              <a:rPr lang="en-US" b="0" i="0" dirty="0">
                <a:effectLst/>
                <a:latin typeface="Segoe Sans"/>
              </a:rPr>
              <a:t> workflows for repetitive tasks.</a:t>
            </a:r>
          </a:p>
          <a:p>
            <a:pPr algn="l">
              <a:spcBef>
                <a:spcPts val="300"/>
              </a:spcBef>
              <a:spcAft>
                <a:spcPts val="300"/>
              </a:spcAft>
              <a:buFont typeface="Arial" panose="020B0604020202020204" pitchFamily="34" charset="0"/>
              <a:buChar char="•"/>
            </a:pPr>
            <a:r>
              <a:rPr lang="en-US" b="1" i="0" dirty="0">
                <a:effectLst/>
                <a:latin typeface="Segoe Sans"/>
              </a:rPr>
              <a:t>Schedule</a:t>
            </a:r>
            <a:r>
              <a:rPr lang="en-US" b="0" i="0" dirty="0">
                <a:effectLst/>
                <a:latin typeface="Segoe Sans"/>
              </a:rPr>
              <a:t> jobs to run at specific times or intervals.</a:t>
            </a:r>
          </a:p>
          <a:p>
            <a:pPr algn="l">
              <a:spcBef>
                <a:spcPts val="300"/>
              </a:spcBef>
              <a:spcAft>
                <a:spcPts val="300"/>
              </a:spcAft>
              <a:buFont typeface="Arial" panose="020B0604020202020204" pitchFamily="34" charset="0"/>
              <a:buChar char="•"/>
            </a:pPr>
            <a:r>
              <a:rPr lang="en-US" b="1" i="0" dirty="0">
                <a:effectLst/>
                <a:latin typeface="Segoe Sans"/>
              </a:rPr>
              <a:t>Monitor</a:t>
            </a:r>
            <a:r>
              <a:rPr lang="en-US" b="0" i="0" dirty="0">
                <a:effectLst/>
                <a:latin typeface="Segoe Sans"/>
              </a:rPr>
              <a:t> workflow execution and performance.</a:t>
            </a:r>
          </a:p>
          <a:p>
            <a:pPr algn="l">
              <a:spcBef>
                <a:spcPts val="300"/>
              </a:spcBef>
              <a:spcAft>
                <a:spcPts val="300"/>
              </a:spcAft>
              <a:buFont typeface="Arial" panose="020B0604020202020204" pitchFamily="34" charset="0"/>
              <a:buChar char="•"/>
            </a:pPr>
            <a:r>
              <a:rPr lang="en-US" b="1" i="0" dirty="0">
                <a:effectLst/>
                <a:latin typeface="Segoe Sans"/>
              </a:rPr>
              <a:t>Collaborate</a:t>
            </a:r>
            <a:r>
              <a:rPr lang="en-US" b="0" i="0" dirty="0">
                <a:effectLst/>
                <a:latin typeface="Segoe Sans"/>
              </a:rPr>
              <a:t> across teams using shared repositories and version control.</a:t>
            </a:r>
          </a:p>
        </p:txBody>
      </p:sp>
      <p:pic>
        <p:nvPicPr>
          <p:cNvPr id="6" name="Picture 5">
            <a:extLst>
              <a:ext uri="{FF2B5EF4-FFF2-40B4-BE49-F238E27FC236}">
                <a16:creationId xmlns:a16="http://schemas.microsoft.com/office/drawing/2014/main" id="{C545F335-F19F-637E-A37B-0C07B480A6FE}"/>
              </a:ext>
            </a:extLst>
          </p:cNvPr>
          <p:cNvPicPr>
            <a:picLocks noChangeAspect="1"/>
          </p:cNvPicPr>
          <p:nvPr/>
        </p:nvPicPr>
        <p:blipFill>
          <a:blip r:embed="rId2"/>
          <a:stretch>
            <a:fillRect/>
          </a:stretch>
        </p:blipFill>
        <p:spPr>
          <a:xfrm>
            <a:off x="4431384" y="2689326"/>
            <a:ext cx="7464694" cy="3542798"/>
          </a:xfrm>
          <a:prstGeom prst="rect">
            <a:avLst/>
          </a:prstGeom>
        </p:spPr>
      </p:pic>
      <p:sp>
        <p:nvSpPr>
          <p:cNvPr id="4" name="TextBox 3">
            <a:extLst>
              <a:ext uri="{FF2B5EF4-FFF2-40B4-BE49-F238E27FC236}">
                <a16:creationId xmlns:a16="http://schemas.microsoft.com/office/drawing/2014/main" id="{4E78DA9C-57CB-B92B-0401-C95566D82FBA}"/>
              </a:ext>
            </a:extLst>
          </p:cNvPr>
          <p:cNvSpPr txBox="1"/>
          <p:nvPr/>
        </p:nvSpPr>
        <p:spPr>
          <a:xfrm>
            <a:off x="799644" y="2674314"/>
            <a:ext cx="1587209" cy="1200329"/>
          </a:xfrm>
          <a:prstGeom prst="rect">
            <a:avLst/>
          </a:prstGeom>
          <a:noFill/>
        </p:spPr>
        <p:txBody>
          <a:bodyPr wrap="square">
            <a:spAutoFit/>
          </a:bodyPr>
          <a:lstStyle/>
          <a:p>
            <a:r>
              <a:rPr lang="en-US" dirty="0">
                <a:hlinkClick r:id="rId3"/>
              </a:rPr>
              <a:t>Upload</a:t>
            </a:r>
            <a:endParaRPr lang="en-US" dirty="0">
              <a:hlinkClick r:id="rId4"/>
            </a:endParaRPr>
          </a:p>
          <a:p>
            <a:r>
              <a:rPr lang="en-US" dirty="0">
                <a:hlinkClick r:id="rId4"/>
              </a:rPr>
              <a:t>Ad hoc run</a:t>
            </a:r>
            <a:endParaRPr lang="en-US" dirty="0"/>
          </a:p>
          <a:p>
            <a:r>
              <a:rPr lang="en-US" dirty="0">
                <a:hlinkClick r:id="rId5"/>
              </a:rPr>
              <a:t>Schedule</a:t>
            </a:r>
            <a:endParaRPr lang="en-US" dirty="0"/>
          </a:p>
          <a:p>
            <a:r>
              <a:rPr lang="en-US" dirty="0">
                <a:hlinkClick r:id="rId6"/>
              </a:rPr>
              <a:t>Trigger</a:t>
            </a:r>
            <a:endParaRPr lang="en-US" dirty="0"/>
          </a:p>
        </p:txBody>
      </p:sp>
    </p:spTree>
    <p:extLst>
      <p:ext uri="{BB962C8B-B14F-4D97-AF65-F5344CB8AC3E}">
        <p14:creationId xmlns:p14="http://schemas.microsoft.com/office/powerpoint/2010/main" val="1344690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907C9-2164-8DBF-92E2-610C9B35D0A8}"/>
            </a:ext>
          </a:extLst>
        </p:cNvPr>
        <p:cNvGrpSpPr/>
        <p:nvPr/>
      </p:nvGrpSpPr>
      <p:grpSpPr>
        <a:xfrm>
          <a:off x="0" y="0"/>
          <a:ext cx="0" cy="0"/>
          <a:chOff x="0" y="0"/>
          <a:chExt cx="0" cy="0"/>
        </a:xfrm>
      </p:grpSpPr>
      <p:sp>
        <p:nvSpPr>
          <p:cNvPr id="26" name="Title 3">
            <a:extLst>
              <a:ext uri="{FF2B5EF4-FFF2-40B4-BE49-F238E27FC236}">
                <a16:creationId xmlns:a16="http://schemas.microsoft.com/office/drawing/2014/main" id="{44ED6FC5-5A42-66CE-2ED3-8F22F799824C}"/>
              </a:ext>
            </a:extLst>
          </p:cNvPr>
          <p:cNvSpPr>
            <a:spLocks noGrp="1"/>
          </p:cNvSpPr>
          <p:nvPr>
            <p:ph type="title"/>
          </p:nvPr>
        </p:nvSpPr>
        <p:spPr>
          <a:xfrm>
            <a:off x="389965" y="552450"/>
            <a:ext cx="2810435" cy="1426604"/>
          </a:xfrm>
        </p:spPr>
        <p:txBody>
          <a:bodyPr/>
          <a:lstStyle/>
          <a:p>
            <a:r>
              <a:rPr lang="en-US" dirty="0"/>
              <a:t>Deploy</a:t>
            </a:r>
          </a:p>
        </p:txBody>
      </p:sp>
      <p:sp>
        <p:nvSpPr>
          <p:cNvPr id="27" name="Text Placeholder 8">
            <a:extLst>
              <a:ext uri="{FF2B5EF4-FFF2-40B4-BE49-F238E27FC236}">
                <a16:creationId xmlns:a16="http://schemas.microsoft.com/office/drawing/2014/main" id="{CC291C74-204B-AF8D-DBBD-5A92AFC7C5A0}"/>
              </a:ext>
            </a:extLst>
          </p:cNvPr>
          <p:cNvSpPr txBox="1">
            <a:spLocks/>
          </p:cNvSpPr>
          <p:nvPr/>
        </p:nvSpPr>
        <p:spPr>
          <a:xfrm>
            <a:off x="546099" y="2425699"/>
            <a:ext cx="3300984" cy="2867025"/>
          </a:xfrm>
          <a:prstGeom prst="rect">
            <a:avLst/>
          </a:prstGeom>
        </p:spPr>
        <p:txBody>
          <a:bodyPr vert="horz" lIns="0" tIns="0" rIns="0" bIns="0" rtlCol="0">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pPr>
              <a:spcBef>
                <a:spcPts val="2500"/>
              </a:spcBef>
            </a:pPr>
            <a:br>
              <a:rPr lang="en-US"/>
            </a:br>
            <a:endParaRPr lang="en-US"/>
          </a:p>
        </p:txBody>
      </p:sp>
      <p:pic>
        <p:nvPicPr>
          <p:cNvPr id="4" name="Picture 3">
            <a:extLst>
              <a:ext uri="{FF2B5EF4-FFF2-40B4-BE49-F238E27FC236}">
                <a16:creationId xmlns:a16="http://schemas.microsoft.com/office/drawing/2014/main" id="{473B357B-85C5-6503-E12A-D94DAE849305}"/>
              </a:ext>
            </a:extLst>
          </p:cNvPr>
          <p:cNvPicPr>
            <a:picLocks noChangeAspect="1"/>
          </p:cNvPicPr>
          <p:nvPr/>
        </p:nvPicPr>
        <p:blipFill>
          <a:blip r:embed="rId2"/>
          <a:stretch>
            <a:fillRect/>
          </a:stretch>
        </p:blipFill>
        <p:spPr>
          <a:xfrm>
            <a:off x="4238714" y="277796"/>
            <a:ext cx="7769451" cy="2995243"/>
          </a:xfrm>
          <a:prstGeom prst="rect">
            <a:avLst/>
          </a:prstGeom>
        </p:spPr>
      </p:pic>
      <p:pic>
        <p:nvPicPr>
          <p:cNvPr id="7" name="Picture 6">
            <a:extLst>
              <a:ext uri="{FF2B5EF4-FFF2-40B4-BE49-F238E27FC236}">
                <a16:creationId xmlns:a16="http://schemas.microsoft.com/office/drawing/2014/main" id="{D96C964F-0497-E579-42CD-6FC2BC50F44D}"/>
              </a:ext>
            </a:extLst>
          </p:cNvPr>
          <p:cNvPicPr>
            <a:picLocks noChangeAspect="1"/>
          </p:cNvPicPr>
          <p:nvPr/>
        </p:nvPicPr>
        <p:blipFill>
          <a:blip r:embed="rId3"/>
          <a:stretch>
            <a:fillRect/>
          </a:stretch>
        </p:blipFill>
        <p:spPr>
          <a:xfrm>
            <a:off x="4238713" y="3781723"/>
            <a:ext cx="7467553" cy="2867026"/>
          </a:xfrm>
          <a:prstGeom prst="rect">
            <a:avLst/>
          </a:prstGeom>
        </p:spPr>
      </p:pic>
      <p:sp>
        <p:nvSpPr>
          <p:cNvPr id="2" name="TextBox 1">
            <a:extLst>
              <a:ext uri="{FF2B5EF4-FFF2-40B4-BE49-F238E27FC236}">
                <a16:creationId xmlns:a16="http://schemas.microsoft.com/office/drawing/2014/main" id="{00E14932-6DCF-4B30-29ED-B1980CCBE921}"/>
              </a:ext>
            </a:extLst>
          </p:cNvPr>
          <p:cNvSpPr txBox="1"/>
          <p:nvPr/>
        </p:nvSpPr>
        <p:spPr>
          <a:xfrm>
            <a:off x="4238713" y="3429000"/>
            <a:ext cx="4313616" cy="255494"/>
          </a:xfrm>
          <a:prstGeom prst="rect">
            <a:avLst/>
          </a:prstGeom>
          <a:noFill/>
        </p:spPr>
        <p:txBody>
          <a:bodyPr wrap="square" lIns="0" tIns="0" rIns="0" bIns="0" rtlCol="0">
            <a:noAutofit/>
          </a:bodyPr>
          <a:lstStyle/>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The workflow will be a draft until version is created</a:t>
            </a:r>
          </a:p>
        </p:txBody>
      </p:sp>
    </p:spTree>
    <p:extLst>
      <p:ext uri="{BB962C8B-B14F-4D97-AF65-F5344CB8AC3E}">
        <p14:creationId xmlns:p14="http://schemas.microsoft.com/office/powerpoint/2010/main" val="468838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B2328-0C5E-CCA6-69B9-E79FD06FDC2B}"/>
            </a:ext>
          </a:extLst>
        </p:cNvPr>
        <p:cNvGrpSpPr/>
        <p:nvPr/>
      </p:nvGrpSpPr>
      <p:grpSpPr>
        <a:xfrm>
          <a:off x="0" y="0"/>
          <a:ext cx="0" cy="0"/>
          <a:chOff x="0" y="0"/>
          <a:chExt cx="0" cy="0"/>
        </a:xfrm>
      </p:grpSpPr>
      <p:sp>
        <p:nvSpPr>
          <p:cNvPr id="26" name="Title 3">
            <a:extLst>
              <a:ext uri="{FF2B5EF4-FFF2-40B4-BE49-F238E27FC236}">
                <a16:creationId xmlns:a16="http://schemas.microsoft.com/office/drawing/2014/main" id="{C2DBB1C1-D327-4529-2A76-372931943584}"/>
              </a:ext>
            </a:extLst>
          </p:cNvPr>
          <p:cNvSpPr>
            <a:spLocks noGrp="1"/>
          </p:cNvSpPr>
          <p:nvPr>
            <p:ph type="title"/>
          </p:nvPr>
        </p:nvSpPr>
        <p:spPr>
          <a:xfrm>
            <a:off x="262218" y="552450"/>
            <a:ext cx="3584866" cy="1426604"/>
          </a:xfrm>
        </p:spPr>
        <p:txBody>
          <a:bodyPr/>
          <a:lstStyle/>
          <a:p>
            <a:r>
              <a:rPr lang="en-US" dirty="0" err="1"/>
              <a:t>Opt</a:t>
            </a:r>
            <a:r>
              <a:rPr lang="en-US" dirty="0"/>
              <a:t> 1 – Ad hoc run</a:t>
            </a:r>
          </a:p>
        </p:txBody>
      </p:sp>
      <p:sp>
        <p:nvSpPr>
          <p:cNvPr id="27" name="Text Placeholder 8">
            <a:extLst>
              <a:ext uri="{FF2B5EF4-FFF2-40B4-BE49-F238E27FC236}">
                <a16:creationId xmlns:a16="http://schemas.microsoft.com/office/drawing/2014/main" id="{DC3EE13A-372F-E70D-9357-4C4CB4D67E16}"/>
              </a:ext>
            </a:extLst>
          </p:cNvPr>
          <p:cNvSpPr txBox="1">
            <a:spLocks/>
          </p:cNvSpPr>
          <p:nvPr/>
        </p:nvSpPr>
        <p:spPr>
          <a:xfrm>
            <a:off x="546099" y="2425699"/>
            <a:ext cx="3300984" cy="2867025"/>
          </a:xfrm>
          <a:prstGeom prst="rect">
            <a:avLst/>
          </a:prstGeom>
        </p:spPr>
        <p:txBody>
          <a:bodyPr vert="horz" lIns="0" tIns="0" rIns="0" bIns="0" rtlCol="0">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pPr>
              <a:spcBef>
                <a:spcPts val="2500"/>
              </a:spcBef>
            </a:pPr>
            <a:br>
              <a:rPr lang="en-US"/>
            </a:br>
            <a:endParaRPr lang="en-US"/>
          </a:p>
        </p:txBody>
      </p:sp>
      <p:sp>
        <p:nvSpPr>
          <p:cNvPr id="9" name="TextBox 8">
            <a:extLst>
              <a:ext uri="{FF2B5EF4-FFF2-40B4-BE49-F238E27FC236}">
                <a16:creationId xmlns:a16="http://schemas.microsoft.com/office/drawing/2014/main" id="{E830C9C4-4263-D65E-7E5D-689DC66072A3}"/>
              </a:ext>
            </a:extLst>
          </p:cNvPr>
          <p:cNvSpPr txBox="1"/>
          <p:nvPr/>
        </p:nvSpPr>
        <p:spPr>
          <a:xfrm>
            <a:off x="645459" y="3012141"/>
            <a:ext cx="2622176" cy="1405218"/>
          </a:xfrm>
          <a:prstGeom prst="rect">
            <a:avLst/>
          </a:prstGeom>
          <a:noFill/>
        </p:spPr>
        <p:txBody>
          <a:bodyPr wrap="square" lIns="0" tIns="0" rIns="0" bIns="0" rtlCol="0">
            <a:noAutofit/>
          </a:bodyPr>
          <a:lstStyle/>
          <a:p>
            <a:pPr algn="l">
              <a:lnSpc>
                <a:spcPct val="101000"/>
              </a:lnSpc>
              <a:spcAft>
                <a:spcPts val="600"/>
              </a:spcAft>
            </a:pPr>
            <a:endParaRPr kumimoji="0" lang="en-US" sz="2000" b="0" i="0" u="none" strike="noStrike" kern="1200" cap="none" spc="0" normalizeH="0" baseline="0" noProof="0" dirty="0">
              <a:ln>
                <a:noFill/>
              </a:ln>
              <a:solidFill>
                <a:schemeClr val="bg1"/>
              </a:solidFill>
              <a:effectLst/>
              <a:uLnTx/>
              <a:uFillTx/>
              <a:ea typeface="GT America Regular" charset="0"/>
              <a:cs typeface="GT America Regular" charset="0"/>
            </a:endParaRPr>
          </a:p>
        </p:txBody>
      </p:sp>
      <p:pic>
        <p:nvPicPr>
          <p:cNvPr id="11" name="Picture 10">
            <a:extLst>
              <a:ext uri="{FF2B5EF4-FFF2-40B4-BE49-F238E27FC236}">
                <a16:creationId xmlns:a16="http://schemas.microsoft.com/office/drawing/2014/main" id="{F3AA72A2-4DE6-0CA8-7651-8A4A68FA0102}"/>
              </a:ext>
            </a:extLst>
          </p:cNvPr>
          <p:cNvPicPr>
            <a:picLocks noChangeAspect="1"/>
          </p:cNvPicPr>
          <p:nvPr/>
        </p:nvPicPr>
        <p:blipFill>
          <a:blip r:embed="rId2"/>
          <a:stretch>
            <a:fillRect/>
          </a:stretch>
        </p:blipFill>
        <p:spPr>
          <a:xfrm>
            <a:off x="4309781" y="347640"/>
            <a:ext cx="7678272" cy="6162720"/>
          </a:xfrm>
          <a:prstGeom prst="rect">
            <a:avLst/>
          </a:prstGeom>
        </p:spPr>
      </p:pic>
    </p:spTree>
    <p:extLst>
      <p:ext uri="{BB962C8B-B14F-4D97-AF65-F5344CB8AC3E}">
        <p14:creationId xmlns:p14="http://schemas.microsoft.com/office/powerpoint/2010/main" val="3194058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7386D-04AC-0A3C-856A-FE97BEF378F7}"/>
            </a:ext>
          </a:extLst>
        </p:cNvPr>
        <p:cNvGrpSpPr/>
        <p:nvPr/>
      </p:nvGrpSpPr>
      <p:grpSpPr>
        <a:xfrm>
          <a:off x="0" y="0"/>
          <a:ext cx="0" cy="0"/>
          <a:chOff x="0" y="0"/>
          <a:chExt cx="0" cy="0"/>
        </a:xfrm>
      </p:grpSpPr>
      <p:sp>
        <p:nvSpPr>
          <p:cNvPr id="26" name="Title 3">
            <a:extLst>
              <a:ext uri="{FF2B5EF4-FFF2-40B4-BE49-F238E27FC236}">
                <a16:creationId xmlns:a16="http://schemas.microsoft.com/office/drawing/2014/main" id="{944447F8-7E11-0EE1-A1F2-458B6A6C1037}"/>
              </a:ext>
            </a:extLst>
          </p:cNvPr>
          <p:cNvSpPr>
            <a:spLocks noGrp="1"/>
          </p:cNvSpPr>
          <p:nvPr>
            <p:ph type="title"/>
          </p:nvPr>
        </p:nvSpPr>
        <p:spPr>
          <a:xfrm>
            <a:off x="262218" y="552450"/>
            <a:ext cx="3584866" cy="1426604"/>
          </a:xfrm>
        </p:spPr>
        <p:txBody>
          <a:bodyPr/>
          <a:lstStyle/>
          <a:p>
            <a:r>
              <a:rPr lang="en-US" dirty="0" err="1"/>
              <a:t>Opt</a:t>
            </a:r>
            <a:r>
              <a:rPr lang="en-US" dirty="0"/>
              <a:t> 2 - Schedule</a:t>
            </a:r>
          </a:p>
        </p:txBody>
      </p:sp>
      <p:sp>
        <p:nvSpPr>
          <p:cNvPr id="27" name="Text Placeholder 8">
            <a:extLst>
              <a:ext uri="{FF2B5EF4-FFF2-40B4-BE49-F238E27FC236}">
                <a16:creationId xmlns:a16="http://schemas.microsoft.com/office/drawing/2014/main" id="{94E9D757-3179-6CAC-22B6-2C901AF74DE1}"/>
              </a:ext>
            </a:extLst>
          </p:cNvPr>
          <p:cNvSpPr txBox="1">
            <a:spLocks/>
          </p:cNvSpPr>
          <p:nvPr/>
        </p:nvSpPr>
        <p:spPr>
          <a:xfrm>
            <a:off x="546099" y="2425699"/>
            <a:ext cx="3300984" cy="2867025"/>
          </a:xfrm>
          <a:prstGeom prst="rect">
            <a:avLst/>
          </a:prstGeom>
        </p:spPr>
        <p:txBody>
          <a:bodyPr vert="horz" lIns="0" tIns="0" rIns="0" bIns="0" rtlCol="0">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pPr>
              <a:spcBef>
                <a:spcPts val="2500"/>
              </a:spcBef>
            </a:pPr>
            <a:br>
              <a:rPr lang="en-US"/>
            </a:br>
            <a:endParaRPr lang="en-US"/>
          </a:p>
        </p:txBody>
      </p:sp>
      <p:pic>
        <p:nvPicPr>
          <p:cNvPr id="5" name="Picture 4">
            <a:extLst>
              <a:ext uri="{FF2B5EF4-FFF2-40B4-BE49-F238E27FC236}">
                <a16:creationId xmlns:a16="http://schemas.microsoft.com/office/drawing/2014/main" id="{9E88F3EA-9F2C-D05E-7952-6CDA944822E0}"/>
              </a:ext>
            </a:extLst>
          </p:cNvPr>
          <p:cNvPicPr>
            <a:picLocks noChangeAspect="1"/>
          </p:cNvPicPr>
          <p:nvPr/>
        </p:nvPicPr>
        <p:blipFill>
          <a:blip r:embed="rId2"/>
          <a:stretch>
            <a:fillRect/>
          </a:stretch>
        </p:blipFill>
        <p:spPr>
          <a:xfrm>
            <a:off x="4285778" y="3315523"/>
            <a:ext cx="7796405" cy="3132342"/>
          </a:xfrm>
          <a:prstGeom prst="rect">
            <a:avLst/>
          </a:prstGeom>
        </p:spPr>
      </p:pic>
      <p:pic>
        <p:nvPicPr>
          <p:cNvPr id="8" name="Picture 7">
            <a:extLst>
              <a:ext uri="{FF2B5EF4-FFF2-40B4-BE49-F238E27FC236}">
                <a16:creationId xmlns:a16="http://schemas.microsoft.com/office/drawing/2014/main" id="{859370A1-D142-A1A0-8D45-9BBB7494BE88}"/>
              </a:ext>
            </a:extLst>
          </p:cNvPr>
          <p:cNvPicPr>
            <a:picLocks noChangeAspect="1"/>
          </p:cNvPicPr>
          <p:nvPr/>
        </p:nvPicPr>
        <p:blipFill>
          <a:blip r:embed="rId3"/>
          <a:stretch>
            <a:fillRect/>
          </a:stretch>
        </p:blipFill>
        <p:spPr>
          <a:xfrm>
            <a:off x="4246882" y="147916"/>
            <a:ext cx="7796405" cy="2711565"/>
          </a:xfrm>
          <a:prstGeom prst="rect">
            <a:avLst/>
          </a:prstGeom>
        </p:spPr>
      </p:pic>
      <p:sp>
        <p:nvSpPr>
          <p:cNvPr id="9" name="TextBox 8">
            <a:extLst>
              <a:ext uri="{FF2B5EF4-FFF2-40B4-BE49-F238E27FC236}">
                <a16:creationId xmlns:a16="http://schemas.microsoft.com/office/drawing/2014/main" id="{30A9303A-7DD8-5DDB-6B87-3D8530AD0184}"/>
              </a:ext>
            </a:extLst>
          </p:cNvPr>
          <p:cNvSpPr txBox="1"/>
          <p:nvPr/>
        </p:nvSpPr>
        <p:spPr>
          <a:xfrm>
            <a:off x="645459" y="3012141"/>
            <a:ext cx="2622176" cy="1405218"/>
          </a:xfrm>
          <a:prstGeom prst="rect">
            <a:avLst/>
          </a:prstGeom>
          <a:noFill/>
        </p:spPr>
        <p:txBody>
          <a:bodyPr wrap="square" lIns="0" tIns="0" rIns="0" bIns="0" rtlCol="0">
            <a:noAutofit/>
          </a:bodyPr>
          <a:lstStyle/>
          <a:p>
            <a:pPr algn="l">
              <a:lnSpc>
                <a:spcPct val="101000"/>
              </a:lnSpc>
              <a:spcAft>
                <a:spcPts val="600"/>
              </a:spcAft>
            </a:pPr>
            <a:endParaRPr kumimoji="0" lang="en-US" sz="2000" b="0" i="0" u="none" strike="noStrike" kern="1200" cap="none" spc="0" normalizeH="0" baseline="0" noProof="0" dirty="0">
              <a:ln>
                <a:noFill/>
              </a:ln>
              <a:solidFill>
                <a:schemeClr val="bg1"/>
              </a:solidFill>
              <a:effectLst/>
              <a:uLnTx/>
              <a:uFillTx/>
              <a:ea typeface="GT America Regular" charset="0"/>
              <a:cs typeface="GT America Regular" charset="0"/>
            </a:endParaRPr>
          </a:p>
        </p:txBody>
      </p:sp>
    </p:spTree>
    <p:extLst>
      <p:ext uri="{BB962C8B-B14F-4D97-AF65-F5344CB8AC3E}">
        <p14:creationId xmlns:p14="http://schemas.microsoft.com/office/powerpoint/2010/main" val="3802970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5DC8B-EC20-82FC-CD5E-6F20E4DAFA08}"/>
            </a:ext>
          </a:extLst>
        </p:cNvPr>
        <p:cNvGrpSpPr/>
        <p:nvPr/>
      </p:nvGrpSpPr>
      <p:grpSpPr>
        <a:xfrm>
          <a:off x="0" y="0"/>
          <a:ext cx="0" cy="0"/>
          <a:chOff x="0" y="0"/>
          <a:chExt cx="0" cy="0"/>
        </a:xfrm>
      </p:grpSpPr>
      <p:sp>
        <p:nvSpPr>
          <p:cNvPr id="26" name="Title 3">
            <a:extLst>
              <a:ext uri="{FF2B5EF4-FFF2-40B4-BE49-F238E27FC236}">
                <a16:creationId xmlns:a16="http://schemas.microsoft.com/office/drawing/2014/main" id="{F37B9293-971B-EDC1-1619-30952973965D}"/>
              </a:ext>
            </a:extLst>
          </p:cNvPr>
          <p:cNvSpPr>
            <a:spLocks noGrp="1"/>
          </p:cNvSpPr>
          <p:nvPr>
            <p:ph type="title"/>
          </p:nvPr>
        </p:nvSpPr>
        <p:spPr>
          <a:xfrm>
            <a:off x="262218" y="552450"/>
            <a:ext cx="3584866" cy="1426604"/>
          </a:xfrm>
        </p:spPr>
        <p:txBody>
          <a:bodyPr/>
          <a:lstStyle/>
          <a:p>
            <a:r>
              <a:rPr lang="en-US" dirty="0" err="1"/>
              <a:t>Opt</a:t>
            </a:r>
            <a:r>
              <a:rPr lang="en-US" dirty="0"/>
              <a:t> 3 – Trigger</a:t>
            </a:r>
          </a:p>
        </p:txBody>
      </p:sp>
      <p:sp>
        <p:nvSpPr>
          <p:cNvPr id="27" name="Text Placeholder 8">
            <a:extLst>
              <a:ext uri="{FF2B5EF4-FFF2-40B4-BE49-F238E27FC236}">
                <a16:creationId xmlns:a16="http://schemas.microsoft.com/office/drawing/2014/main" id="{79168DDE-472B-C2C9-3AB3-BC267BE41DBE}"/>
              </a:ext>
            </a:extLst>
          </p:cNvPr>
          <p:cNvSpPr txBox="1">
            <a:spLocks/>
          </p:cNvSpPr>
          <p:nvPr/>
        </p:nvSpPr>
        <p:spPr>
          <a:xfrm>
            <a:off x="546099" y="2425699"/>
            <a:ext cx="3300984" cy="2867025"/>
          </a:xfrm>
          <a:prstGeom prst="rect">
            <a:avLst/>
          </a:prstGeom>
        </p:spPr>
        <p:txBody>
          <a:bodyPr vert="horz" lIns="0" tIns="0" rIns="0" bIns="0" rtlCol="0">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pPr>
              <a:spcBef>
                <a:spcPts val="2500"/>
              </a:spcBef>
            </a:pPr>
            <a:br>
              <a:rPr lang="en-US"/>
            </a:br>
            <a:endParaRPr lang="en-US"/>
          </a:p>
        </p:txBody>
      </p:sp>
      <p:sp>
        <p:nvSpPr>
          <p:cNvPr id="9" name="TextBox 8">
            <a:extLst>
              <a:ext uri="{FF2B5EF4-FFF2-40B4-BE49-F238E27FC236}">
                <a16:creationId xmlns:a16="http://schemas.microsoft.com/office/drawing/2014/main" id="{BAE3F26E-0AC1-9CE2-B86B-399D3E097B2F}"/>
              </a:ext>
            </a:extLst>
          </p:cNvPr>
          <p:cNvSpPr txBox="1"/>
          <p:nvPr/>
        </p:nvSpPr>
        <p:spPr>
          <a:xfrm>
            <a:off x="645459" y="3012141"/>
            <a:ext cx="2622176" cy="1405218"/>
          </a:xfrm>
          <a:prstGeom prst="rect">
            <a:avLst/>
          </a:prstGeom>
          <a:noFill/>
        </p:spPr>
        <p:txBody>
          <a:bodyPr wrap="square" lIns="0" tIns="0" rIns="0" bIns="0" rtlCol="0">
            <a:noAutofit/>
          </a:bodyPr>
          <a:lstStyle/>
          <a:p>
            <a:pPr algn="l">
              <a:lnSpc>
                <a:spcPct val="101000"/>
              </a:lnSpc>
              <a:spcAft>
                <a:spcPts val="600"/>
              </a:spcAft>
            </a:pPr>
            <a:endParaRPr kumimoji="0" lang="en-US" sz="2000" b="0" i="0" u="none" strike="noStrike" kern="1200" cap="none" spc="0" normalizeH="0" baseline="0" noProof="0" dirty="0">
              <a:ln>
                <a:noFill/>
              </a:ln>
              <a:solidFill>
                <a:schemeClr val="bg1"/>
              </a:solidFill>
              <a:effectLst/>
              <a:uLnTx/>
              <a:uFillTx/>
              <a:ea typeface="GT America Regular" charset="0"/>
              <a:cs typeface="GT America Regular" charset="0"/>
            </a:endParaRPr>
          </a:p>
        </p:txBody>
      </p:sp>
      <p:pic>
        <p:nvPicPr>
          <p:cNvPr id="3" name="Picture 2">
            <a:extLst>
              <a:ext uri="{FF2B5EF4-FFF2-40B4-BE49-F238E27FC236}">
                <a16:creationId xmlns:a16="http://schemas.microsoft.com/office/drawing/2014/main" id="{BD880F0B-3452-85AB-9B3E-7CF50E88070C}"/>
              </a:ext>
            </a:extLst>
          </p:cNvPr>
          <p:cNvPicPr>
            <a:picLocks noChangeAspect="1"/>
          </p:cNvPicPr>
          <p:nvPr/>
        </p:nvPicPr>
        <p:blipFill>
          <a:blip r:embed="rId2"/>
          <a:stretch>
            <a:fillRect/>
          </a:stretch>
        </p:blipFill>
        <p:spPr>
          <a:xfrm>
            <a:off x="4235789" y="165829"/>
            <a:ext cx="7693994" cy="3057547"/>
          </a:xfrm>
          <a:prstGeom prst="rect">
            <a:avLst/>
          </a:prstGeom>
        </p:spPr>
      </p:pic>
      <p:pic>
        <p:nvPicPr>
          <p:cNvPr id="5" name="Picture 4">
            <a:extLst>
              <a:ext uri="{FF2B5EF4-FFF2-40B4-BE49-F238E27FC236}">
                <a16:creationId xmlns:a16="http://schemas.microsoft.com/office/drawing/2014/main" id="{4CB65E44-CE9B-F619-BCC0-548E7975063F}"/>
              </a:ext>
            </a:extLst>
          </p:cNvPr>
          <p:cNvPicPr>
            <a:picLocks noChangeAspect="1"/>
          </p:cNvPicPr>
          <p:nvPr/>
        </p:nvPicPr>
        <p:blipFill>
          <a:blip r:embed="rId3"/>
          <a:stretch>
            <a:fillRect/>
          </a:stretch>
        </p:blipFill>
        <p:spPr>
          <a:xfrm>
            <a:off x="4235789" y="3429000"/>
            <a:ext cx="7693994" cy="3263171"/>
          </a:xfrm>
          <a:prstGeom prst="rect">
            <a:avLst/>
          </a:prstGeom>
        </p:spPr>
      </p:pic>
    </p:spTree>
    <p:extLst>
      <p:ext uri="{BB962C8B-B14F-4D97-AF65-F5344CB8AC3E}">
        <p14:creationId xmlns:p14="http://schemas.microsoft.com/office/powerpoint/2010/main" val="2138606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C6D4B-B28D-98BF-CBA5-DF50CB57C95A}"/>
              </a:ext>
            </a:extLst>
          </p:cNvPr>
          <p:cNvSpPr>
            <a:spLocks noGrp="1"/>
          </p:cNvSpPr>
          <p:nvPr>
            <p:ph type="title"/>
          </p:nvPr>
        </p:nvSpPr>
        <p:spPr>
          <a:xfrm>
            <a:off x="539751" y="4567237"/>
            <a:ext cx="5441950" cy="1165225"/>
          </a:xfrm>
        </p:spPr>
        <p:txBody>
          <a:bodyPr/>
          <a:lstStyle/>
          <a:p>
            <a:r>
              <a:rPr lang="en-US"/>
              <a:t>Q&amp;A</a:t>
            </a:r>
            <a:br>
              <a:rPr lang="en-US"/>
            </a:br>
            <a:br>
              <a:rPr lang="en-US"/>
            </a:br>
            <a:r>
              <a:rPr lang="en-US"/>
              <a:t>Thank you</a:t>
            </a:r>
            <a:endParaRPr lang="en-CR"/>
          </a:p>
        </p:txBody>
      </p:sp>
    </p:spTree>
    <p:extLst>
      <p:ext uri="{BB962C8B-B14F-4D97-AF65-F5344CB8AC3E}">
        <p14:creationId xmlns:p14="http://schemas.microsoft.com/office/powerpoint/2010/main" val="2021282658"/>
      </p:ext>
    </p:extLst>
  </p:cSld>
  <p:clrMapOvr>
    <a:masterClrMapping/>
  </p:clrMapOvr>
</p:sld>
</file>

<file path=ppt/theme/theme1.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25.1.pptx" id="{FF56F906-F4D2-4832-B4B9-4A36D9E6E357}" vid="{5C99AA1B-0B41-46A9-853A-E478BB7EED75}"/>
    </a:ext>
  </a:extLst>
</a:theme>
</file>

<file path=ppt/theme/theme2.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25.1.pptx" id="{FF56F906-F4D2-4832-B4B9-4A36D9E6E357}" vid="{5C99AA1B-0B41-46A9-853A-E478BB7EED7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723</Words>
  <Application>Microsoft Office PowerPoint</Application>
  <PresentationFormat>Widescreen</PresentationFormat>
  <Paragraphs>89</Paragraphs>
  <Slides>12</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GT America</vt:lpstr>
      <vt:lpstr>Segoe Sans</vt:lpstr>
      <vt:lpstr>Aptos</vt:lpstr>
      <vt:lpstr>Arial</vt:lpstr>
      <vt:lpstr>GT America Regular</vt:lpstr>
      <vt:lpstr>Times New Roman</vt:lpstr>
      <vt:lpstr>Moody's</vt:lpstr>
      <vt:lpstr>Moody's</vt:lpstr>
      <vt:lpstr>PowerPoint Presentation</vt:lpstr>
      <vt:lpstr>Session  Outline</vt:lpstr>
      <vt:lpstr>PowerPoint Presentation</vt:lpstr>
      <vt:lpstr>PowerPoint Presentation</vt:lpstr>
      <vt:lpstr>PowerPoint Presentation</vt:lpstr>
      <vt:lpstr>PowerPoint Presentation</vt:lpstr>
      <vt:lpstr>Collaborate in Server</vt:lpstr>
      <vt:lpstr>Deploy</vt:lpstr>
      <vt:lpstr>Opt 1 – Ad hoc run</vt:lpstr>
      <vt:lpstr>Opt 2 - Schedule</vt:lpstr>
      <vt:lpstr>Opt 3 – Trigger</vt:lpstr>
      <vt:lpstr>Q&amp;A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Vartika Goel (Ratings - Tech)</dc:creator>
  <cp:lastModifiedBy>Suchithra . (Ratings - Tech)</cp:lastModifiedBy>
  <cp:revision>8</cp:revision>
  <dcterms:created xsi:type="dcterms:W3CDTF">2025-05-12T07:46:41Z</dcterms:created>
  <dcterms:modified xsi:type="dcterms:W3CDTF">2025-09-12T12:33:40Z</dcterms:modified>
</cp:coreProperties>
</file>