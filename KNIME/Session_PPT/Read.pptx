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3" r:id="rId1"/>
    <p:sldMasterId id="2147483672" r:id="rId2"/>
  </p:sldMasterIdLst>
  <p:notesMasterIdLst>
    <p:notesMasterId r:id="rId19"/>
  </p:notesMasterIdLst>
  <p:sldIdLst>
    <p:sldId id="2584" r:id="rId3"/>
    <p:sldId id="2562" r:id="rId4"/>
    <p:sldId id="2564" r:id="rId5"/>
    <p:sldId id="2566" r:id="rId6"/>
    <p:sldId id="2594" r:id="rId7"/>
    <p:sldId id="2568" r:id="rId8"/>
    <p:sldId id="2595" r:id="rId9"/>
    <p:sldId id="2585" r:id="rId10"/>
    <p:sldId id="2596" r:id="rId11"/>
    <p:sldId id="2586" r:id="rId12"/>
    <p:sldId id="2597" r:id="rId13"/>
    <p:sldId id="2598" r:id="rId14"/>
    <p:sldId id="2593" r:id="rId15"/>
    <p:sldId id="2600" r:id="rId16"/>
    <p:sldId id="2599" r:id="rId17"/>
    <p:sldId id="259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ing KNIME: Unlocking the Power of Data Analytics" id="{620EA71D-9312-4049-ACD5-D192FE037841}">
          <p14:sldIdLst>
            <p14:sldId id="2584"/>
            <p14:sldId id="2562"/>
          </p14:sldIdLst>
        </p14:section>
        <p14:section name="Ice-Breaking Session" id="{18B76EA1-2158-4F54-9295-AC9050505F66}">
          <p14:sldIdLst>
            <p14:sldId id="2564"/>
            <p14:sldId id="2566"/>
          </p14:sldIdLst>
        </p14:section>
        <p14:section name="Data Access/Transform" id="{4B36101C-C4B1-408E-9A8E-DBB2C1414C41}">
          <p14:sldIdLst>
            <p14:sldId id="2594"/>
            <p14:sldId id="2568"/>
            <p14:sldId id="2595"/>
            <p14:sldId id="2585"/>
            <p14:sldId id="2596"/>
            <p14:sldId id="2586"/>
            <p14:sldId id="2597"/>
            <p14:sldId id="2598"/>
            <p14:sldId id="2593"/>
            <p14:sldId id="2600"/>
            <p14:sldId id="2599"/>
            <p14:sldId id="25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D32933-933E-A56B-3297-29D2D63FACB4}" v="2" dt="2025-09-03T13:05:11.1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ma Rai (Ratings - Tech)" userId="S::raiv1@moodys.com::77dee571-e675-485c-869b-dbf189cddddd" providerId="AD" clId="Web-{8593BD09-C214-762B-96DC-E133A0E5AECE}"/>
    <pc:docChg chg="delSld modSld modSection">
      <pc:chgData name="Vima Rai (Ratings - Tech)" userId="S::raiv1@moodys.com::77dee571-e675-485c-869b-dbf189cddddd" providerId="AD" clId="Web-{8593BD09-C214-762B-96DC-E133A0E5AECE}" dt="2025-08-22T07:04:56.681" v="6"/>
      <pc:docMkLst>
        <pc:docMk/>
      </pc:docMkLst>
      <pc:sldChg chg="del">
        <pc:chgData name="Vima Rai (Ratings - Tech)" userId="S::raiv1@moodys.com::77dee571-e675-485c-869b-dbf189cddddd" providerId="AD" clId="Web-{8593BD09-C214-762B-96DC-E133A0E5AECE}" dt="2025-08-22T07:04:56.681" v="6"/>
        <pc:sldMkLst>
          <pc:docMk/>
          <pc:sldMk cId="2198036422" sldId="2583"/>
        </pc:sldMkLst>
      </pc:sldChg>
      <pc:sldChg chg="addSp delSp modSp">
        <pc:chgData name="Vima Rai (Ratings - Tech)" userId="S::raiv1@moodys.com::77dee571-e675-485c-869b-dbf189cddddd" providerId="AD" clId="Web-{8593BD09-C214-762B-96DC-E133A0E5AECE}" dt="2025-08-22T07:04:35.665" v="5" actId="14100"/>
        <pc:sldMkLst>
          <pc:docMk/>
          <pc:sldMk cId="847836979" sldId="2593"/>
        </pc:sldMkLst>
        <pc:picChg chg="add mod">
          <ac:chgData name="Vima Rai (Ratings - Tech)" userId="S::raiv1@moodys.com::77dee571-e675-485c-869b-dbf189cddddd" providerId="AD" clId="Web-{8593BD09-C214-762B-96DC-E133A0E5AECE}" dt="2025-08-22T07:04:35.665" v="5" actId="14100"/>
          <ac:picMkLst>
            <pc:docMk/>
            <pc:sldMk cId="847836979" sldId="2593"/>
            <ac:picMk id="4" creationId="{362BFD98-27FD-BF84-B70B-6859B8738301}"/>
          </ac:picMkLst>
        </pc:picChg>
      </pc:sldChg>
    </pc:docChg>
  </pc:docChgLst>
  <pc:docChgLst>
    <pc:chgData name="Vima Rai (Ratings - Tech)" userId="S::raiv1@moodys.com::77dee571-e675-485c-869b-dbf189cddddd" providerId="AD" clId="Web-{A09B5BA1-BEE4-D86F-A1BF-6A7038AE3C54}"/>
    <pc:docChg chg="modSld sldOrd modSection">
      <pc:chgData name="Vima Rai (Ratings - Tech)" userId="S::raiv1@moodys.com::77dee571-e675-485c-869b-dbf189cddddd" providerId="AD" clId="Web-{A09B5BA1-BEE4-D86F-A1BF-6A7038AE3C54}" dt="2025-08-30T06:46:38.300" v="65" actId="1076"/>
      <pc:docMkLst>
        <pc:docMk/>
      </pc:docMkLst>
      <pc:sldChg chg="ord">
        <pc:chgData name="Vima Rai (Ratings - Tech)" userId="S::raiv1@moodys.com::77dee571-e675-485c-869b-dbf189cddddd" providerId="AD" clId="Web-{A09B5BA1-BEE4-D86F-A1BF-6A7038AE3C54}" dt="2025-08-30T06:44:55.499" v="34"/>
        <pc:sldMkLst>
          <pc:docMk/>
          <pc:sldMk cId="2021282658" sldId="2592"/>
        </pc:sldMkLst>
      </pc:sldChg>
      <pc:sldChg chg="ord">
        <pc:chgData name="Vima Rai (Ratings - Tech)" userId="S::raiv1@moodys.com::77dee571-e675-485c-869b-dbf189cddddd" providerId="AD" clId="Web-{A09B5BA1-BEE4-D86F-A1BF-6A7038AE3C54}" dt="2025-08-30T06:44:53.546" v="33"/>
        <pc:sldMkLst>
          <pc:docMk/>
          <pc:sldMk cId="674546102" sldId="2599"/>
        </pc:sldMkLst>
      </pc:sldChg>
      <pc:sldChg chg="addSp modSp ord">
        <pc:chgData name="Vima Rai (Ratings - Tech)" userId="S::raiv1@moodys.com::77dee571-e675-485c-869b-dbf189cddddd" providerId="AD" clId="Web-{A09B5BA1-BEE4-D86F-A1BF-6A7038AE3C54}" dt="2025-08-30T06:46:38.300" v="65" actId="1076"/>
        <pc:sldMkLst>
          <pc:docMk/>
          <pc:sldMk cId="692774708" sldId="2600"/>
        </pc:sldMkLst>
        <pc:spChg chg="mod">
          <ac:chgData name="Vima Rai (Ratings - Tech)" userId="S::raiv1@moodys.com::77dee571-e675-485c-869b-dbf189cddddd" providerId="AD" clId="Web-{A09B5BA1-BEE4-D86F-A1BF-6A7038AE3C54}" dt="2025-08-30T06:46:38.300" v="65" actId="1076"/>
          <ac:spMkLst>
            <pc:docMk/>
            <pc:sldMk cId="692774708" sldId="2600"/>
            <ac:spMk id="3" creationId="{9066817A-231D-8FF2-D501-DD666FD4888B}"/>
          </ac:spMkLst>
        </pc:spChg>
        <pc:picChg chg="add mod">
          <ac:chgData name="Vima Rai (Ratings - Tech)" userId="S::raiv1@moodys.com::77dee571-e675-485c-869b-dbf189cddddd" providerId="AD" clId="Web-{A09B5BA1-BEE4-D86F-A1BF-6A7038AE3C54}" dt="2025-08-30T06:40:33.351" v="1" actId="1076"/>
          <ac:picMkLst>
            <pc:docMk/>
            <pc:sldMk cId="692774708" sldId="2600"/>
            <ac:picMk id="2" creationId="{C2EA3CEC-0639-4267-9B1B-CE2A052BA418}"/>
          </ac:picMkLst>
        </pc:picChg>
      </pc:sldChg>
    </pc:docChg>
  </pc:docChgLst>
  <pc:docChgLst>
    <pc:chgData name="Vima Rai (Ratings - Tech)" userId="S::raiv1@moodys.com::77dee571-e675-485c-869b-dbf189cddddd" providerId="AD" clId="Web-{B6A75CB2-3D39-5B4C-3EA7-F5822788F140}"/>
    <pc:docChg chg="delSection modSection">
      <pc:chgData name="Vima Rai (Ratings - Tech)" userId="S::raiv1@moodys.com::77dee571-e675-485c-869b-dbf189cddddd" providerId="AD" clId="Web-{B6A75CB2-3D39-5B4C-3EA7-F5822788F140}" dt="2025-09-01T12:35:27.792" v="2"/>
      <pc:docMkLst>
        <pc:docMk/>
      </pc:docMkLst>
    </pc:docChg>
  </pc:docChgLst>
  <pc:docChgLst>
    <pc:chgData name="Vartika Goel (Ratings - Tech)" userId="acfe5060-dbbb-48eb-8f08-bf46f8680c5b" providerId="ADAL" clId="{D4A2DD92-AAF0-4F96-B242-C2F7E5BCE87F}"/>
    <pc:docChg chg="undo redo custSel addSld delSld modSld sldOrd modSection">
      <pc:chgData name="Vartika Goel (Ratings - Tech)" userId="acfe5060-dbbb-48eb-8f08-bf46f8680c5b" providerId="ADAL" clId="{D4A2DD92-AAF0-4F96-B242-C2F7E5BCE87F}" dt="2025-05-12T10:29:02.969" v="1240" actId="1076"/>
      <pc:docMkLst>
        <pc:docMk/>
      </pc:docMkLst>
      <pc:sldChg chg="modSp mod">
        <pc:chgData name="Vartika Goel (Ratings - Tech)" userId="acfe5060-dbbb-48eb-8f08-bf46f8680c5b" providerId="ADAL" clId="{D4A2DD92-AAF0-4F96-B242-C2F7E5BCE87F}" dt="2025-05-12T10:28:51.106" v="1239" actId="1076"/>
        <pc:sldMkLst>
          <pc:docMk/>
          <pc:sldMk cId="2153283568" sldId="2562"/>
        </pc:sldMkLst>
      </pc:sldChg>
      <pc:sldChg chg="addSp delSp modSp mod">
        <pc:chgData name="Vartika Goel (Ratings - Tech)" userId="acfe5060-dbbb-48eb-8f08-bf46f8680c5b" providerId="ADAL" clId="{D4A2DD92-AAF0-4F96-B242-C2F7E5BCE87F}" dt="2025-05-12T08:59:45.381" v="197"/>
        <pc:sldMkLst>
          <pc:docMk/>
          <pc:sldMk cId="1209653757" sldId="2564"/>
        </pc:sldMkLst>
      </pc:sldChg>
      <pc:sldChg chg="modSp mod">
        <pc:chgData name="Vartika Goel (Ratings - Tech)" userId="acfe5060-dbbb-48eb-8f08-bf46f8680c5b" providerId="ADAL" clId="{D4A2DD92-AAF0-4F96-B242-C2F7E5BCE87F}" dt="2025-05-12T09:06:08.052" v="289"/>
        <pc:sldMkLst>
          <pc:docMk/>
          <pc:sldMk cId="3228974083" sldId="2566"/>
        </pc:sldMkLst>
      </pc:sldChg>
      <pc:sldChg chg="addSp delSp modSp mod modClrScheme chgLayout">
        <pc:chgData name="Vartika Goel (Ratings - Tech)" userId="acfe5060-dbbb-48eb-8f08-bf46f8680c5b" providerId="ADAL" clId="{D4A2DD92-AAF0-4F96-B242-C2F7E5BCE87F}" dt="2025-05-12T09:30:07.776" v="520" actId="478"/>
        <pc:sldMkLst>
          <pc:docMk/>
          <pc:sldMk cId="2931222755" sldId="2568"/>
        </pc:sldMkLst>
      </pc:sldChg>
      <pc:sldChg chg="del">
        <pc:chgData name="Vartika Goel (Ratings - Tech)" userId="acfe5060-dbbb-48eb-8f08-bf46f8680c5b" providerId="ADAL" clId="{D4A2DD92-AAF0-4F96-B242-C2F7E5BCE87F}" dt="2025-05-12T09:08:33.017" v="321" actId="2696"/>
        <pc:sldMkLst>
          <pc:docMk/>
          <pc:sldMk cId="2811150857" sldId="2571"/>
        </pc:sldMkLst>
      </pc:sldChg>
      <pc:sldChg chg="del">
        <pc:chgData name="Vartika Goel (Ratings - Tech)" userId="acfe5060-dbbb-48eb-8f08-bf46f8680c5b" providerId="ADAL" clId="{D4A2DD92-AAF0-4F96-B242-C2F7E5BCE87F}" dt="2025-05-12T10:17:45.675" v="946" actId="47"/>
        <pc:sldMkLst>
          <pc:docMk/>
          <pc:sldMk cId="1000220903" sldId="2574"/>
        </pc:sldMkLst>
      </pc:sldChg>
      <pc:sldChg chg="addSp delSp modSp mod">
        <pc:chgData name="Vartika Goel (Ratings - Tech)" userId="acfe5060-dbbb-48eb-8f08-bf46f8680c5b" providerId="ADAL" clId="{D4A2DD92-AAF0-4F96-B242-C2F7E5BCE87F}" dt="2025-05-12T10:27:38.427" v="1092" actId="478"/>
        <pc:sldMkLst>
          <pc:docMk/>
          <pc:sldMk cId="2198036422" sldId="2583"/>
        </pc:sldMkLst>
      </pc:sldChg>
      <pc:sldChg chg="modSp mod modAnim">
        <pc:chgData name="Vartika Goel (Ratings - Tech)" userId="acfe5060-dbbb-48eb-8f08-bf46f8680c5b" providerId="ADAL" clId="{D4A2DD92-AAF0-4F96-B242-C2F7E5BCE87F}" dt="2025-05-12T10:29:02.969" v="1240" actId="1076"/>
        <pc:sldMkLst>
          <pc:docMk/>
          <pc:sldMk cId="1998218402" sldId="2584"/>
        </pc:sldMkLst>
      </pc:sldChg>
      <pc:sldChg chg="addSp delSp modSp mod">
        <pc:chgData name="Vartika Goel (Ratings - Tech)" userId="acfe5060-dbbb-48eb-8f08-bf46f8680c5b" providerId="ADAL" clId="{D4A2DD92-AAF0-4F96-B242-C2F7E5BCE87F}" dt="2025-05-12T09:54:10.442" v="576" actId="20577"/>
        <pc:sldMkLst>
          <pc:docMk/>
          <pc:sldMk cId="468838758" sldId="2585"/>
        </pc:sldMkLst>
      </pc:sldChg>
      <pc:sldChg chg="addSp delSp modSp mod">
        <pc:chgData name="Vartika Goel (Ratings - Tech)" userId="acfe5060-dbbb-48eb-8f08-bf46f8680c5b" providerId="ADAL" clId="{D4A2DD92-AAF0-4F96-B242-C2F7E5BCE87F}" dt="2025-05-12T10:10:11.537" v="830" actId="1076"/>
        <pc:sldMkLst>
          <pc:docMk/>
          <pc:sldMk cId="3889783610" sldId="2586"/>
        </pc:sldMkLst>
      </pc:sldChg>
      <pc:sldChg chg="del">
        <pc:chgData name="Vartika Goel (Ratings - Tech)" userId="acfe5060-dbbb-48eb-8f08-bf46f8680c5b" providerId="ADAL" clId="{D4A2DD92-AAF0-4F96-B242-C2F7E5BCE87F}" dt="2025-05-12T10:14:05.662" v="887" actId="2696"/>
        <pc:sldMkLst>
          <pc:docMk/>
          <pc:sldMk cId="2256209166" sldId="2587"/>
        </pc:sldMkLst>
      </pc:sldChg>
      <pc:sldChg chg="del">
        <pc:chgData name="Vartika Goel (Ratings - Tech)" userId="acfe5060-dbbb-48eb-8f08-bf46f8680c5b" providerId="ADAL" clId="{D4A2DD92-AAF0-4F96-B242-C2F7E5BCE87F}" dt="2025-05-12T10:14:08.114" v="888" actId="2696"/>
        <pc:sldMkLst>
          <pc:docMk/>
          <pc:sldMk cId="2650670149" sldId="2588"/>
        </pc:sldMkLst>
      </pc:sldChg>
      <pc:sldChg chg="del">
        <pc:chgData name="Vartika Goel (Ratings - Tech)" userId="acfe5060-dbbb-48eb-8f08-bf46f8680c5b" providerId="ADAL" clId="{D4A2DD92-AAF0-4F96-B242-C2F7E5BCE87F}" dt="2025-05-12T10:17:36.157" v="942" actId="47"/>
        <pc:sldMkLst>
          <pc:docMk/>
          <pc:sldMk cId="1876861749" sldId="2589"/>
        </pc:sldMkLst>
      </pc:sldChg>
      <pc:sldChg chg="del">
        <pc:chgData name="Vartika Goel (Ratings - Tech)" userId="acfe5060-dbbb-48eb-8f08-bf46f8680c5b" providerId="ADAL" clId="{D4A2DD92-AAF0-4F96-B242-C2F7E5BCE87F}" dt="2025-05-12T10:17:47.747" v="947" actId="47"/>
        <pc:sldMkLst>
          <pc:docMk/>
          <pc:sldMk cId="2572046500" sldId="2590"/>
        </pc:sldMkLst>
      </pc:sldChg>
      <pc:sldChg chg="del ord">
        <pc:chgData name="Vartika Goel (Ratings - Tech)" userId="acfe5060-dbbb-48eb-8f08-bf46f8680c5b" providerId="ADAL" clId="{D4A2DD92-AAF0-4F96-B242-C2F7E5BCE87F}" dt="2025-05-12T10:17:43.099" v="945" actId="47"/>
        <pc:sldMkLst>
          <pc:docMk/>
          <pc:sldMk cId="621896494" sldId="2591"/>
        </pc:sldMkLst>
      </pc:sldChg>
      <pc:sldChg chg="addSp delSp modSp mod">
        <pc:chgData name="Vartika Goel (Ratings - Tech)" userId="acfe5060-dbbb-48eb-8f08-bf46f8680c5b" providerId="ADAL" clId="{D4A2DD92-AAF0-4F96-B242-C2F7E5BCE87F}" dt="2025-05-12T10:21:39.971" v="1019" actId="255"/>
        <pc:sldMkLst>
          <pc:docMk/>
          <pc:sldMk cId="847836979" sldId="2593"/>
        </pc:sldMkLst>
      </pc:sldChg>
      <pc:sldChg chg="addSp delSp modSp add mod ord">
        <pc:chgData name="Vartika Goel (Ratings - Tech)" userId="acfe5060-dbbb-48eb-8f08-bf46f8680c5b" providerId="ADAL" clId="{D4A2DD92-AAF0-4F96-B242-C2F7E5BCE87F}" dt="2025-05-12T09:26:27.759" v="489" actId="1076"/>
        <pc:sldMkLst>
          <pc:docMk/>
          <pc:sldMk cId="2060228935" sldId="2594"/>
        </pc:sldMkLst>
      </pc:sldChg>
      <pc:sldChg chg="add">
        <pc:chgData name="Vartika Goel (Ratings - Tech)" userId="acfe5060-dbbb-48eb-8f08-bf46f8680c5b" providerId="ADAL" clId="{D4A2DD92-AAF0-4F96-B242-C2F7E5BCE87F}" dt="2025-05-12T09:28:33.023" v="490" actId="2890"/>
        <pc:sldMkLst>
          <pc:docMk/>
          <pc:sldMk cId="1773478920" sldId="2595"/>
        </pc:sldMkLst>
      </pc:sldChg>
      <pc:sldChg chg="addSp delSp modSp add mod">
        <pc:chgData name="Vartika Goel (Ratings - Tech)" userId="acfe5060-dbbb-48eb-8f08-bf46f8680c5b" providerId="ADAL" clId="{D4A2DD92-AAF0-4F96-B242-C2F7E5BCE87F}" dt="2025-05-12T09:56:20.893" v="606" actId="1076"/>
        <pc:sldMkLst>
          <pc:docMk/>
          <pc:sldMk cId="1344690799" sldId="2596"/>
        </pc:sldMkLst>
      </pc:sldChg>
      <pc:sldChg chg="addSp delSp modSp add mod">
        <pc:chgData name="Vartika Goel (Ratings - Tech)" userId="acfe5060-dbbb-48eb-8f08-bf46f8680c5b" providerId="ADAL" clId="{D4A2DD92-AAF0-4F96-B242-C2F7E5BCE87F}" dt="2025-05-12T10:08:26.162" v="801" actId="20577"/>
        <pc:sldMkLst>
          <pc:docMk/>
          <pc:sldMk cId="1817772888" sldId="2597"/>
        </pc:sldMkLst>
      </pc:sldChg>
      <pc:sldChg chg="addSp delSp modSp add mod modClrScheme chgLayout">
        <pc:chgData name="Vartika Goel (Ratings - Tech)" userId="acfe5060-dbbb-48eb-8f08-bf46f8680c5b" providerId="ADAL" clId="{D4A2DD92-AAF0-4F96-B242-C2F7E5BCE87F}" dt="2025-05-12T10:13:58.201" v="886"/>
        <pc:sldMkLst>
          <pc:docMk/>
          <pc:sldMk cId="505719749" sldId="2598"/>
        </pc:sldMkLst>
      </pc:sldChg>
      <pc:sldChg chg="addSp delSp modSp add mod ord">
        <pc:chgData name="Vartika Goel (Ratings - Tech)" userId="acfe5060-dbbb-48eb-8f08-bf46f8680c5b" providerId="ADAL" clId="{D4A2DD92-AAF0-4F96-B242-C2F7E5BCE87F}" dt="2025-05-12T10:24:05.745" v="1057" actId="14100"/>
        <pc:sldMkLst>
          <pc:docMk/>
          <pc:sldMk cId="674546102" sldId="2599"/>
        </pc:sldMkLst>
      </pc:sldChg>
      <pc:sldChg chg="add del">
        <pc:chgData name="Vartika Goel (Ratings - Tech)" userId="acfe5060-dbbb-48eb-8f08-bf46f8680c5b" providerId="ADAL" clId="{D4A2DD92-AAF0-4F96-B242-C2F7E5BCE87F}" dt="2025-05-12T10:20:43.991" v="991" actId="47"/>
        <pc:sldMkLst>
          <pc:docMk/>
          <pc:sldMk cId="2977771568" sldId="2599"/>
        </pc:sldMkLst>
      </pc:sldChg>
      <pc:sldChg chg="delSp modSp add mod">
        <pc:chgData name="Vartika Goel (Ratings - Tech)" userId="acfe5060-dbbb-48eb-8f08-bf46f8680c5b" providerId="ADAL" clId="{D4A2DD92-AAF0-4F96-B242-C2F7E5BCE87F}" dt="2025-05-12T10:25:30.617" v="1090" actId="20577"/>
        <pc:sldMkLst>
          <pc:docMk/>
          <pc:sldMk cId="692774708" sldId="2600"/>
        </pc:sldMkLst>
      </pc:sldChg>
      <pc:sldMasterChg chg="delSldLayout">
        <pc:chgData name="Vartika Goel (Ratings - Tech)" userId="acfe5060-dbbb-48eb-8f08-bf46f8680c5b" providerId="ADAL" clId="{D4A2DD92-AAF0-4F96-B242-C2F7E5BCE87F}" dt="2025-05-12T09:08:33.017" v="321" actId="2696"/>
        <pc:sldMasterMkLst>
          <pc:docMk/>
          <pc:sldMasterMk cId="2817573799" sldId="2147483743"/>
        </pc:sldMasterMkLst>
        <pc:sldLayoutChg chg="del">
          <pc:chgData name="Vartika Goel (Ratings - Tech)" userId="acfe5060-dbbb-48eb-8f08-bf46f8680c5b" providerId="ADAL" clId="{D4A2DD92-AAF0-4F96-B242-C2F7E5BCE87F}" dt="2025-05-12T09:08:33.017" v="321" actId="2696"/>
          <pc:sldLayoutMkLst>
            <pc:docMk/>
            <pc:sldMasterMk cId="2817573799" sldId="2147483743"/>
            <pc:sldLayoutMk cId="92931300" sldId="2147483738"/>
          </pc:sldLayoutMkLst>
        </pc:sldLayoutChg>
      </pc:sldMasterChg>
    </pc:docChg>
  </pc:docChgLst>
  <pc:docChgLst>
    <pc:chgData name="Vima Rai (Ratings - Tech)" userId="S::raiv1@moodys.com::77dee571-e675-485c-869b-dbf189cddddd" providerId="AD" clId="Web-{03D32933-933E-A56B-3297-29D2D63FACB4}"/>
    <pc:docChg chg="sldOrd">
      <pc:chgData name="Vima Rai (Ratings - Tech)" userId="S::raiv1@moodys.com::77dee571-e675-485c-869b-dbf189cddddd" providerId="AD" clId="Web-{03D32933-933E-A56B-3297-29D2D63FACB4}" dt="2025-09-03T13:05:11.188" v="1"/>
      <pc:docMkLst>
        <pc:docMk/>
      </pc:docMkLst>
      <pc:sldChg chg="ord">
        <pc:chgData name="Vima Rai (Ratings - Tech)" userId="S::raiv1@moodys.com::77dee571-e675-485c-869b-dbf189cddddd" providerId="AD" clId="Web-{03D32933-933E-A56B-3297-29D2D63FACB4}" dt="2025-09-03T12:55:33.458" v="0"/>
        <pc:sldMkLst>
          <pc:docMk/>
          <pc:sldMk cId="2931222755" sldId="2568"/>
        </pc:sldMkLst>
      </pc:sldChg>
      <pc:sldChg chg="ord">
        <pc:chgData name="Vima Rai (Ratings - Tech)" userId="S::raiv1@moodys.com::77dee571-e675-485c-869b-dbf189cddddd" providerId="AD" clId="Web-{03D32933-933E-A56B-3297-29D2D63FACB4}" dt="2025-09-03T13:05:11.188" v="1"/>
        <pc:sldMkLst>
          <pc:docMk/>
          <pc:sldMk cId="505719749" sldId="2598"/>
        </pc:sldMkLst>
      </pc:sldChg>
    </pc:docChg>
  </pc:docChgLst>
  <pc:docChgLst>
    <pc:chgData name="Lata S (Ratings - Tech)" userId="S::sl1@moodys.com::08dcbc9e-741d-4434-978b-1e923d3dbbf2" providerId="AD" clId="Web-{C19B5062-8E30-2060-CAE8-A063CCB9DD05}"/>
    <pc:docChg chg="modSld">
      <pc:chgData name="Lata S (Ratings - Tech)" userId="S::sl1@moodys.com::08dcbc9e-741d-4434-978b-1e923d3dbbf2" providerId="AD" clId="Web-{C19B5062-8E30-2060-CAE8-A063CCB9DD05}" dt="2025-08-19T08:42:38.669" v="21"/>
      <pc:docMkLst>
        <pc:docMk/>
      </pc:docMkLst>
      <pc:sldChg chg="modSp">
        <pc:chgData name="Lata S (Ratings - Tech)" userId="S::sl1@moodys.com::08dcbc9e-741d-4434-978b-1e923d3dbbf2" providerId="AD" clId="Web-{C19B5062-8E30-2060-CAE8-A063CCB9DD05}" dt="2025-08-19T08:42:38.669" v="21"/>
        <pc:sldMkLst>
          <pc:docMk/>
          <pc:sldMk cId="2153283568" sldId="2562"/>
        </pc:sldMkLst>
        <pc:graphicFrameChg chg="mod modGraphic">
          <ac:chgData name="Lata S (Ratings - Tech)" userId="S::sl1@moodys.com::08dcbc9e-741d-4434-978b-1e923d3dbbf2" providerId="AD" clId="Web-{C19B5062-8E30-2060-CAE8-A063CCB9DD05}" dt="2025-08-19T08:42:38.669" v="21"/>
          <ac:graphicFrameMkLst>
            <pc:docMk/>
            <pc:sldMk cId="2153283568" sldId="2562"/>
            <ac:graphicFrameMk id="11" creationId="{A869F014-C0EB-2766-5ABC-4E27BA0AA9C3}"/>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4A75B6F-F559-40AA-8729-C0AC1CCD9B74}" type="doc">
      <dgm:prSet loTypeId="urn:microsoft.com/office/officeart/2005/8/layout/venn1" loCatId="relationship" qsTypeId="urn:microsoft.com/office/officeart/2005/8/quickstyle/simple1" qsCatId="simple" csTypeId="urn:microsoft.com/office/officeart/2005/8/colors/accent2_2" csCatId="accent2" phldr="1"/>
      <dgm:spPr/>
      <dgm:t>
        <a:bodyPr/>
        <a:lstStyle/>
        <a:p>
          <a:endParaRPr lang="en-US"/>
        </a:p>
      </dgm:t>
    </dgm:pt>
    <dgm:pt modelId="{E964EE1E-C99F-46A6-9982-86FB7AA63790}">
      <dgm:prSet custT="1"/>
      <dgm:spPr/>
      <dgm:t>
        <a:bodyPr/>
        <a:lstStyle/>
        <a:p>
          <a:pPr algn="l"/>
          <a:r>
            <a:rPr lang="en-US" sz="1300" b="1" i="0"/>
            <a:t>Introduction to KNIME</a:t>
          </a:r>
          <a:r>
            <a:rPr lang="en-US" sz="1300" b="0" i="0"/>
            <a:t>: KNIME is a powerful data analytics platform that simplifies data access and manipulation. It offers low code/no code capabilities, is open-source, and provides comprehensive data analysis features without license issues </a:t>
          </a:r>
          <a:endParaRPr lang="en-US" sz="1300"/>
        </a:p>
      </dgm:t>
    </dgm:pt>
    <dgm:pt modelId="{048DFC78-9C85-414C-8CFE-072524006583}" type="parTrans" cxnId="{D7CA038E-0BBB-4F40-AC82-9A82AEB8A43B}">
      <dgm:prSet/>
      <dgm:spPr/>
      <dgm:t>
        <a:bodyPr/>
        <a:lstStyle/>
        <a:p>
          <a:endParaRPr lang="en-US"/>
        </a:p>
      </dgm:t>
    </dgm:pt>
    <dgm:pt modelId="{BEADBB92-C5F5-4A24-AD8C-4E08C4B7C68D}" type="sibTrans" cxnId="{D7CA038E-0BBB-4F40-AC82-9A82AEB8A43B}">
      <dgm:prSet/>
      <dgm:spPr/>
      <dgm:t>
        <a:bodyPr/>
        <a:lstStyle/>
        <a:p>
          <a:endParaRPr lang="en-US"/>
        </a:p>
      </dgm:t>
    </dgm:pt>
    <dgm:pt modelId="{924A7EFE-7DEB-4EC2-9DCE-56267A17F491}">
      <dgm:prSet custT="1"/>
      <dgm:spPr/>
      <dgm:t>
        <a:bodyPr/>
        <a:lstStyle/>
        <a:p>
          <a:pPr algn="r"/>
          <a:r>
            <a:rPr lang="en-US" sz="1300" b="1"/>
            <a:t>Core Features of KNIME: </a:t>
          </a:r>
          <a:r>
            <a:rPr lang="en-US" sz="1300" b="0" i="0"/>
            <a:t>KNIME supports various data sources, powerful nodes for data cleaning and transformation, algorithms for classification and regression, and tools for creating interactive charts and plots </a:t>
          </a:r>
          <a:endParaRPr lang="en-US" sz="1300"/>
        </a:p>
      </dgm:t>
    </dgm:pt>
    <dgm:pt modelId="{A4450791-F8F8-48E8-933C-5A8482ED175D}" type="parTrans" cxnId="{5978047A-EE35-4A5A-BA33-0B1DFF9FCF39}">
      <dgm:prSet/>
      <dgm:spPr/>
      <dgm:t>
        <a:bodyPr/>
        <a:lstStyle/>
        <a:p>
          <a:endParaRPr lang="en-US"/>
        </a:p>
      </dgm:t>
    </dgm:pt>
    <dgm:pt modelId="{B1679D0D-1EC4-46CA-B5DD-CE7F9008B0E0}" type="sibTrans" cxnId="{5978047A-EE35-4A5A-BA33-0B1DFF9FCF39}">
      <dgm:prSet/>
      <dgm:spPr/>
      <dgm:t>
        <a:bodyPr/>
        <a:lstStyle/>
        <a:p>
          <a:endParaRPr lang="en-US"/>
        </a:p>
      </dgm:t>
    </dgm:pt>
    <dgm:pt modelId="{AB917BE8-D3B2-43F3-8639-BB0E47887A24}">
      <dgm:prSet custT="1"/>
      <dgm:spPr/>
      <dgm:t>
        <a:bodyPr/>
        <a:lstStyle/>
        <a:p>
          <a:pPr algn="r"/>
          <a:r>
            <a:rPr lang="en-US" sz="1300" b="1"/>
            <a:t>Navigating the Interface: </a:t>
          </a:r>
          <a:r>
            <a:rPr lang="en-US" sz="1300" b="0" i="0"/>
            <a:t>The KNIME interface includes sections such as the Application Tab, Toolbar, Side Panel Navigation, Workflow Editor, and Node Monitor. Each section has specific functionalities to aid in data processing</a:t>
          </a:r>
          <a:endParaRPr lang="en-US" sz="1300"/>
        </a:p>
      </dgm:t>
    </dgm:pt>
    <dgm:pt modelId="{EFF6C756-3EF3-4F76-BFF3-B30720261183}" type="parTrans" cxnId="{B102609C-6549-46B2-9F93-434B25A3D4C5}">
      <dgm:prSet/>
      <dgm:spPr/>
      <dgm:t>
        <a:bodyPr/>
        <a:lstStyle/>
        <a:p>
          <a:endParaRPr lang="en-US"/>
        </a:p>
      </dgm:t>
    </dgm:pt>
    <dgm:pt modelId="{36F98F6E-D3F0-4E2C-9A4A-4F2CDA4A52A1}" type="sibTrans" cxnId="{B102609C-6549-46B2-9F93-434B25A3D4C5}">
      <dgm:prSet/>
      <dgm:spPr/>
      <dgm:t>
        <a:bodyPr/>
        <a:lstStyle/>
        <a:p>
          <a:endParaRPr lang="en-US"/>
        </a:p>
      </dgm:t>
    </dgm:pt>
    <dgm:pt modelId="{CD2BC485-FF45-4CD0-B33B-4B42E04E7896}">
      <dgm:prSet custT="1"/>
      <dgm:spPr/>
      <dgm:t>
        <a:bodyPr/>
        <a:lstStyle/>
        <a:p>
          <a:pPr algn="r"/>
          <a:r>
            <a:rPr lang="en-US" sz="1300" b="1"/>
            <a:t>Steps Involved in Data Processing: </a:t>
          </a:r>
          <a:r>
            <a:rPr lang="en-US" sz="1300" b="0" i="0"/>
            <a:t>The data processing workflow includes steps like Data Access, Data Cleaning, Transformation, Data Merging, Data Aggregation, and Export and Visualization</a:t>
          </a:r>
          <a:endParaRPr lang="en-US" sz="1300"/>
        </a:p>
      </dgm:t>
    </dgm:pt>
    <dgm:pt modelId="{D46E9E1F-9F6B-4BF9-96A2-125F5DF74759}" type="parTrans" cxnId="{A5C0784D-F8E6-4BDF-8C10-29B68571124B}">
      <dgm:prSet/>
      <dgm:spPr/>
      <dgm:t>
        <a:bodyPr/>
        <a:lstStyle/>
        <a:p>
          <a:endParaRPr lang="en-US"/>
        </a:p>
      </dgm:t>
    </dgm:pt>
    <dgm:pt modelId="{DB8DAFD2-44BA-4795-AB08-4B1E2E2B6F26}" type="sibTrans" cxnId="{A5C0784D-F8E6-4BDF-8C10-29B68571124B}">
      <dgm:prSet/>
      <dgm:spPr/>
      <dgm:t>
        <a:bodyPr/>
        <a:lstStyle/>
        <a:p>
          <a:endParaRPr lang="en-US"/>
        </a:p>
      </dgm:t>
    </dgm:pt>
    <dgm:pt modelId="{FDF919F2-0D76-4753-95DA-2276D97B3164}">
      <dgm:prSet custT="1"/>
      <dgm:spPr/>
      <dgm:t>
        <a:bodyPr/>
        <a:lstStyle/>
        <a:p>
          <a:pPr algn="l"/>
          <a:r>
            <a:rPr lang="en-US" sz="1300" b="1"/>
            <a:t>Introduction to Nodes and Workflows: </a:t>
          </a:r>
          <a:r>
            <a:rPr lang="en-US" sz="1300" b="0" i="0"/>
            <a:t>The stages of a data processing workflow are divided into Read, Analyze, Transform, Visualize, and Deploy. Each stage involves specific tools and actions </a:t>
          </a:r>
          <a:endParaRPr lang="en-US" sz="1300"/>
        </a:p>
      </dgm:t>
    </dgm:pt>
    <dgm:pt modelId="{F9312761-E6D6-40D3-BC43-CEE1C9BABC4C}" type="parTrans" cxnId="{D6639905-E5A2-4464-B845-945E9A158FCE}">
      <dgm:prSet/>
      <dgm:spPr/>
      <dgm:t>
        <a:bodyPr/>
        <a:lstStyle/>
        <a:p>
          <a:endParaRPr lang="en-US"/>
        </a:p>
      </dgm:t>
    </dgm:pt>
    <dgm:pt modelId="{8EAF4949-A55E-4C55-A590-C8C191277F89}" type="sibTrans" cxnId="{D6639905-E5A2-4464-B845-945E9A158FCE}">
      <dgm:prSet/>
      <dgm:spPr/>
      <dgm:t>
        <a:bodyPr/>
        <a:lstStyle/>
        <a:p>
          <a:endParaRPr lang="en-US"/>
        </a:p>
      </dgm:t>
    </dgm:pt>
    <dgm:pt modelId="{EA3C0454-9733-47F9-8403-05882072AB12}">
      <dgm:prSet custT="1"/>
      <dgm:spPr/>
      <dgm:t>
        <a:bodyPr/>
        <a:lstStyle/>
        <a:p>
          <a:pPr algn="l"/>
          <a:r>
            <a:rPr lang="en-US" sz="1300" b="1"/>
            <a:t>Creating and Executing Workflows: </a:t>
          </a:r>
          <a:r>
            <a:rPr lang="en-US" sz="1300"/>
            <a:t>The</a:t>
          </a:r>
          <a:r>
            <a:rPr lang="en-US" sz="1300" b="1"/>
            <a:t> </a:t>
          </a:r>
          <a:r>
            <a:rPr lang="en-US" sz="1300" b="0" i="0"/>
            <a:t>process of creating and executing workflows involves steps like Data Access, Data Transformation, and Deployment </a:t>
          </a:r>
          <a:endParaRPr lang="en-US" sz="1300"/>
        </a:p>
      </dgm:t>
    </dgm:pt>
    <dgm:pt modelId="{C39B7E94-688F-4426-85D2-BF9A66A57987}" type="parTrans" cxnId="{235A6BC1-E3FF-4B74-A3B8-42ABAFD6828A}">
      <dgm:prSet/>
      <dgm:spPr/>
      <dgm:t>
        <a:bodyPr/>
        <a:lstStyle/>
        <a:p>
          <a:endParaRPr lang="en-US"/>
        </a:p>
      </dgm:t>
    </dgm:pt>
    <dgm:pt modelId="{A9E27466-6F09-4E39-8817-09CAF88F4651}" type="sibTrans" cxnId="{235A6BC1-E3FF-4B74-A3B8-42ABAFD6828A}">
      <dgm:prSet/>
      <dgm:spPr/>
      <dgm:t>
        <a:bodyPr/>
        <a:lstStyle/>
        <a:p>
          <a:endParaRPr lang="en-US"/>
        </a:p>
      </dgm:t>
    </dgm:pt>
    <dgm:pt modelId="{883ADF14-06CA-4A5F-923D-862B104FB4B1}">
      <dgm:prSet custT="1"/>
      <dgm:spPr/>
      <dgm:t>
        <a:bodyPr/>
        <a:lstStyle/>
        <a:p>
          <a:pPr algn="l"/>
          <a:r>
            <a:rPr lang="en-US" sz="1300" b="1"/>
            <a:t>Use Cases and Industry Applications: </a:t>
          </a:r>
          <a:r>
            <a:rPr lang="en-US" sz="1300" b="0" i="0"/>
            <a:t>KNIME is applied in various industries such as Finance, Healthcare, and Marketing. It is used for risk analysis, fraud detection, portfolio optimization, patient data analysis, predictive modeling, operational efficiency, customer behavior analysis, market segmentation, and trend forecasting</a:t>
          </a:r>
          <a:endParaRPr lang="en-US" sz="1300"/>
        </a:p>
      </dgm:t>
    </dgm:pt>
    <dgm:pt modelId="{22C0E81B-0BDB-4590-92CD-773DA9C63B20}" type="parTrans" cxnId="{306D08E5-A3DF-4BB8-821A-00CAEED45331}">
      <dgm:prSet/>
      <dgm:spPr/>
      <dgm:t>
        <a:bodyPr/>
        <a:lstStyle/>
        <a:p>
          <a:endParaRPr lang="en-US"/>
        </a:p>
      </dgm:t>
    </dgm:pt>
    <dgm:pt modelId="{9DAED179-5D2E-43CD-AF57-30A4C46D73A4}" type="sibTrans" cxnId="{306D08E5-A3DF-4BB8-821A-00CAEED45331}">
      <dgm:prSet/>
      <dgm:spPr/>
      <dgm:t>
        <a:bodyPr/>
        <a:lstStyle/>
        <a:p>
          <a:endParaRPr lang="en-US"/>
        </a:p>
      </dgm:t>
    </dgm:pt>
    <dgm:pt modelId="{6E5DBEAA-B695-4843-80ED-CB4D6844DF2D}" type="pres">
      <dgm:prSet presAssocID="{94A75B6F-F559-40AA-8729-C0AC1CCD9B74}" presName="compositeShape" presStyleCnt="0">
        <dgm:presLayoutVars>
          <dgm:chMax val="7"/>
          <dgm:dir/>
          <dgm:resizeHandles val="exact"/>
        </dgm:presLayoutVars>
      </dgm:prSet>
      <dgm:spPr/>
    </dgm:pt>
    <dgm:pt modelId="{242D82C3-A7A5-4810-BC22-5538D8E81358}" type="pres">
      <dgm:prSet presAssocID="{E964EE1E-C99F-46A6-9982-86FB7AA63790}" presName="circ1" presStyleLbl="vennNode1" presStyleIdx="0" presStyleCnt="7" custScaleX="72464" custScaleY="59905" custLinFactNeighborX="0" custLinFactNeighborY="-3080"/>
      <dgm:spPr/>
    </dgm:pt>
    <dgm:pt modelId="{D1B0FAA5-FE96-428F-A0C7-54844A5323F4}" type="pres">
      <dgm:prSet presAssocID="{E964EE1E-C99F-46A6-9982-86FB7AA63790}" presName="circ1Tx" presStyleLbl="revTx" presStyleIdx="0" presStyleCnt="0" custLinFactNeighborX="7824" custLinFactNeighborY="3655">
        <dgm:presLayoutVars>
          <dgm:chMax val="0"/>
          <dgm:chPref val="0"/>
          <dgm:bulletEnabled val="1"/>
        </dgm:presLayoutVars>
      </dgm:prSet>
      <dgm:spPr/>
    </dgm:pt>
    <dgm:pt modelId="{79E6580D-9CE5-409C-ACB1-4E4216FDC6EA}" type="pres">
      <dgm:prSet presAssocID="{924A7EFE-7DEB-4EC2-9DCE-56267A17F491}" presName="circ2" presStyleLbl="vennNode1" presStyleIdx="1" presStyleCnt="7" custScaleX="72464" custScaleY="59905" custLinFactNeighborX="0" custLinFactNeighborY="-3080"/>
      <dgm:spPr/>
    </dgm:pt>
    <dgm:pt modelId="{16464E51-0416-46BF-A5AA-257A33B55F74}" type="pres">
      <dgm:prSet presAssocID="{924A7EFE-7DEB-4EC2-9DCE-56267A17F491}" presName="circ2Tx" presStyleLbl="revTx" presStyleIdx="0" presStyleCnt="0" custLinFactNeighborX="1552" custLinFactNeighborY="-56899">
        <dgm:presLayoutVars>
          <dgm:chMax val="0"/>
          <dgm:chPref val="0"/>
          <dgm:bulletEnabled val="1"/>
        </dgm:presLayoutVars>
      </dgm:prSet>
      <dgm:spPr/>
    </dgm:pt>
    <dgm:pt modelId="{24C32149-5FC2-4F37-A329-60913414A136}" type="pres">
      <dgm:prSet presAssocID="{AB917BE8-D3B2-43F3-8639-BB0E47887A24}" presName="circ3" presStyleLbl="vennNode1" presStyleIdx="2" presStyleCnt="7" custScaleX="72464" custScaleY="59905" custLinFactNeighborX="0" custLinFactNeighborY="-3080"/>
      <dgm:spPr/>
    </dgm:pt>
    <dgm:pt modelId="{BA7FC827-A299-4841-A541-4189815C0853}" type="pres">
      <dgm:prSet presAssocID="{AB917BE8-D3B2-43F3-8639-BB0E47887A24}" presName="circ3Tx" presStyleLbl="revTx" presStyleIdx="0" presStyleCnt="0" custLinFactNeighborX="-12656" custLinFactNeighborY="-29939">
        <dgm:presLayoutVars>
          <dgm:chMax val="0"/>
          <dgm:chPref val="0"/>
          <dgm:bulletEnabled val="1"/>
        </dgm:presLayoutVars>
      </dgm:prSet>
      <dgm:spPr/>
    </dgm:pt>
    <dgm:pt modelId="{288996BB-2826-47AA-BDA0-1D5BE25C901C}" type="pres">
      <dgm:prSet presAssocID="{CD2BC485-FF45-4CD0-B33B-4B42E04E7896}" presName="circ4" presStyleLbl="vennNode1" presStyleIdx="3" presStyleCnt="7" custScaleX="72464" custScaleY="59905" custLinFactNeighborX="0" custLinFactNeighborY="-3080"/>
      <dgm:spPr/>
    </dgm:pt>
    <dgm:pt modelId="{67A943BC-EA1D-4802-9CD0-183BB136662E}" type="pres">
      <dgm:prSet presAssocID="{CD2BC485-FF45-4CD0-B33B-4B42E04E7896}" presName="circ4Tx" presStyleLbl="revTx" presStyleIdx="0" presStyleCnt="0" custLinFactNeighborX="13448" custLinFactNeighborY="-8500">
        <dgm:presLayoutVars>
          <dgm:chMax val="0"/>
          <dgm:chPref val="0"/>
          <dgm:bulletEnabled val="1"/>
        </dgm:presLayoutVars>
      </dgm:prSet>
      <dgm:spPr/>
    </dgm:pt>
    <dgm:pt modelId="{1F205DC3-2A70-4B54-972C-54BDE90E247A}" type="pres">
      <dgm:prSet presAssocID="{FDF919F2-0D76-4753-95DA-2276D97B3164}" presName="circ5" presStyleLbl="vennNode1" presStyleIdx="4" presStyleCnt="7" custScaleX="72464" custScaleY="59905" custLinFactNeighborX="0" custLinFactNeighborY="-3080"/>
      <dgm:spPr/>
    </dgm:pt>
    <dgm:pt modelId="{CDA4EFE6-9684-4C21-8208-54B7E8C9DB95}" type="pres">
      <dgm:prSet presAssocID="{FDF919F2-0D76-4753-95DA-2276D97B3164}" presName="circ5Tx" presStyleLbl="revTx" presStyleIdx="0" presStyleCnt="0" custLinFactNeighborX="67480" custLinFactNeighborY="-4250">
        <dgm:presLayoutVars>
          <dgm:chMax val="0"/>
          <dgm:chPref val="0"/>
          <dgm:bulletEnabled val="1"/>
        </dgm:presLayoutVars>
      </dgm:prSet>
      <dgm:spPr/>
    </dgm:pt>
    <dgm:pt modelId="{14E55331-A17B-4FBA-8924-625539470C21}" type="pres">
      <dgm:prSet presAssocID="{EA3C0454-9733-47F9-8403-05882072AB12}" presName="circ6" presStyleLbl="vennNode1" presStyleIdx="5" presStyleCnt="7" custScaleX="72464" custScaleY="59905" custLinFactNeighborX="0" custLinFactNeighborY="-3080"/>
      <dgm:spPr/>
    </dgm:pt>
    <dgm:pt modelId="{3C863087-66A1-482B-8301-E0F7E4A0EDC9}" type="pres">
      <dgm:prSet presAssocID="{EA3C0454-9733-47F9-8403-05882072AB12}" presName="circ6Tx" presStyleLbl="revTx" presStyleIdx="0" presStyleCnt="0" custLinFactNeighborX="12920" custLinFactNeighborY="4990">
        <dgm:presLayoutVars>
          <dgm:chMax val="0"/>
          <dgm:chPref val="0"/>
          <dgm:bulletEnabled val="1"/>
        </dgm:presLayoutVars>
      </dgm:prSet>
      <dgm:spPr/>
    </dgm:pt>
    <dgm:pt modelId="{91648C57-CBF8-45AD-B0EB-637FA6D2C87C}" type="pres">
      <dgm:prSet presAssocID="{883ADF14-06CA-4A5F-923D-862B104FB4B1}" presName="circ7" presStyleLbl="vennNode1" presStyleIdx="6" presStyleCnt="7" custScaleX="72464" custScaleY="59905" custLinFactNeighborX="0" custLinFactNeighborY="-3080"/>
      <dgm:spPr/>
    </dgm:pt>
    <dgm:pt modelId="{997A1708-9559-4F84-B3B9-BEE3FE1AEAFD}" type="pres">
      <dgm:prSet presAssocID="{883ADF14-06CA-4A5F-923D-862B104FB4B1}" presName="circ7Tx" presStyleLbl="revTx" presStyleIdx="0" presStyleCnt="0" custScaleX="129245" custScaleY="165131" custLinFactNeighborX="11895" custLinFactNeighborY="-37096">
        <dgm:presLayoutVars>
          <dgm:chMax val="0"/>
          <dgm:chPref val="0"/>
          <dgm:bulletEnabled val="1"/>
        </dgm:presLayoutVars>
      </dgm:prSet>
      <dgm:spPr/>
    </dgm:pt>
  </dgm:ptLst>
  <dgm:cxnLst>
    <dgm:cxn modelId="{D6639905-E5A2-4464-B845-945E9A158FCE}" srcId="{94A75B6F-F559-40AA-8729-C0AC1CCD9B74}" destId="{FDF919F2-0D76-4753-95DA-2276D97B3164}" srcOrd="4" destOrd="0" parTransId="{F9312761-E6D6-40D3-BC43-CEE1C9BABC4C}" sibTransId="{8EAF4949-A55E-4C55-A590-C8C191277F89}"/>
    <dgm:cxn modelId="{A0400532-92E4-4DE4-B627-5637F8335867}" type="presOf" srcId="{E964EE1E-C99F-46A6-9982-86FB7AA63790}" destId="{D1B0FAA5-FE96-428F-A0C7-54844A5323F4}" srcOrd="0" destOrd="0" presId="urn:microsoft.com/office/officeart/2005/8/layout/venn1"/>
    <dgm:cxn modelId="{A5C0784D-F8E6-4BDF-8C10-29B68571124B}" srcId="{94A75B6F-F559-40AA-8729-C0AC1CCD9B74}" destId="{CD2BC485-FF45-4CD0-B33B-4B42E04E7896}" srcOrd="3" destOrd="0" parTransId="{D46E9E1F-9F6B-4BF9-96A2-125F5DF74759}" sibTransId="{DB8DAFD2-44BA-4795-AB08-4B1E2E2B6F26}"/>
    <dgm:cxn modelId="{5978047A-EE35-4A5A-BA33-0B1DFF9FCF39}" srcId="{94A75B6F-F559-40AA-8729-C0AC1CCD9B74}" destId="{924A7EFE-7DEB-4EC2-9DCE-56267A17F491}" srcOrd="1" destOrd="0" parTransId="{A4450791-F8F8-48E8-933C-5A8482ED175D}" sibTransId="{B1679D0D-1EC4-46CA-B5DD-CE7F9008B0E0}"/>
    <dgm:cxn modelId="{C0FD0781-8D93-422C-AC8B-552889DEA924}" type="presOf" srcId="{94A75B6F-F559-40AA-8729-C0AC1CCD9B74}" destId="{6E5DBEAA-B695-4843-80ED-CB4D6844DF2D}" srcOrd="0" destOrd="0" presId="urn:microsoft.com/office/officeart/2005/8/layout/venn1"/>
    <dgm:cxn modelId="{D7CA038E-0BBB-4F40-AC82-9A82AEB8A43B}" srcId="{94A75B6F-F559-40AA-8729-C0AC1CCD9B74}" destId="{E964EE1E-C99F-46A6-9982-86FB7AA63790}" srcOrd="0" destOrd="0" parTransId="{048DFC78-9C85-414C-8CFE-072524006583}" sibTransId="{BEADBB92-C5F5-4A24-AD8C-4E08C4B7C68D}"/>
    <dgm:cxn modelId="{0FF23091-7800-49B1-984B-8C3069D71E71}" type="presOf" srcId="{883ADF14-06CA-4A5F-923D-862B104FB4B1}" destId="{997A1708-9559-4F84-B3B9-BEE3FE1AEAFD}" srcOrd="0" destOrd="0" presId="urn:microsoft.com/office/officeart/2005/8/layout/venn1"/>
    <dgm:cxn modelId="{B102609C-6549-46B2-9F93-434B25A3D4C5}" srcId="{94A75B6F-F559-40AA-8729-C0AC1CCD9B74}" destId="{AB917BE8-D3B2-43F3-8639-BB0E47887A24}" srcOrd="2" destOrd="0" parTransId="{EFF6C756-3EF3-4F76-BFF3-B30720261183}" sibTransId="{36F98F6E-D3F0-4E2C-9A4A-4F2CDA4A52A1}"/>
    <dgm:cxn modelId="{235A6BC1-E3FF-4B74-A3B8-42ABAFD6828A}" srcId="{94A75B6F-F559-40AA-8729-C0AC1CCD9B74}" destId="{EA3C0454-9733-47F9-8403-05882072AB12}" srcOrd="5" destOrd="0" parTransId="{C39B7E94-688F-4426-85D2-BF9A66A57987}" sibTransId="{A9E27466-6F09-4E39-8817-09CAF88F4651}"/>
    <dgm:cxn modelId="{DFFD05C6-C8C0-4EA3-96D8-1D233014B373}" type="presOf" srcId="{CD2BC485-FF45-4CD0-B33B-4B42E04E7896}" destId="{67A943BC-EA1D-4802-9CD0-183BB136662E}" srcOrd="0" destOrd="0" presId="urn:microsoft.com/office/officeart/2005/8/layout/venn1"/>
    <dgm:cxn modelId="{86DA4FDC-D6CA-4075-96CB-15BFEEC8940E}" type="presOf" srcId="{AB917BE8-D3B2-43F3-8639-BB0E47887A24}" destId="{BA7FC827-A299-4841-A541-4189815C0853}" srcOrd="0" destOrd="0" presId="urn:microsoft.com/office/officeart/2005/8/layout/venn1"/>
    <dgm:cxn modelId="{9CA8BEE3-0F84-4FD2-BACD-B4AC66D25074}" type="presOf" srcId="{EA3C0454-9733-47F9-8403-05882072AB12}" destId="{3C863087-66A1-482B-8301-E0F7E4A0EDC9}" srcOrd="0" destOrd="0" presId="urn:microsoft.com/office/officeart/2005/8/layout/venn1"/>
    <dgm:cxn modelId="{306D08E5-A3DF-4BB8-821A-00CAEED45331}" srcId="{94A75B6F-F559-40AA-8729-C0AC1CCD9B74}" destId="{883ADF14-06CA-4A5F-923D-862B104FB4B1}" srcOrd="6" destOrd="0" parTransId="{22C0E81B-0BDB-4590-92CD-773DA9C63B20}" sibTransId="{9DAED179-5D2E-43CD-AF57-30A4C46D73A4}"/>
    <dgm:cxn modelId="{39196EE5-AFD6-47C6-9DBD-3929B6E03125}" type="presOf" srcId="{FDF919F2-0D76-4753-95DA-2276D97B3164}" destId="{CDA4EFE6-9684-4C21-8208-54B7E8C9DB95}" srcOrd="0" destOrd="0" presId="urn:microsoft.com/office/officeart/2005/8/layout/venn1"/>
    <dgm:cxn modelId="{BD2A47F3-3312-45BE-843B-C75093BF6DEF}" type="presOf" srcId="{924A7EFE-7DEB-4EC2-9DCE-56267A17F491}" destId="{16464E51-0416-46BF-A5AA-257A33B55F74}" srcOrd="0" destOrd="0" presId="urn:microsoft.com/office/officeart/2005/8/layout/venn1"/>
    <dgm:cxn modelId="{060DACBB-4165-41F9-8BDC-A780BADD2DFA}" type="presParOf" srcId="{6E5DBEAA-B695-4843-80ED-CB4D6844DF2D}" destId="{242D82C3-A7A5-4810-BC22-5538D8E81358}" srcOrd="0" destOrd="0" presId="urn:microsoft.com/office/officeart/2005/8/layout/venn1"/>
    <dgm:cxn modelId="{6A20ACE5-D05B-4E13-B685-A8B9E8AE4DA0}" type="presParOf" srcId="{6E5DBEAA-B695-4843-80ED-CB4D6844DF2D}" destId="{D1B0FAA5-FE96-428F-A0C7-54844A5323F4}" srcOrd="1" destOrd="0" presId="urn:microsoft.com/office/officeart/2005/8/layout/venn1"/>
    <dgm:cxn modelId="{78D6D270-C73E-4BBD-B94A-CD91BAA49F78}" type="presParOf" srcId="{6E5DBEAA-B695-4843-80ED-CB4D6844DF2D}" destId="{79E6580D-9CE5-409C-ACB1-4E4216FDC6EA}" srcOrd="2" destOrd="0" presId="urn:microsoft.com/office/officeart/2005/8/layout/venn1"/>
    <dgm:cxn modelId="{C90741A1-C1B1-4918-98E4-23CCA9893A28}" type="presParOf" srcId="{6E5DBEAA-B695-4843-80ED-CB4D6844DF2D}" destId="{16464E51-0416-46BF-A5AA-257A33B55F74}" srcOrd="3" destOrd="0" presId="urn:microsoft.com/office/officeart/2005/8/layout/venn1"/>
    <dgm:cxn modelId="{355F57A6-25AB-41F9-AA80-C6BE8AA5D946}" type="presParOf" srcId="{6E5DBEAA-B695-4843-80ED-CB4D6844DF2D}" destId="{24C32149-5FC2-4F37-A329-60913414A136}" srcOrd="4" destOrd="0" presId="urn:microsoft.com/office/officeart/2005/8/layout/venn1"/>
    <dgm:cxn modelId="{50EC3429-644A-438D-882B-2D4875044BC3}" type="presParOf" srcId="{6E5DBEAA-B695-4843-80ED-CB4D6844DF2D}" destId="{BA7FC827-A299-4841-A541-4189815C0853}" srcOrd="5" destOrd="0" presId="urn:microsoft.com/office/officeart/2005/8/layout/venn1"/>
    <dgm:cxn modelId="{2C6F7AD8-7E0B-4358-920B-0EE5C152FE4F}" type="presParOf" srcId="{6E5DBEAA-B695-4843-80ED-CB4D6844DF2D}" destId="{288996BB-2826-47AA-BDA0-1D5BE25C901C}" srcOrd="6" destOrd="0" presId="urn:microsoft.com/office/officeart/2005/8/layout/venn1"/>
    <dgm:cxn modelId="{86233142-0502-4075-BFF7-7866269FC9FF}" type="presParOf" srcId="{6E5DBEAA-B695-4843-80ED-CB4D6844DF2D}" destId="{67A943BC-EA1D-4802-9CD0-183BB136662E}" srcOrd="7" destOrd="0" presId="urn:microsoft.com/office/officeart/2005/8/layout/venn1"/>
    <dgm:cxn modelId="{0ED8790F-FFB2-4A3A-A234-9F249EE97E68}" type="presParOf" srcId="{6E5DBEAA-B695-4843-80ED-CB4D6844DF2D}" destId="{1F205DC3-2A70-4B54-972C-54BDE90E247A}" srcOrd="8" destOrd="0" presId="urn:microsoft.com/office/officeart/2005/8/layout/venn1"/>
    <dgm:cxn modelId="{378215E7-19F3-4884-AC3F-C177CABF5FC2}" type="presParOf" srcId="{6E5DBEAA-B695-4843-80ED-CB4D6844DF2D}" destId="{CDA4EFE6-9684-4C21-8208-54B7E8C9DB95}" srcOrd="9" destOrd="0" presId="urn:microsoft.com/office/officeart/2005/8/layout/venn1"/>
    <dgm:cxn modelId="{52E46E07-DC7D-49FE-983B-6FA838FF48FA}" type="presParOf" srcId="{6E5DBEAA-B695-4843-80ED-CB4D6844DF2D}" destId="{14E55331-A17B-4FBA-8924-625539470C21}" srcOrd="10" destOrd="0" presId="urn:microsoft.com/office/officeart/2005/8/layout/venn1"/>
    <dgm:cxn modelId="{51CF6EAA-1B28-4F21-A8C6-DDBE949FD02A}" type="presParOf" srcId="{6E5DBEAA-B695-4843-80ED-CB4D6844DF2D}" destId="{3C863087-66A1-482B-8301-E0F7E4A0EDC9}" srcOrd="11" destOrd="0" presId="urn:microsoft.com/office/officeart/2005/8/layout/venn1"/>
    <dgm:cxn modelId="{E6E9E0D2-8885-4A9F-ABB6-F8EC5AFAE9EB}" type="presParOf" srcId="{6E5DBEAA-B695-4843-80ED-CB4D6844DF2D}" destId="{91648C57-CBF8-45AD-B0EB-637FA6D2C87C}" srcOrd="12" destOrd="0" presId="urn:microsoft.com/office/officeart/2005/8/layout/venn1"/>
    <dgm:cxn modelId="{F4B35E70-0CB8-498D-925F-AA6A671ADA13}" type="presParOf" srcId="{6E5DBEAA-B695-4843-80ED-CB4D6844DF2D}" destId="{997A1708-9559-4F84-B3B9-BEE3FE1AEAFD}" srcOrd="13"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583F39-CE40-4B22-B81D-6D829911BBD2}" type="doc">
      <dgm:prSet loTypeId="urn:microsoft.com/office/officeart/2009/layout/ReverseList" loCatId="relationship" qsTypeId="urn:microsoft.com/office/officeart/2005/8/quickstyle/simple1" qsCatId="simple" csTypeId="urn:microsoft.com/office/officeart/2005/8/colors/colorful1" csCatId="colorful" phldr="1"/>
      <dgm:spPr/>
      <dgm:t>
        <a:bodyPr/>
        <a:lstStyle/>
        <a:p>
          <a:endParaRPr lang="en-US"/>
        </a:p>
      </dgm:t>
    </dgm:pt>
    <dgm:pt modelId="{FE7E9F8C-9EDA-466E-AA01-F554400B1505}">
      <dgm:prSet custT="1"/>
      <dgm:spPr/>
      <dgm:t>
        <a:bodyPr/>
        <a:lstStyle/>
        <a:p>
          <a:pPr>
            <a:spcAft>
              <a:spcPct val="35000"/>
            </a:spcAft>
          </a:pPr>
          <a:endParaRPr lang="en-US" sz="2000">
            <a:latin typeface="+mj-lt"/>
          </a:endParaRPr>
        </a:p>
        <a:p>
          <a:pPr>
            <a:spcAft>
              <a:spcPts val="0"/>
            </a:spcAft>
          </a:pPr>
          <a:r>
            <a:rPr lang="en-US" sz="4500" b="1">
              <a:solidFill>
                <a:srgbClr val="11174F"/>
              </a:solidFill>
              <a:latin typeface="+mj-lt"/>
            </a:rPr>
            <a:t>Read/</a:t>
          </a:r>
        </a:p>
        <a:p>
          <a:pPr>
            <a:spcAft>
              <a:spcPts val="0"/>
            </a:spcAft>
          </a:pPr>
          <a:r>
            <a:rPr lang="en-US" sz="4500" b="1">
              <a:solidFill>
                <a:srgbClr val="11174F"/>
              </a:solidFill>
              <a:latin typeface="+mj-lt"/>
            </a:rPr>
            <a:t>Access </a:t>
          </a:r>
        </a:p>
        <a:p>
          <a:pPr>
            <a:spcAft>
              <a:spcPts val="0"/>
            </a:spcAft>
          </a:pPr>
          <a:r>
            <a:rPr lang="en-US" sz="4500" b="1">
              <a:solidFill>
                <a:srgbClr val="11174F"/>
              </a:solidFill>
              <a:latin typeface="+mj-lt"/>
            </a:rPr>
            <a:t>Data</a:t>
          </a:r>
        </a:p>
      </dgm:t>
    </dgm:pt>
    <dgm:pt modelId="{3E124592-0392-4051-A04F-2D4A24CA4317}" type="parTrans" cxnId="{FA0CB4F6-C2C6-4649-B71F-A5D0482D9B49}">
      <dgm:prSet/>
      <dgm:spPr/>
      <dgm:t>
        <a:bodyPr/>
        <a:lstStyle/>
        <a:p>
          <a:endParaRPr lang="en-US"/>
        </a:p>
      </dgm:t>
    </dgm:pt>
    <dgm:pt modelId="{BC2303C2-B19C-40CF-A92D-148D706594D9}" type="sibTrans" cxnId="{FA0CB4F6-C2C6-4649-B71F-A5D0482D9B49}">
      <dgm:prSet/>
      <dgm:spPr/>
      <dgm:t>
        <a:bodyPr/>
        <a:lstStyle/>
        <a:p>
          <a:endParaRPr lang="en-US"/>
        </a:p>
      </dgm:t>
    </dgm:pt>
    <dgm:pt modelId="{330CA54C-F82D-425F-9FD8-9E25A2F7ADFE}">
      <dgm:prSet custT="1"/>
      <dgm:spPr/>
      <dgm:t>
        <a:bodyPr/>
        <a:lstStyle/>
        <a:p>
          <a:pPr algn="l">
            <a:spcAft>
              <a:spcPct val="35000"/>
            </a:spcAft>
          </a:pPr>
          <a:endParaRPr lang="en-US" sz="2000">
            <a:latin typeface="+mj-lt"/>
          </a:endParaRPr>
        </a:p>
        <a:p>
          <a:pPr algn="r">
            <a:spcAft>
              <a:spcPts val="0"/>
            </a:spcAft>
          </a:pPr>
          <a:endParaRPr lang="en-US" sz="2000" b="1">
            <a:solidFill>
              <a:srgbClr val="11174F"/>
            </a:solidFill>
            <a:latin typeface="+mj-lt"/>
          </a:endParaRPr>
        </a:p>
        <a:p>
          <a:pPr algn="r">
            <a:spcAft>
              <a:spcPts val="0"/>
            </a:spcAft>
          </a:pPr>
          <a:r>
            <a:rPr lang="en-US" sz="4500" b="1">
              <a:solidFill>
                <a:srgbClr val="11174F"/>
              </a:solidFill>
              <a:latin typeface="+mj-lt"/>
            </a:rPr>
            <a:t>T</a:t>
          </a:r>
          <a:r>
            <a:rPr lang="en-US" sz="4000" b="1">
              <a:solidFill>
                <a:srgbClr val="11174F"/>
              </a:solidFill>
              <a:latin typeface="+mj-lt"/>
            </a:rPr>
            <a:t>ransform</a:t>
          </a:r>
          <a:r>
            <a:rPr lang="en-US" sz="4500" b="1">
              <a:solidFill>
                <a:srgbClr val="11174F"/>
              </a:solidFill>
              <a:latin typeface="+mj-lt"/>
            </a:rPr>
            <a:t> </a:t>
          </a:r>
        </a:p>
        <a:p>
          <a:pPr algn="r">
            <a:spcAft>
              <a:spcPts val="0"/>
            </a:spcAft>
          </a:pPr>
          <a:r>
            <a:rPr lang="en-US" sz="4500" b="1">
              <a:solidFill>
                <a:srgbClr val="11174F"/>
              </a:solidFill>
              <a:latin typeface="+mj-lt"/>
            </a:rPr>
            <a:t>Data</a:t>
          </a:r>
        </a:p>
      </dgm:t>
    </dgm:pt>
    <dgm:pt modelId="{EBEE4648-0171-4648-B1DD-E34E0FD703F0}" type="parTrans" cxnId="{CEBF5135-CBC7-4EE6-8C96-8F45CF37D501}">
      <dgm:prSet/>
      <dgm:spPr/>
      <dgm:t>
        <a:bodyPr/>
        <a:lstStyle/>
        <a:p>
          <a:endParaRPr lang="en-US"/>
        </a:p>
      </dgm:t>
    </dgm:pt>
    <dgm:pt modelId="{8BF22771-C57B-47B2-AEB5-25C325F4B21F}" type="sibTrans" cxnId="{CEBF5135-CBC7-4EE6-8C96-8F45CF37D501}">
      <dgm:prSet/>
      <dgm:spPr/>
      <dgm:t>
        <a:bodyPr/>
        <a:lstStyle/>
        <a:p>
          <a:endParaRPr lang="en-US"/>
        </a:p>
      </dgm:t>
    </dgm:pt>
    <dgm:pt modelId="{EE525621-C864-4BFA-AC4D-5FE32AD3E53E}" type="pres">
      <dgm:prSet presAssocID="{24583F39-CE40-4B22-B81D-6D829911BBD2}" presName="Name0" presStyleCnt="0">
        <dgm:presLayoutVars>
          <dgm:chMax val="2"/>
          <dgm:chPref val="2"/>
          <dgm:animLvl val="lvl"/>
        </dgm:presLayoutVars>
      </dgm:prSet>
      <dgm:spPr/>
    </dgm:pt>
    <dgm:pt modelId="{B0D12154-1271-4D74-9E6B-93E910635860}" type="pres">
      <dgm:prSet presAssocID="{24583F39-CE40-4B22-B81D-6D829911BBD2}" presName="LeftText" presStyleLbl="revTx" presStyleIdx="0" presStyleCnt="0">
        <dgm:presLayoutVars>
          <dgm:bulletEnabled val="1"/>
        </dgm:presLayoutVars>
      </dgm:prSet>
      <dgm:spPr/>
    </dgm:pt>
    <dgm:pt modelId="{3A346313-5493-42D2-99B5-A0B1A2B1CF9E}" type="pres">
      <dgm:prSet presAssocID="{24583F39-CE40-4B22-B81D-6D829911BBD2}" presName="LeftNode" presStyleLbl="bgImgPlace1" presStyleIdx="0" presStyleCnt="2" custScaleX="202721">
        <dgm:presLayoutVars>
          <dgm:chMax val="2"/>
          <dgm:chPref val="2"/>
        </dgm:presLayoutVars>
      </dgm:prSet>
      <dgm:spPr/>
    </dgm:pt>
    <dgm:pt modelId="{60D3B8B9-20D6-4712-9D01-D8F60DB3CF6F}" type="pres">
      <dgm:prSet presAssocID="{24583F39-CE40-4B22-B81D-6D829911BBD2}" presName="RightText" presStyleLbl="revTx" presStyleIdx="0" presStyleCnt="0">
        <dgm:presLayoutVars>
          <dgm:bulletEnabled val="1"/>
        </dgm:presLayoutVars>
      </dgm:prSet>
      <dgm:spPr/>
    </dgm:pt>
    <dgm:pt modelId="{A2657B4F-57C9-43CB-AA98-6C892C607924}" type="pres">
      <dgm:prSet presAssocID="{24583F39-CE40-4B22-B81D-6D829911BBD2}" presName="RightNode" presStyleLbl="bgImgPlace1" presStyleIdx="1" presStyleCnt="2" custScaleX="139139">
        <dgm:presLayoutVars>
          <dgm:chMax val="0"/>
          <dgm:chPref val="0"/>
        </dgm:presLayoutVars>
      </dgm:prSet>
      <dgm:spPr/>
    </dgm:pt>
    <dgm:pt modelId="{98F6EF4F-5BCC-4EA8-BC7B-775679BA5B3E}" type="pres">
      <dgm:prSet presAssocID="{24583F39-CE40-4B22-B81D-6D829911BBD2}" presName="TopArrow" presStyleLbl="node1" presStyleIdx="0" presStyleCnt="2"/>
      <dgm:spPr/>
    </dgm:pt>
    <dgm:pt modelId="{3A829B3A-5838-4E8F-BF01-473E9C180D00}" type="pres">
      <dgm:prSet presAssocID="{24583F39-CE40-4B22-B81D-6D829911BBD2}" presName="BottomArrow" presStyleLbl="node1" presStyleIdx="1" presStyleCnt="2"/>
      <dgm:spPr/>
    </dgm:pt>
  </dgm:ptLst>
  <dgm:cxnLst>
    <dgm:cxn modelId="{7B90E00E-ABF0-4D83-9AEB-37C7EFA14391}" type="presOf" srcId="{330CA54C-F82D-425F-9FD8-9E25A2F7ADFE}" destId="{60D3B8B9-20D6-4712-9D01-D8F60DB3CF6F}" srcOrd="0" destOrd="0" presId="urn:microsoft.com/office/officeart/2009/layout/ReverseList"/>
    <dgm:cxn modelId="{CEBF5135-CBC7-4EE6-8C96-8F45CF37D501}" srcId="{24583F39-CE40-4B22-B81D-6D829911BBD2}" destId="{330CA54C-F82D-425F-9FD8-9E25A2F7ADFE}" srcOrd="1" destOrd="0" parTransId="{EBEE4648-0171-4648-B1DD-E34E0FD703F0}" sibTransId="{8BF22771-C57B-47B2-AEB5-25C325F4B21F}"/>
    <dgm:cxn modelId="{B052B76D-53E6-4866-A687-084DF7CF8B8C}" type="presOf" srcId="{24583F39-CE40-4B22-B81D-6D829911BBD2}" destId="{EE525621-C864-4BFA-AC4D-5FE32AD3E53E}" srcOrd="0" destOrd="0" presId="urn:microsoft.com/office/officeart/2009/layout/ReverseList"/>
    <dgm:cxn modelId="{C54EE18C-D678-4AC2-99CB-E28784E7C7BF}" type="presOf" srcId="{FE7E9F8C-9EDA-466E-AA01-F554400B1505}" destId="{3A346313-5493-42D2-99B5-A0B1A2B1CF9E}" srcOrd="1" destOrd="0" presId="urn:microsoft.com/office/officeart/2009/layout/ReverseList"/>
    <dgm:cxn modelId="{C6FC00CA-FCCC-43FE-9422-A668DA8DF68F}" type="presOf" srcId="{330CA54C-F82D-425F-9FD8-9E25A2F7ADFE}" destId="{A2657B4F-57C9-43CB-AA98-6C892C607924}" srcOrd="1" destOrd="0" presId="urn:microsoft.com/office/officeart/2009/layout/ReverseList"/>
    <dgm:cxn modelId="{B9DBD8D7-A118-4D1B-AB01-76E6FF534796}" type="presOf" srcId="{FE7E9F8C-9EDA-466E-AA01-F554400B1505}" destId="{B0D12154-1271-4D74-9E6B-93E910635860}" srcOrd="0" destOrd="0" presId="urn:microsoft.com/office/officeart/2009/layout/ReverseList"/>
    <dgm:cxn modelId="{FA0CB4F6-C2C6-4649-B71F-A5D0482D9B49}" srcId="{24583F39-CE40-4B22-B81D-6D829911BBD2}" destId="{FE7E9F8C-9EDA-466E-AA01-F554400B1505}" srcOrd="0" destOrd="0" parTransId="{3E124592-0392-4051-A04F-2D4A24CA4317}" sibTransId="{BC2303C2-B19C-40CF-A92D-148D706594D9}"/>
    <dgm:cxn modelId="{09B435C3-1E5F-425C-A5B5-7C0492904969}" type="presParOf" srcId="{EE525621-C864-4BFA-AC4D-5FE32AD3E53E}" destId="{B0D12154-1271-4D74-9E6B-93E910635860}" srcOrd="0" destOrd="0" presId="urn:microsoft.com/office/officeart/2009/layout/ReverseList"/>
    <dgm:cxn modelId="{86754F51-DC22-43EE-942E-CBE2F2B8432A}" type="presParOf" srcId="{EE525621-C864-4BFA-AC4D-5FE32AD3E53E}" destId="{3A346313-5493-42D2-99B5-A0B1A2B1CF9E}" srcOrd="1" destOrd="0" presId="urn:microsoft.com/office/officeart/2009/layout/ReverseList"/>
    <dgm:cxn modelId="{3F19C393-BA4A-441A-B10A-EE040E05406E}" type="presParOf" srcId="{EE525621-C864-4BFA-AC4D-5FE32AD3E53E}" destId="{60D3B8B9-20D6-4712-9D01-D8F60DB3CF6F}" srcOrd="2" destOrd="0" presId="urn:microsoft.com/office/officeart/2009/layout/ReverseList"/>
    <dgm:cxn modelId="{51406935-5AC0-4B87-9C67-3A3D2AA33AE0}" type="presParOf" srcId="{EE525621-C864-4BFA-AC4D-5FE32AD3E53E}" destId="{A2657B4F-57C9-43CB-AA98-6C892C607924}" srcOrd="3" destOrd="0" presId="urn:microsoft.com/office/officeart/2009/layout/ReverseList"/>
    <dgm:cxn modelId="{679952FF-DBB4-4704-8244-6AC4A11D7F2A}" type="presParOf" srcId="{EE525621-C864-4BFA-AC4D-5FE32AD3E53E}" destId="{98F6EF4F-5BCC-4EA8-BC7B-775679BA5B3E}" srcOrd="4" destOrd="0" presId="urn:microsoft.com/office/officeart/2009/layout/ReverseList"/>
    <dgm:cxn modelId="{358B08E6-9FD9-4333-80A6-A6EDB1D00F83}" type="presParOf" srcId="{EE525621-C864-4BFA-AC4D-5FE32AD3E53E}" destId="{3A829B3A-5838-4E8F-BF01-473E9C180D00}" srcOrd="5" destOrd="0" presId="urn:microsoft.com/office/officeart/2009/layout/Revers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2D82C3-A7A5-4810-BC22-5538D8E81358}">
      <dsp:nvSpPr>
        <dsp:cNvPr id="0" name=""/>
        <dsp:cNvSpPr/>
      </dsp:nvSpPr>
      <dsp:spPr>
        <a:xfrm>
          <a:off x="3337201" y="2216893"/>
          <a:ext cx="1375148" cy="1136955"/>
        </a:xfrm>
        <a:prstGeom prst="ellipse">
          <a:avLst/>
        </a:prstGeom>
        <a:solidFill>
          <a:schemeClr val="accent2">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D1B0FAA5-FE96-428F-A0C7-54844A5323F4}">
      <dsp:nvSpPr>
        <dsp:cNvPr id="0" name=""/>
        <dsp:cNvSpPr/>
      </dsp:nvSpPr>
      <dsp:spPr>
        <a:xfrm>
          <a:off x="3107681" y="456053"/>
          <a:ext cx="2174446" cy="116366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b="1" i="0" kern="1200"/>
            <a:t>Introduction to KNIME</a:t>
          </a:r>
          <a:r>
            <a:rPr lang="en-US" sz="1300" b="0" i="0" kern="1200"/>
            <a:t>: KNIME is a powerful data analytics platform that simplifies data access and manipulation. It offers low code/no code capabilities, is open-source, and provides comprehensive data analysis features without license issues </a:t>
          </a:r>
          <a:endParaRPr lang="en-US" sz="1300" kern="1200"/>
        </a:p>
      </dsp:txBody>
      <dsp:txXfrm>
        <a:off x="3107681" y="456053"/>
        <a:ext cx="2174446" cy="1163661"/>
      </dsp:txXfrm>
    </dsp:sp>
    <dsp:sp modelId="{79E6580D-9CE5-409C-ACB1-4E4216FDC6EA}">
      <dsp:nvSpPr>
        <dsp:cNvPr id="0" name=""/>
        <dsp:cNvSpPr/>
      </dsp:nvSpPr>
      <dsp:spPr>
        <a:xfrm>
          <a:off x="3893859" y="2484535"/>
          <a:ext cx="1375148" cy="1136955"/>
        </a:xfrm>
        <a:prstGeom prst="ellipse">
          <a:avLst/>
        </a:prstGeom>
        <a:solidFill>
          <a:schemeClr val="accent2">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16464E51-0416-46BF-A5AA-257A33B55F74}">
      <dsp:nvSpPr>
        <dsp:cNvPr id="0" name=""/>
        <dsp:cNvSpPr/>
      </dsp:nvSpPr>
      <dsp:spPr>
        <a:xfrm>
          <a:off x="5796239" y="790676"/>
          <a:ext cx="2055840" cy="128002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r" defTabSz="577850">
            <a:lnSpc>
              <a:spcPct val="90000"/>
            </a:lnSpc>
            <a:spcBef>
              <a:spcPct val="0"/>
            </a:spcBef>
            <a:spcAft>
              <a:spcPct val="35000"/>
            </a:spcAft>
            <a:buNone/>
          </a:pPr>
          <a:r>
            <a:rPr lang="en-US" sz="1300" b="1" kern="1200"/>
            <a:t>Core Features of KNIME: </a:t>
          </a:r>
          <a:r>
            <a:rPr lang="en-US" sz="1300" b="0" i="0" kern="1200"/>
            <a:t>KNIME supports various data sources, powerful nodes for data cleaning and transformation, algorithms for classification and regression, and tools for creating interactive charts and plots </a:t>
          </a:r>
          <a:endParaRPr lang="en-US" sz="1300" kern="1200"/>
        </a:p>
      </dsp:txBody>
      <dsp:txXfrm>
        <a:off x="5796239" y="790676"/>
        <a:ext cx="2055840" cy="1280027"/>
      </dsp:txXfrm>
    </dsp:sp>
    <dsp:sp modelId="{24C32149-5FC2-4F37-A329-60913414A136}">
      <dsp:nvSpPr>
        <dsp:cNvPr id="0" name=""/>
        <dsp:cNvSpPr/>
      </dsp:nvSpPr>
      <dsp:spPr>
        <a:xfrm>
          <a:off x="4030652" y="3086730"/>
          <a:ext cx="1375148" cy="1136955"/>
        </a:xfrm>
        <a:prstGeom prst="ellipse">
          <a:avLst/>
        </a:prstGeom>
        <a:solidFill>
          <a:schemeClr val="accent2">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BA7FC827-A299-4841-A541-4189815C0853}">
      <dsp:nvSpPr>
        <dsp:cNvPr id="0" name=""/>
        <dsp:cNvSpPr/>
      </dsp:nvSpPr>
      <dsp:spPr>
        <a:xfrm>
          <a:off x="5706826" y="2738768"/>
          <a:ext cx="2016304" cy="136730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r" defTabSz="577850">
            <a:lnSpc>
              <a:spcPct val="90000"/>
            </a:lnSpc>
            <a:spcBef>
              <a:spcPct val="0"/>
            </a:spcBef>
            <a:spcAft>
              <a:spcPct val="35000"/>
            </a:spcAft>
            <a:buNone/>
          </a:pPr>
          <a:r>
            <a:rPr lang="en-US" sz="1300" b="1" kern="1200"/>
            <a:t>Navigating the Interface: </a:t>
          </a:r>
          <a:r>
            <a:rPr lang="en-US" sz="1300" b="0" i="0" kern="1200"/>
            <a:t>The KNIME interface includes sections such as the Application Tab, Toolbar, Side Panel Navigation, Workflow Editor, and Node Monitor. Each section has specific functionalities to aid in data processing</a:t>
          </a:r>
          <a:endParaRPr lang="en-US" sz="1300" kern="1200"/>
        </a:p>
      </dsp:txBody>
      <dsp:txXfrm>
        <a:off x="5706826" y="2738768"/>
        <a:ext cx="2016304" cy="1367301"/>
      </dsp:txXfrm>
    </dsp:sp>
    <dsp:sp modelId="{288996BB-2826-47AA-BDA0-1D5BE25C901C}">
      <dsp:nvSpPr>
        <dsp:cNvPr id="0" name=""/>
        <dsp:cNvSpPr/>
      </dsp:nvSpPr>
      <dsp:spPr>
        <a:xfrm>
          <a:off x="3645577" y="3569649"/>
          <a:ext cx="1375148" cy="1136955"/>
        </a:xfrm>
        <a:prstGeom prst="ellipse">
          <a:avLst/>
        </a:prstGeom>
        <a:solidFill>
          <a:schemeClr val="accent2">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67A943BC-EA1D-4802-9CD0-183BB136662E}">
      <dsp:nvSpPr>
        <dsp:cNvPr id="0" name=""/>
        <dsp:cNvSpPr/>
      </dsp:nvSpPr>
      <dsp:spPr>
        <a:xfrm>
          <a:off x="5384650" y="4874562"/>
          <a:ext cx="2174446" cy="125093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r" defTabSz="577850">
            <a:lnSpc>
              <a:spcPct val="90000"/>
            </a:lnSpc>
            <a:spcBef>
              <a:spcPct val="0"/>
            </a:spcBef>
            <a:spcAft>
              <a:spcPct val="35000"/>
            </a:spcAft>
            <a:buNone/>
          </a:pPr>
          <a:r>
            <a:rPr lang="en-US" sz="1300" b="1" kern="1200"/>
            <a:t>Steps Involved in Data Processing: </a:t>
          </a:r>
          <a:r>
            <a:rPr lang="en-US" sz="1300" b="0" i="0" kern="1200"/>
            <a:t>The data processing workflow includes steps like Data Access, Data Cleaning, Transformation, Data Merging, Data Aggregation, and Export and Visualization</a:t>
          </a:r>
          <a:endParaRPr lang="en-US" sz="1300" kern="1200"/>
        </a:p>
      </dsp:txBody>
      <dsp:txXfrm>
        <a:off x="5384650" y="4874562"/>
        <a:ext cx="2174446" cy="1250935"/>
      </dsp:txXfrm>
    </dsp:sp>
    <dsp:sp modelId="{1F205DC3-2A70-4B54-972C-54BDE90E247A}">
      <dsp:nvSpPr>
        <dsp:cNvPr id="0" name=""/>
        <dsp:cNvSpPr/>
      </dsp:nvSpPr>
      <dsp:spPr>
        <a:xfrm>
          <a:off x="3028825" y="3569649"/>
          <a:ext cx="1375148" cy="1136955"/>
        </a:xfrm>
        <a:prstGeom prst="ellipse">
          <a:avLst/>
        </a:prstGeom>
        <a:solidFill>
          <a:schemeClr val="accent2">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CDA4EFE6-9684-4C21-8208-54B7E8C9DB95}">
      <dsp:nvSpPr>
        <dsp:cNvPr id="0" name=""/>
        <dsp:cNvSpPr/>
      </dsp:nvSpPr>
      <dsp:spPr>
        <a:xfrm>
          <a:off x="2250190" y="4927726"/>
          <a:ext cx="2174446" cy="125093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b="1" kern="1200"/>
            <a:t>Introduction to Nodes and Workflows: </a:t>
          </a:r>
          <a:r>
            <a:rPr lang="en-US" sz="1300" b="0" i="0" kern="1200"/>
            <a:t>The stages of a data processing workflow are divided into Read, Analyze, Transform, Visualize, and Deploy. Each stage involves specific tools and actions </a:t>
          </a:r>
          <a:endParaRPr lang="en-US" sz="1300" kern="1200"/>
        </a:p>
      </dsp:txBody>
      <dsp:txXfrm>
        <a:off x="2250190" y="4927726"/>
        <a:ext cx="2174446" cy="1250935"/>
      </dsp:txXfrm>
    </dsp:sp>
    <dsp:sp modelId="{14E55331-A17B-4FBA-8924-625539470C21}">
      <dsp:nvSpPr>
        <dsp:cNvPr id="0" name=""/>
        <dsp:cNvSpPr/>
      </dsp:nvSpPr>
      <dsp:spPr>
        <a:xfrm>
          <a:off x="2643750" y="3086730"/>
          <a:ext cx="1375148" cy="1136955"/>
        </a:xfrm>
        <a:prstGeom prst="ellipse">
          <a:avLst/>
        </a:prstGeom>
        <a:solidFill>
          <a:schemeClr val="accent2">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3C863087-66A1-482B-8301-E0F7E4A0EDC9}">
      <dsp:nvSpPr>
        <dsp:cNvPr id="0" name=""/>
        <dsp:cNvSpPr/>
      </dsp:nvSpPr>
      <dsp:spPr>
        <a:xfrm>
          <a:off x="331743" y="3216353"/>
          <a:ext cx="2016304" cy="136730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b="1" kern="1200"/>
            <a:t>Creating and Executing Workflows: </a:t>
          </a:r>
          <a:r>
            <a:rPr lang="en-US" sz="1300" kern="1200"/>
            <a:t>The</a:t>
          </a:r>
          <a:r>
            <a:rPr lang="en-US" sz="1300" b="1" kern="1200"/>
            <a:t> </a:t>
          </a:r>
          <a:r>
            <a:rPr lang="en-US" sz="1300" b="0" i="0" kern="1200"/>
            <a:t>process of creating and executing workflows involves steps like Data Access, Data Transformation, and Deployment </a:t>
          </a:r>
          <a:endParaRPr lang="en-US" sz="1300" kern="1200"/>
        </a:p>
      </dsp:txBody>
      <dsp:txXfrm>
        <a:off x="331743" y="3216353"/>
        <a:ext cx="2016304" cy="1367301"/>
      </dsp:txXfrm>
    </dsp:sp>
    <dsp:sp modelId="{91648C57-CBF8-45AD-B0EB-637FA6D2C87C}">
      <dsp:nvSpPr>
        <dsp:cNvPr id="0" name=""/>
        <dsp:cNvSpPr/>
      </dsp:nvSpPr>
      <dsp:spPr>
        <a:xfrm>
          <a:off x="2780543" y="2484535"/>
          <a:ext cx="1375148" cy="1136955"/>
        </a:xfrm>
        <a:prstGeom prst="ellipse">
          <a:avLst/>
        </a:prstGeom>
        <a:solidFill>
          <a:schemeClr val="accent2">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997A1708-9559-4F84-B3B9-BEE3FE1AEAFD}">
      <dsp:nvSpPr>
        <dsp:cNvPr id="0" name=""/>
        <dsp:cNvSpPr/>
      </dsp:nvSpPr>
      <dsp:spPr>
        <a:xfrm>
          <a:off x="173305" y="627313"/>
          <a:ext cx="2657070" cy="211372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77850">
            <a:lnSpc>
              <a:spcPct val="90000"/>
            </a:lnSpc>
            <a:spcBef>
              <a:spcPct val="0"/>
            </a:spcBef>
            <a:spcAft>
              <a:spcPct val="35000"/>
            </a:spcAft>
            <a:buNone/>
          </a:pPr>
          <a:r>
            <a:rPr lang="en-US" sz="1300" b="1" kern="1200"/>
            <a:t>Use Cases and Industry Applications: </a:t>
          </a:r>
          <a:r>
            <a:rPr lang="en-US" sz="1300" b="0" i="0" kern="1200"/>
            <a:t>KNIME is applied in various industries such as Finance, Healthcare, and Marketing. It is used for risk analysis, fraud detection, portfolio optimization, patient data analysis, predictive modeling, operational efficiency, customer behavior analysis, market segmentation, and trend forecasting</a:t>
          </a:r>
          <a:endParaRPr lang="en-US" sz="1300" kern="1200"/>
        </a:p>
      </dsp:txBody>
      <dsp:txXfrm>
        <a:off x="173305" y="627313"/>
        <a:ext cx="2657070" cy="21137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346313-5493-42D2-99B5-A0B1A2B1CF9E}">
      <dsp:nvSpPr>
        <dsp:cNvPr id="0" name=""/>
        <dsp:cNvSpPr/>
      </dsp:nvSpPr>
      <dsp:spPr>
        <a:xfrm rot="16200000">
          <a:off x="1336523" y="518196"/>
          <a:ext cx="3271781" cy="4053213"/>
        </a:xfrm>
        <a:prstGeom prst="round2SameRect">
          <a:avLst>
            <a:gd name="adj1" fmla="val 1667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127000" rIns="114300" bIns="127000" numCol="1" spcCol="1270" anchor="t" anchorCtr="0">
          <a:noAutofit/>
        </a:bodyPr>
        <a:lstStyle/>
        <a:p>
          <a:pPr marL="0" lvl="0" indent="0" algn="l" defTabSz="889000">
            <a:lnSpc>
              <a:spcPct val="90000"/>
            </a:lnSpc>
            <a:spcBef>
              <a:spcPct val="0"/>
            </a:spcBef>
            <a:spcAft>
              <a:spcPct val="35000"/>
            </a:spcAft>
            <a:buNone/>
          </a:pPr>
          <a:endParaRPr lang="en-US" sz="2000" kern="1200">
            <a:latin typeface="+mj-lt"/>
          </a:endParaRPr>
        </a:p>
        <a:p>
          <a:pPr marL="0" lvl="0" indent="0" algn="l" defTabSz="889000">
            <a:lnSpc>
              <a:spcPct val="90000"/>
            </a:lnSpc>
            <a:spcBef>
              <a:spcPct val="0"/>
            </a:spcBef>
            <a:spcAft>
              <a:spcPts val="0"/>
            </a:spcAft>
            <a:buNone/>
          </a:pPr>
          <a:r>
            <a:rPr lang="en-US" sz="4500" b="1" kern="1200">
              <a:solidFill>
                <a:srgbClr val="11174F"/>
              </a:solidFill>
              <a:latin typeface="+mj-lt"/>
            </a:rPr>
            <a:t>Read/</a:t>
          </a:r>
        </a:p>
        <a:p>
          <a:pPr marL="0" lvl="0" indent="0" algn="l" defTabSz="889000">
            <a:lnSpc>
              <a:spcPct val="90000"/>
            </a:lnSpc>
            <a:spcBef>
              <a:spcPct val="0"/>
            </a:spcBef>
            <a:spcAft>
              <a:spcPts val="0"/>
            </a:spcAft>
            <a:buNone/>
          </a:pPr>
          <a:r>
            <a:rPr lang="en-US" sz="4500" b="1" kern="1200">
              <a:solidFill>
                <a:srgbClr val="11174F"/>
              </a:solidFill>
              <a:latin typeface="+mj-lt"/>
            </a:rPr>
            <a:t>Access </a:t>
          </a:r>
        </a:p>
        <a:p>
          <a:pPr marL="0" lvl="0" indent="0" algn="l" defTabSz="889000">
            <a:lnSpc>
              <a:spcPct val="90000"/>
            </a:lnSpc>
            <a:spcBef>
              <a:spcPct val="0"/>
            </a:spcBef>
            <a:spcAft>
              <a:spcPts val="0"/>
            </a:spcAft>
            <a:buNone/>
          </a:pPr>
          <a:r>
            <a:rPr lang="en-US" sz="4500" b="1" kern="1200">
              <a:solidFill>
                <a:srgbClr val="11174F"/>
              </a:solidFill>
              <a:latin typeface="+mj-lt"/>
            </a:rPr>
            <a:t>Data</a:t>
          </a:r>
        </a:p>
      </dsp:txBody>
      <dsp:txXfrm rot="5400000">
        <a:off x="1105551" y="1068656"/>
        <a:ext cx="3893469" cy="2952293"/>
      </dsp:txXfrm>
    </dsp:sp>
    <dsp:sp modelId="{A2657B4F-57C9-43CB-AA98-6C892C607924}">
      <dsp:nvSpPr>
        <dsp:cNvPr id="0" name=""/>
        <dsp:cNvSpPr/>
      </dsp:nvSpPr>
      <dsp:spPr>
        <a:xfrm rot="5400000">
          <a:off x="3426717" y="1153827"/>
          <a:ext cx="3271781" cy="2781952"/>
        </a:xfrm>
        <a:prstGeom prst="round2SameRect">
          <a:avLst>
            <a:gd name="adj1" fmla="val 16670"/>
            <a:gd name="adj2" fmla="val 0"/>
          </a:avLst>
        </a:prstGeom>
        <a:solidFill>
          <a:schemeClr val="accent1">
            <a:tint val="50000"/>
            <a:hueOff val="374414"/>
            <a:satOff val="-89565"/>
            <a:lumOff val="507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4300" tIns="127000" rIns="76200" bIns="127000" numCol="1" spcCol="1270" anchor="t" anchorCtr="0">
          <a:noAutofit/>
        </a:bodyPr>
        <a:lstStyle/>
        <a:p>
          <a:pPr marL="0" lvl="0" indent="0" algn="l" defTabSz="889000">
            <a:lnSpc>
              <a:spcPct val="90000"/>
            </a:lnSpc>
            <a:spcBef>
              <a:spcPct val="0"/>
            </a:spcBef>
            <a:spcAft>
              <a:spcPct val="35000"/>
            </a:spcAft>
            <a:buNone/>
          </a:pPr>
          <a:endParaRPr lang="en-US" sz="2000" kern="1200">
            <a:latin typeface="+mj-lt"/>
          </a:endParaRPr>
        </a:p>
        <a:p>
          <a:pPr marL="0" lvl="0" indent="0" algn="r" defTabSz="889000">
            <a:lnSpc>
              <a:spcPct val="90000"/>
            </a:lnSpc>
            <a:spcBef>
              <a:spcPct val="0"/>
            </a:spcBef>
            <a:spcAft>
              <a:spcPts val="0"/>
            </a:spcAft>
            <a:buNone/>
          </a:pPr>
          <a:endParaRPr lang="en-US" sz="2000" b="1" kern="1200">
            <a:solidFill>
              <a:srgbClr val="11174F"/>
            </a:solidFill>
            <a:latin typeface="+mj-lt"/>
          </a:endParaRPr>
        </a:p>
        <a:p>
          <a:pPr marL="0" lvl="0" indent="0" algn="r" defTabSz="889000">
            <a:lnSpc>
              <a:spcPct val="90000"/>
            </a:lnSpc>
            <a:spcBef>
              <a:spcPct val="0"/>
            </a:spcBef>
            <a:spcAft>
              <a:spcPts val="0"/>
            </a:spcAft>
            <a:buNone/>
          </a:pPr>
          <a:r>
            <a:rPr lang="en-US" sz="4500" b="1" kern="1200">
              <a:solidFill>
                <a:srgbClr val="11174F"/>
              </a:solidFill>
              <a:latin typeface="+mj-lt"/>
            </a:rPr>
            <a:t>T</a:t>
          </a:r>
          <a:r>
            <a:rPr lang="en-US" sz="4000" b="1" kern="1200">
              <a:solidFill>
                <a:srgbClr val="11174F"/>
              </a:solidFill>
              <a:latin typeface="+mj-lt"/>
            </a:rPr>
            <a:t>ransform</a:t>
          </a:r>
          <a:r>
            <a:rPr lang="en-US" sz="4500" b="1" kern="1200">
              <a:solidFill>
                <a:srgbClr val="11174F"/>
              </a:solidFill>
              <a:latin typeface="+mj-lt"/>
            </a:rPr>
            <a:t> </a:t>
          </a:r>
        </a:p>
        <a:p>
          <a:pPr marL="0" lvl="0" indent="0" algn="r" defTabSz="889000">
            <a:lnSpc>
              <a:spcPct val="90000"/>
            </a:lnSpc>
            <a:spcBef>
              <a:spcPct val="0"/>
            </a:spcBef>
            <a:spcAft>
              <a:spcPts val="0"/>
            </a:spcAft>
            <a:buNone/>
          </a:pPr>
          <a:r>
            <a:rPr lang="en-US" sz="4500" b="1" kern="1200">
              <a:solidFill>
                <a:srgbClr val="11174F"/>
              </a:solidFill>
              <a:latin typeface="+mj-lt"/>
            </a:rPr>
            <a:t>Data</a:t>
          </a:r>
        </a:p>
      </dsp:txBody>
      <dsp:txXfrm rot="-5400000">
        <a:off x="3671631" y="1044741"/>
        <a:ext cx="2646124" cy="3000125"/>
      </dsp:txXfrm>
    </dsp:sp>
    <dsp:sp modelId="{98F6EF4F-5BCC-4EA8-BC7B-775679BA5B3E}">
      <dsp:nvSpPr>
        <dsp:cNvPr id="0" name=""/>
        <dsp:cNvSpPr/>
      </dsp:nvSpPr>
      <dsp:spPr>
        <a:xfrm>
          <a:off x="2972209" y="0"/>
          <a:ext cx="2090194" cy="2090092"/>
        </a:xfrm>
        <a:prstGeom prst="circularArrow">
          <a:avLst>
            <a:gd name="adj1" fmla="val 12500"/>
            <a:gd name="adj2" fmla="val 1142322"/>
            <a:gd name="adj3" fmla="val 20457678"/>
            <a:gd name="adj4" fmla="val 10800000"/>
            <a:gd name="adj5" fmla="val 125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829B3A-5838-4E8F-BF01-473E9C180D00}">
      <dsp:nvSpPr>
        <dsp:cNvPr id="0" name=""/>
        <dsp:cNvSpPr/>
      </dsp:nvSpPr>
      <dsp:spPr>
        <a:xfrm rot="10800000">
          <a:off x="2972209" y="2999005"/>
          <a:ext cx="2090194" cy="2090092"/>
        </a:xfrm>
        <a:prstGeom prst="circularArrow">
          <a:avLst>
            <a:gd name="adj1" fmla="val 12500"/>
            <a:gd name="adj2" fmla="val 1142322"/>
            <a:gd name="adj3" fmla="val 20457678"/>
            <a:gd name="adj4" fmla="val 10800000"/>
            <a:gd name="adj5" fmla="val 125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9/layout/ReverseList">
  <dgm:title val=""/>
  <dgm:desc val=""/>
  <dgm:catLst>
    <dgm:cat type="relationship" pri="3800"/>
  </dgm:catLst>
  <dgm:samp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clrData>
  <dgm:layoutNode name="Name0">
    <dgm:varLst>
      <dgm:chMax val="2"/>
      <dgm:chPref val="2"/>
      <dgm:animLvl val="lvl"/>
    </dgm:varLst>
    <dgm:choose name="Name1">
      <dgm:if name="Name2" axis="ch" ptType="node" func="cnt" op="lte" val="1">
        <dgm:alg type="composite">
          <dgm:param type="ar" val="0.9993"/>
        </dgm:alg>
      </dgm:if>
      <dgm:else name="Name3">
        <dgm:alg type="composite">
          <dgm:param type="ar" val="0.8036"/>
        </dgm:alg>
      </dgm:else>
    </dgm:choose>
    <dgm:shape xmlns:r="http://schemas.openxmlformats.org/officeDocument/2006/relationships" r:blip="">
      <dgm:adjLst/>
    </dgm:shape>
    <dgm:choose name="Name4">
      <dgm:if name="Name5" axis="ch" ptType="node" func="cnt" op="lte" val="1">
        <dgm:constrLst>
          <dgm:constr type="primFontSz" for="des" ptType="node" op="equ" val="65"/>
          <dgm:constr type="l" for="ch" forName="LeftNode" refType="w" fact="0"/>
          <dgm:constr type="t" for="ch" forName="LeftNode" refType="h" fact="0.25"/>
          <dgm:constr type="w" for="ch" forName="LeftNode" refType="w" fact="0.5"/>
          <dgm:constr type="h" for="ch" forName="LeftNode" refType="h"/>
          <dgm:constr type="l" for="ch" forName="LeftText" refType="w" fact="0"/>
          <dgm:constr type="t" for="ch" forName="LeftText" refType="h" fact="0.25"/>
          <dgm:constr type="w" for="ch" forName="LeftText" refType="w" fact="0.5"/>
          <dgm:constr type="h" for="ch" forName="LeftText" refType="h"/>
        </dgm:constrLst>
      </dgm:if>
      <dgm:else name="Name6">
        <dgm:constrLst>
          <dgm:constr type="primFontSz" for="des" ptType="node" op="equ" val="65"/>
          <dgm:constr type="l" for="ch" forName="LeftNode" refType="w" fact="0"/>
          <dgm:constr type="t" for="ch" forName="LeftNode" refType="h" fact="0.1786"/>
          <dgm:constr type="w" for="ch" forName="LeftNode" refType="w" fact="0.4889"/>
          <dgm:constr type="h" for="ch" forName="LeftNode" refType="h" fact="0.6429"/>
          <dgm:constr type="l" for="ch" forName="LeftText" refType="w" fact="0"/>
          <dgm:constr type="t" for="ch" forName="LeftText" refType="h" fact="0.1786"/>
          <dgm:constr type="w" for="ch" forName="LeftText" refType="w" fact="0.4889"/>
          <dgm:constr type="h" for="ch" forName="LeftText" refType="h" fact="0.6429"/>
          <dgm:constr type="l" for="ch" forName="RightNode" refType="w" fact="0.5111"/>
          <dgm:constr type="t" for="ch" forName="RightNode" refType="h" fact="0.1786"/>
          <dgm:constr type="w" for="ch" forName="RightNode" refType="w" fact="0.4889"/>
          <dgm:constr type="h" for="ch" forName="RightNode" refType="h" fact="0.6429"/>
          <dgm:constr type="l" for="ch" forName="RightText" refType="w" fact="0.5111"/>
          <dgm:constr type="t" for="ch" forName="RightText" refType="h" fact="0.1786"/>
          <dgm:constr type="w" for="ch" forName="RightText" refType="w" fact="0.4889"/>
          <dgm:constr type="h" for="ch" forName="RightText" refType="h" fact="0.6429"/>
          <dgm:constr type="l" for="ch" forName="TopArrow" refType="w" fact="0.2444"/>
          <dgm:constr type="t" for="ch" forName="TopArrow" refType="h" fact="0"/>
          <dgm:constr type="w" for="ch" forName="TopArrow" refType="w" fact="0.5111"/>
          <dgm:constr type="h" for="ch" forName="TopArrow" refType="h" fact="0.4107"/>
          <dgm:constr type="l" for="ch" forName="BottomArrow" refType="w" fact="0.2444"/>
          <dgm:constr type="t" for="ch" forName="BottomArrow" refType="h" fact="0.5893"/>
          <dgm:constr type="w" for="ch" forName="BottomArrow" refType="w" fact="0.5111"/>
          <dgm:constr type="h" for="ch" forName="BottomArrow" refType="h" fact="0.4107"/>
        </dgm:constrLst>
      </dgm:else>
    </dgm:choose>
    <dgm:choose name="Name7">
      <dgm:if name="Name8" axis="ch" ptType="node" func="cnt" op="gte" val="1">
        <dgm:layoutNode name="LeftText" styleLbl="revTx" moveWith="LeftNode">
          <dgm:varLst>
            <dgm:bulletEnabled val="1"/>
          </dgm:varLst>
          <dgm:alg type="tx">
            <dgm:param type="txAnchorVert" val="t"/>
            <dgm:param type="parTxLTRAlign" val="l"/>
          </dgm:alg>
          <dgm:choose name="Name9">
            <dgm:if name="Name10" axis="ch" ptType="node" func="cnt" op="lte" val="1">
              <dgm:shape xmlns:r="http://schemas.openxmlformats.org/officeDocument/2006/relationships" type="roundRect" r:blip="" hideGeom="1">
                <dgm:adjLst>
                  <dgm:adj idx="1" val="0.1667"/>
                  <dgm:adj idx="2" val="0"/>
                </dgm:adjLst>
              </dgm:shape>
              <dgm:presOf axis="ch desOrSelf" ptType="node node" st="1 1" cnt="1 0"/>
              <dgm:constrLst>
                <dgm:constr type="lMarg" refType="primFontSz" fact="0.3"/>
                <dgm:constr type="rMarg" refType="primFontSz" fact="0.3"/>
                <dgm:constr type="tMarg" refType="primFontSz" fact="0.5"/>
                <dgm:constr type="bMarg" refType="primFontSz" fact="0.5"/>
              </dgm:constrLst>
            </dgm:if>
            <dgm:else name="Name11">
              <dgm:shape xmlns:r="http://schemas.openxmlformats.org/officeDocument/2006/relationships" rot="270" type="round2SameRect" r:blip="" hideGeom="1">
                <dgm:adjLst>
                  <dgm:adj idx="1" val="0.1667"/>
                  <dgm:adj idx="2" val="0"/>
                </dgm:adjLst>
              </dgm:shape>
              <dgm:presOf axis="ch desOrSelf" ptType="node node" st="1 1" cnt="1 0"/>
              <dgm:constrLst>
                <dgm:constr type="lMarg" refType="primFontSz" fact="0.3"/>
                <dgm:constr type="rMarg" refType="primFontSz" fact="0.45"/>
                <dgm:constr type="tMarg" refType="primFontSz" fact="0.5"/>
                <dgm:constr type="bMarg" refType="primFontSz" fact="0.5"/>
              </dgm:constrLst>
            </dgm:else>
          </dgm:choose>
          <dgm:ruleLst>
            <dgm:rule type="primFontSz" val="5" fact="NaN" max="NaN"/>
          </dgm:ruleLst>
        </dgm:layoutNode>
        <dgm:layoutNode name="LeftNode" styleLbl="bgImgPlace1">
          <dgm:varLst>
            <dgm:chMax val="2"/>
            <dgm:chPref val="2"/>
          </dgm:varLst>
          <dgm:alg type="sp"/>
          <dgm:choose name="Name12">
            <dgm:if name="Name13" axis="ch" ptType="node" func="cnt" op="lte" val="1">
              <dgm:shape xmlns:r="http://schemas.openxmlformats.org/officeDocument/2006/relationships" type="roundRect" r:blip="">
                <dgm:adjLst>
                  <dgm:adj idx="1" val="0.1667"/>
                  <dgm:adj idx="2" val="0"/>
                </dgm:adjLst>
              </dgm:shape>
            </dgm:if>
            <dgm:else name="Name14">
              <dgm:shape xmlns:r="http://schemas.openxmlformats.org/officeDocument/2006/relationships" rot="270" type="round2SameRect" r:blip="">
                <dgm:adjLst>
                  <dgm:adj idx="1" val="0.1667"/>
                  <dgm:adj idx="2" val="0"/>
                </dgm:adjLst>
              </dgm:shape>
            </dgm:else>
          </dgm:choose>
          <dgm:presOf axis="ch desOrSelf" ptType="node node" st="1 1" cnt="1 0"/>
        </dgm:layoutNode>
        <dgm:choose name="Name15">
          <dgm:if name="Name16" axis="ch" ptType="node" func="cnt" op="gte" val="2">
            <dgm:layoutNode name="RightText" styleLbl="revTx" moveWith="RightNode">
              <dgm:varLst>
                <dgm:bulletEnabled val="1"/>
              </dgm:varLst>
              <dgm:alg type="tx">
                <dgm:param type="txAnchorVert" val="t"/>
                <dgm:param type="parTxLTRAlign" val="l"/>
              </dgm:alg>
              <dgm:shape xmlns:r="http://schemas.openxmlformats.org/officeDocument/2006/relationships" rot="90" type="round2SameRect" r:blip="" hideGeom="1">
                <dgm:adjLst>
                  <dgm:adj idx="1" val="0.1667"/>
                  <dgm:adj idx="2" val="0"/>
                </dgm:adjLst>
              </dgm:shape>
              <dgm:presOf axis="ch desOrSelf" ptType="node node" st="2 1" cnt="1 0"/>
              <dgm:constrLst>
                <dgm:constr type="lMarg" refType="primFontSz" fact="0.45"/>
                <dgm:constr type="rMarg" refType="primFontSz" fact="0.3"/>
                <dgm:constr type="tMarg" refType="primFontSz" fact="0.5"/>
                <dgm:constr type="bMarg" refType="primFontSz" fact="0.5"/>
              </dgm:constrLst>
              <dgm:ruleLst>
                <dgm:rule type="primFontSz" val="5" fact="NaN" max="NaN"/>
              </dgm:ruleLst>
            </dgm:layoutNode>
            <dgm:layoutNode name="RightNode" styleLbl="bgImgPlace1">
              <dgm:varLst>
                <dgm:chMax val="0"/>
                <dgm:chPref val="0"/>
              </dgm:varLst>
              <dgm:alg type="sp"/>
              <dgm:shape xmlns:r="http://schemas.openxmlformats.org/officeDocument/2006/relationships" rot="90" type="round2SameRect" r:blip="">
                <dgm:adjLst>
                  <dgm:adj idx="1" val="0.1667"/>
                  <dgm:adj idx="2" val="0"/>
                </dgm:adjLst>
              </dgm:shape>
              <dgm:presOf axis="ch desOrSelf" ptType="node node" st="2 1" cnt="1 0"/>
            </dgm:layoutNode>
            <dgm:layoutNode name="TopArrow">
              <dgm:alg type="sp"/>
              <dgm:shape xmlns:r="http://schemas.openxmlformats.org/officeDocument/2006/relationships" type="circularArrow" r:blip="">
                <dgm:adjLst>
                  <dgm:adj idx="1" val="0.125"/>
                  <dgm:adj idx="2" val="19.0387"/>
                  <dgm:adj idx="3" val="-19.0387"/>
                  <dgm:adj idx="4" val="180"/>
                  <dgm:adj idx="5" val="0.125"/>
                </dgm:adjLst>
              </dgm:shape>
              <dgm:presOf/>
            </dgm:layoutNode>
            <dgm:layoutNode name="BottomArrow">
              <dgm:alg type="sp"/>
              <dgm:shape xmlns:r="http://schemas.openxmlformats.org/officeDocument/2006/relationships" rot="180" type="circularArrow" r:blip="">
                <dgm:adjLst>
                  <dgm:adj idx="1" val="0.125"/>
                  <dgm:adj idx="2" val="19.0387"/>
                  <dgm:adj idx="3" val="-19.0387"/>
                  <dgm:adj idx="4" val="180"/>
                  <dgm:adj idx="5" val="0.125"/>
                </dgm:adjLst>
              </dgm:shape>
              <dgm:presOf/>
            </dgm:layoutNode>
          </dgm:if>
          <dgm:else name="Name17"/>
        </dgm:choose>
      </dgm:if>
      <dgm:else name="Name1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C314EC-574C-4167-AE43-DDD2BD156D23}" type="datetimeFigureOut">
              <a:rPr lang="en-US" smtClean="0"/>
              <a:t>9/3/2025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A79937-098A-46C2-8C67-228E8D47B7CE}" type="slidenum">
              <a:rPr lang="en-US" smtClean="0"/>
              <a:t>‹#›</a:t>
            </a:fld>
            <a:endParaRPr lang="en-US"/>
          </a:p>
        </p:txBody>
      </p:sp>
    </p:spTree>
    <p:extLst>
      <p:ext uri="{BB962C8B-B14F-4D97-AF65-F5344CB8AC3E}">
        <p14:creationId xmlns:p14="http://schemas.microsoft.com/office/powerpoint/2010/main" val="1805223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4A0F4-603E-D32A-0FCD-1905FEA99C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AD2DB3-5095-2626-FD82-D9FD56896E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724FF9-E80E-AD2A-1748-7A78D4D9ADE1}"/>
              </a:ext>
            </a:extLst>
          </p:cNvPr>
          <p:cNvSpPr>
            <a:spLocks noGrp="1"/>
          </p:cNvSpPr>
          <p:nvPr>
            <p:ph type="body" idx="1"/>
          </p:nvPr>
        </p:nvSpPr>
        <p:spPr/>
        <p:txBody>
          <a:bodyPr/>
          <a:lstStyle/>
          <a:p>
            <a:r>
              <a:rPr lang="en-US"/>
              <a:t>Now we will discuss ETL, a crucial process in the world of data analytics that prepares data for analysis. Understanding ETL will provide a foundation for using KNIME effectively.</a:t>
            </a:r>
          </a:p>
        </p:txBody>
      </p:sp>
      <p:sp>
        <p:nvSpPr>
          <p:cNvPr id="4" name="Slide Number Placeholder 3">
            <a:extLst>
              <a:ext uri="{FF2B5EF4-FFF2-40B4-BE49-F238E27FC236}">
                <a16:creationId xmlns:a16="http://schemas.microsoft.com/office/drawing/2014/main" id="{7A7DEBA8-C14A-E388-ADF1-C142893341F8}"/>
              </a:ext>
            </a:extLst>
          </p:cNvPr>
          <p:cNvSpPr>
            <a:spLocks noGrp="1"/>
          </p:cNvSpPr>
          <p:nvPr>
            <p:ph type="sldNum" sz="quarter" idx="5"/>
          </p:nvPr>
        </p:nvSpPr>
        <p:spPr/>
        <p:txBody>
          <a:bodyPr/>
          <a:lstStyle/>
          <a:p>
            <a:fld id="{7E0028B7-3F8C-4184-B1B5-956CCD199B9B}" type="slidenum">
              <a:rPr lang="en-US" smtClean="0"/>
              <a:t>1</a:t>
            </a:fld>
            <a:endParaRPr lang="en-US"/>
          </a:p>
        </p:txBody>
      </p:sp>
    </p:spTree>
    <p:extLst>
      <p:ext uri="{BB962C8B-B14F-4D97-AF65-F5344CB8AC3E}">
        <p14:creationId xmlns:p14="http://schemas.microsoft.com/office/powerpoint/2010/main" val="2477940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We'll start with an ice-breaking session to get to know each other. Then, we'll dive into the concept of ETL and its importance in data analytics. Following that, we'll introduce KNIME, examining its features and applications. Finally, we will explore KNIME's interface, workflow design, and reporting capabilities.</a:t>
            </a:r>
          </a:p>
        </p:txBody>
      </p:sp>
      <p:sp>
        <p:nvSpPr>
          <p:cNvPr id="4" name="Slide Number Placeholder 3"/>
          <p:cNvSpPr>
            <a:spLocks noGrp="1"/>
          </p:cNvSpPr>
          <p:nvPr>
            <p:ph type="sldNum" sz="quarter" idx="5"/>
          </p:nvPr>
        </p:nvSpPr>
        <p:spPr/>
        <p:txBody>
          <a:bodyPr/>
          <a:lstStyle/>
          <a:p>
            <a:fld id="{7E0028B7-3F8C-4184-B1B5-956CCD199B9B}" type="slidenum">
              <a:rPr lang="en-US" smtClean="0"/>
              <a:t>2</a:t>
            </a:fld>
            <a:endParaRPr lang="en-US"/>
          </a:p>
        </p:txBody>
      </p:sp>
    </p:spTree>
    <p:extLst>
      <p:ext uri="{BB962C8B-B14F-4D97-AF65-F5344CB8AC3E}">
        <p14:creationId xmlns:p14="http://schemas.microsoft.com/office/powerpoint/2010/main" val="249428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everyone to the session. I'll start by introducing myself and sharing a bit about my background in data analytics. This will help us understand each other's perspectives.</a:t>
            </a:r>
          </a:p>
        </p:txBody>
      </p:sp>
      <p:sp>
        <p:nvSpPr>
          <p:cNvPr id="4" name="Slide Number Placeholder 3"/>
          <p:cNvSpPr>
            <a:spLocks noGrp="1"/>
          </p:cNvSpPr>
          <p:nvPr>
            <p:ph type="sldNum" sz="quarter" idx="5"/>
          </p:nvPr>
        </p:nvSpPr>
        <p:spPr/>
        <p:txBody>
          <a:bodyPr/>
          <a:lstStyle/>
          <a:p>
            <a:fld id="{7E0028B7-3F8C-4184-B1B5-956CCD199B9B}" type="slidenum">
              <a:rPr lang="en-US" smtClean="0"/>
              <a:t>3</a:t>
            </a:fld>
            <a:endParaRPr lang="en-US"/>
          </a:p>
        </p:txBody>
      </p:sp>
    </p:spTree>
    <p:extLst>
      <p:ext uri="{BB962C8B-B14F-4D97-AF65-F5344CB8AC3E}">
        <p14:creationId xmlns:p14="http://schemas.microsoft.com/office/powerpoint/2010/main" val="3195701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Finally, I'll outline the goals for today's session. Our aim is to provide you with a solid understanding of KNIME and its capabilities in data analytics, and to leave you feeling empowered to use the tool effectively.</a:t>
            </a:r>
          </a:p>
        </p:txBody>
      </p:sp>
      <p:sp>
        <p:nvSpPr>
          <p:cNvPr id="4" name="Slide Number Placeholder 3"/>
          <p:cNvSpPr>
            <a:spLocks noGrp="1"/>
          </p:cNvSpPr>
          <p:nvPr>
            <p:ph type="sldNum" sz="quarter" idx="5"/>
          </p:nvPr>
        </p:nvSpPr>
        <p:spPr/>
        <p:txBody>
          <a:bodyPr/>
          <a:lstStyle/>
          <a:p>
            <a:fld id="{7E0028B7-3F8C-4184-B1B5-956CCD199B9B}" type="slidenum">
              <a:rPr lang="en-US" smtClean="0"/>
              <a:t>4</a:t>
            </a:fld>
            <a:endParaRPr lang="en-US"/>
          </a:p>
        </p:txBody>
      </p:sp>
    </p:spTree>
    <p:extLst>
      <p:ext uri="{BB962C8B-B14F-4D97-AF65-F5344CB8AC3E}">
        <p14:creationId xmlns:p14="http://schemas.microsoft.com/office/powerpoint/2010/main" val="16429309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BF169-60E2-C271-805C-85846EBFE6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3412D2-BD09-6440-66FC-9DFA594C9C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DCC9D8-DDFC-67B3-7703-7432239E7834}"/>
              </a:ext>
            </a:extLst>
          </p:cNvPr>
          <p:cNvSpPr>
            <a:spLocks noGrp="1"/>
          </p:cNvSpPr>
          <p:nvPr>
            <p:ph type="body" idx="1"/>
          </p:nvPr>
        </p:nvSpPr>
        <p:spPr/>
        <p:txBody>
          <a:bodyPr/>
          <a:lstStyle/>
          <a:p>
            <a:r>
              <a:rPr lang="en-US"/>
              <a:t>ETL processes are essential for gathering data from various sources, transforming it into a suitable format, and loading it into data warehouses for analysis. This ensures data integrity and enables informed decision-making.</a:t>
            </a:r>
          </a:p>
        </p:txBody>
      </p:sp>
      <p:sp>
        <p:nvSpPr>
          <p:cNvPr id="4" name="Slide Number Placeholder 3">
            <a:extLst>
              <a:ext uri="{FF2B5EF4-FFF2-40B4-BE49-F238E27FC236}">
                <a16:creationId xmlns:a16="http://schemas.microsoft.com/office/drawing/2014/main" id="{B3BF1EA0-4D0B-E60F-014A-00DF22684C91}"/>
              </a:ext>
            </a:extLst>
          </p:cNvPr>
          <p:cNvSpPr>
            <a:spLocks noGrp="1"/>
          </p:cNvSpPr>
          <p:nvPr>
            <p:ph type="sldNum" sz="quarter" idx="5"/>
          </p:nvPr>
        </p:nvSpPr>
        <p:spPr/>
        <p:txBody>
          <a:bodyPr/>
          <a:lstStyle/>
          <a:p>
            <a:fld id="{7E0028B7-3F8C-4184-B1B5-956CCD199B9B}" type="slidenum">
              <a:rPr lang="en-US" smtClean="0"/>
              <a:t>5</a:t>
            </a:fld>
            <a:endParaRPr lang="en-US"/>
          </a:p>
        </p:txBody>
      </p:sp>
    </p:spTree>
    <p:extLst>
      <p:ext uri="{BB962C8B-B14F-4D97-AF65-F5344CB8AC3E}">
        <p14:creationId xmlns:p14="http://schemas.microsoft.com/office/powerpoint/2010/main" val="2414732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ETL processes are essential for gathering data from various sources, transforming it into a suitable format, and loading it into data warehouses for analysis. This ensures data integrity and enables informed decision-making.</a:t>
            </a:r>
          </a:p>
        </p:txBody>
      </p:sp>
      <p:sp>
        <p:nvSpPr>
          <p:cNvPr id="4" name="Slide Number Placeholder 3"/>
          <p:cNvSpPr>
            <a:spLocks noGrp="1"/>
          </p:cNvSpPr>
          <p:nvPr>
            <p:ph type="sldNum" sz="quarter" idx="5"/>
          </p:nvPr>
        </p:nvSpPr>
        <p:spPr/>
        <p:txBody>
          <a:bodyPr/>
          <a:lstStyle/>
          <a:p>
            <a:fld id="{7E0028B7-3F8C-4184-B1B5-956CCD199B9B}" type="slidenum">
              <a:rPr lang="en-US" smtClean="0"/>
              <a:t>6</a:t>
            </a:fld>
            <a:endParaRPr lang="en-US"/>
          </a:p>
        </p:txBody>
      </p:sp>
    </p:spTree>
    <p:extLst>
      <p:ext uri="{BB962C8B-B14F-4D97-AF65-F5344CB8AC3E}">
        <p14:creationId xmlns:p14="http://schemas.microsoft.com/office/powerpoint/2010/main" val="42080711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4DDB2-0F83-9BCE-1453-D446AE6233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F3C671-8639-A06E-4C91-8C96B30A68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08BEE0-5DCA-655C-ACFA-8BE01EA9D572}"/>
              </a:ext>
            </a:extLst>
          </p:cNvPr>
          <p:cNvSpPr>
            <a:spLocks noGrp="1"/>
          </p:cNvSpPr>
          <p:nvPr>
            <p:ph type="body" idx="1"/>
          </p:nvPr>
        </p:nvSpPr>
        <p:spPr/>
        <p:txBody>
          <a:bodyPr/>
          <a:lstStyle/>
          <a:p>
            <a:r>
              <a:rPr lang="en-US"/>
              <a:t>ETL processes are essential for gathering data from various sources, transforming it into a suitable format, and loading it into data warehouses for analysis. This ensures data integrity and enables informed decision-making.</a:t>
            </a:r>
          </a:p>
        </p:txBody>
      </p:sp>
      <p:sp>
        <p:nvSpPr>
          <p:cNvPr id="4" name="Slide Number Placeholder 3">
            <a:extLst>
              <a:ext uri="{FF2B5EF4-FFF2-40B4-BE49-F238E27FC236}">
                <a16:creationId xmlns:a16="http://schemas.microsoft.com/office/drawing/2014/main" id="{FE3D3163-2D21-BE4A-A60A-6EB0FC0C9CF9}"/>
              </a:ext>
            </a:extLst>
          </p:cNvPr>
          <p:cNvSpPr>
            <a:spLocks noGrp="1"/>
          </p:cNvSpPr>
          <p:nvPr>
            <p:ph type="sldNum" sz="quarter" idx="5"/>
          </p:nvPr>
        </p:nvSpPr>
        <p:spPr/>
        <p:txBody>
          <a:bodyPr/>
          <a:lstStyle/>
          <a:p>
            <a:fld id="{7E0028B7-3F8C-4184-B1B5-956CCD199B9B}" type="slidenum">
              <a:rPr lang="en-US" smtClean="0"/>
              <a:t>7</a:t>
            </a:fld>
            <a:endParaRPr lang="en-US"/>
          </a:p>
        </p:txBody>
      </p:sp>
    </p:spTree>
    <p:extLst>
      <p:ext uri="{BB962C8B-B14F-4D97-AF65-F5344CB8AC3E}">
        <p14:creationId xmlns:p14="http://schemas.microsoft.com/office/powerpoint/2010/main" val="12190917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1">
    <p:bg>
      <p:bgPr>
        <a:solidFill>
          <a:schemeClr val="bg2"/>
        </a:solidFill>
        <a:effectLst/>
      </p:bgPr>
    </p:bg>
    <p:spTree>
      <p:nvGrpSpPr>
        <p:cNvPr id="1" name=""/>
        <p:cNvGrpSpPr/>
        <p:nvPr/>
      </p:nvGrpSpPr>
      <p:grpSpPr>
        <a:xfrm>
          <a:off x="0" y="0"/>
          <a:ext cx="0" cy="0"/>
          <a:chOff x="0" y="0"/>
          <a:chExt cx="0" cy="0"/>
        </a:xfrm>
      </p:grpSpPr>
      <p:pic>
        <p:nvPicPr>
          <p:cNvPr id="7" name="Picture 6" descr="A blue and black background&#10;&#10;Description automatically generated">
            <a:extLst>
              <a:ext uri="{FF2B5EF4-FFF2-40B4-BE49-F238E27FC236}">
                <a16:creationId xmlns:a16="http://schemas.microsoft.com/office/drawing/2014/main" id="{78834B98-F94F-BBE0-213C-85AFCDC4764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1"/>
            <a:ext cx="12192000" cy="6858000"/>
          </a:xfrm>
          <a:prstGeom prst="rect">
            <a:avLst/>
          </a:prstGeom>
        </p:spPr>
      </p:pic>
      <p:sp>
        <p:nvSpPr>
          <p:cNvPr id="10" name="Freeform 5">
            <a:extLst>
              <a:ext uri="{FF2B5EF4-FFF2-40B4-BE49-F238E27FC236}">
                <a16:creationId xmlns:a16="http://schemas.microsoft.com/office/drawing/2014/main" id="{D38E589A-C29C-8E0A-54D9-0FD61209638A}"/>
              </a:ext>
            </a:extLst>
          </p:cNvPr>
          <p:cNvSpPr/>
          <p:nvPr/>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12" name="Text Placeholder 11">
            <a:extLst>
              <a:ext uri="{FF2B5EF4-FFF2-40B4-BE49-F238E27FC236}">
                <a16:creationId xmlns:a16="http://schemas.microsoft.com/office/drawing/2014/main" id="{E72AFBB8-BCA9-94F3-D205-3A4D41E4862E}"/>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7A00869A-4EEC-6377-9755-BE0859C5FBE0}"/>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9/3/2025</a:t>
            </a:fld>
            <a:endParaRPr lang="en-US"/>
          </a:p>
        </p:txBody>
      </p:sp>
      <p:sp>
        <p:nvSpPr>
          <p:cNvPr id="13" name="Text Placeholder 12">
            <a:extLst>
              <a:ext uri="{FF2B5EF4-FFF2-40B4-BE49-F238E27FC236}">
                <a16:creationId xmlns:a16="http://schemas.microsoft.com/office/drawing/2014/main" id="{C423DB64-C228-437F-B60D-1E1BE27A7AAF}"/>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6" name="Text Placeholder 15">
            <a:extLst>
              <a:ext uri="{FF2B5EF4-FFF2-40B4-BE49-F238E27FC236}">
                <a16:creationId xmlns:a16="http://schemas.microsoft.com/office/drawing/2014/main" id="{98C70801-2682-CDF2-4AEE-21379A10EAB6}"/>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8" name="Text Placeholder 17">
            <a:extLst>
              <a:ext uri="{FF2B5EF4-FFF2-40B4-BE49-F238E27FC236}">
                <a16:creationId xmlns:a16="http://schemas.microsoft.com/office/drawing/2014/main" id="{94B37353-6985-FCA6-CD38-4B2A083EC280}"/>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20" name="Text Placeholder 19">
            <a:extLst>
              <a:ext uri="{FF2B5EF4-FFF2-40B4-BE49-F238E27FC236}">
                <a16:creationId xmlns:a16="http://schemas.microsoft.com/office/drawing/2014/main" id="{6BA32A09-37DC-FCBC-7D07-E937258863A2}"/>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
        <p:nvSpPr>
          <p:cNvPr id="2" name="Title 1">
            <a:extLst>
              <a:ext uri="{FF2B5EF4-FFF2-40B4-BE49-F238E27FC236}">
                <a16:creationId xmlns:a16="http://schemas.microsoft.com/office/drawing/2014/main" id="{3088E214-49DC-F96D-B5B4-49DCAA93C0D2}"/>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Tree>
    <p:extLst>
      <p:ext uri="{BB962C8B-B14F-4D97-AF65-F5344CB8AC3E}">
        <p14:creationId xmlns:p14="http://schemas.microsoft.com/office/powerpoint/2010/main" val="311702209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0"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10" name="Freeform 5">
            <a:extLst>
              <a:ext uri="{FF2B5EF4-FFF2-40B4-BE49-F238E27FC236}">
                <a16:creationId xmlns:a16="http://schemas.microsoft.com/office/drawing/2014/main" id="{D38E589A-C29C-8E0A-54D9-0FD61209638A}"/>
              </a:ext>
            </a:extLst>
          </p:cNvPr>
          <p:cNvSpPr/>
          <p:nvPr/>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15C7BCFF-949E-6B1A-9E84-4E640E43A099}"/>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8535D649-E56D-F236-C1A7-0EB194B6CA32}"/>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9/3/2025</a:t>
            </a:fld>
            <a:endParaRPr lang="en-US"/>
          </a:p>
        </p:txBody>
      </p:sp>
      <p:sp>
        <p:nvSpPr>
          <p:cNvPr id="11" name="Text Placeholder 12">
            <a:extLst>
              <a:ext uri="{FF2B5EF4-FFF2-40B4-BE49-F238E27FC236}">
                <a16:creationId xmlns:a16="http://schemas.microsoft.com/office/drawing/2014/main" id="{47CB2CEE-A03C-EC89-5AB0-73F5282BA36C}"/>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0376D71A-71A9-510A-D341-C8B568EA210C}"/>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1C83BB37-A25F-C543-4845-494814497A5A}"/>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52E7508F-569C-0E55-9BA1-A12C84FB7A5D}"/>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2755571223"/>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3">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553F6D28-3FA3-C8DD-333F-25AAC7FDE379}"/>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9/3/2025</a:t>
            </a:fld>
            <a:endParaRPr lang="en-US"/>
          </a:p>
        </p:txBody>
      </p:sp>
      <p:sp>
        <p:nvSpPr>
          <p:cNvPr id="9" name="Text Placeholder 8">
            <a:extLst>
              <a:ext uri="{FF2B5EF4-FFF2-40B4-BE49-F238E27FC236}">
                <a16:creationId xmlns:a16="http://schemas.microsoft.com/office/drawing/2014/main" id="{BB5660BA-32D8-A7E6-5696-BC9C94DC43BE}"/>
              </a:ext>
            </a:extLst>
          </p:cNvPr>
          <p:cNvSpPr>
            <a:spLocks noGrp="1"/>
          </p:cNvSpPr>
          <p:nvPr>
            <p:ph type="body" sz="quarter" idx="13"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20" name="Text Placeholder 12">
            <a:extLst>
              <a:ext uri="{FF2B5EF4-FFF2-40B4-BE49-F238E27FC236}">
                <a16:creationId xmlns:a16="http://schemas.microsoft.com/office/drawing/2014/main" id="{FBA29B2B-670B-AAB2-BC37-FE5A168EDEA0}"/>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21" name="Text Placeholder 15">
            <a:extLst>
              <a:ext uri="{FF2B5EF4-FFF2-40B4-BE49-F238E27FC236}">
                <a16:creationId xmlns:a16="http://schemas.microsoft.com/office/drawing/2014/main" id="{835110E4-502F-E652-7077-A2CE77DA8B44}"/>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22" name="Text Placeholder 17">
            <a:extLst>
              <a:ext uri="{FF2B5EF4-FFF2-40B4-BE49-F238E27FC236}">
                <a16:creationId xmlns:a16="http://schemas.microsoft.com/office/drawing/2014/main" id="{163AD2E7-BE7D-20B6-8408-18EA20DC4C5D}"/>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23" name="Text Placeholder 19">
            <a:extLst>
              <a:ext uri="{FF2B5EF4-FFF2-40B4-BE49-F238E27FC236}">
                <a16:creationId xmlns:a16="http://schemas.microsoft.com/office/drawing/2014/main" id="{358AEE93-EEF8-93F7-7F9A-409CBCB372CF}"/>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1882214867"/>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4 - Dark Photo">
    <p:bg>
      <p:bgPr>
        <a:solidFill>
          <a:schemeClr val="tx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C77B404-B686-66A0-1A20-E42FD89A9DE9}"/>
              </a:ext>
            </a:extLst>
          </p:cNvPr>
          <p:cNvSpPr>
            <a:spLocks noGrp="1"/>
          </p:cNvSpPr>
          <p:nvPr>
            <p:ph type="pic" sz="quarter" idx="13" hasCustomPrompt="1"/>
          </p:nvPr>
        </p:nvSpPr>
        <p:spPr>
          <a:xfrm>
            <a:off x="0" y="0"/>
            <a:ext cx="12192000" cy="6857999"/>
          </a:xfrm>
          <a:custGeom>
            <a:avLst/>
            <a:gdLst>
              <a:gd name="connsiteX0" fmla="*/ 2041649 w 12192000"/>
              <a:gd name="connsiteY0" fmla="*/ 647043 h 6857999"/>
              <a:gd name="connsiteX1" fmla="*/ 2097141 w 12192000"/>
              <a:gd name="connsiteY1" fmla="*/ 647043 h 6857999"/>
              <a:gd name="connsiteX2" fmla="*/ 2185808 w 12192000"/>
              <a:gd name="connsiteY2" fmla="*/ 735711 h 6857999"/>
              <a:gd name="connsiteX3" fmla="*/ 2185808 w 12192000"/>
              <a:gd name="connsiteY3" fmla="*/ 791202 h 6857999"/>
              <a:gd name="connsiteX4" fmla="*/ 2097141 w 12192000"/>
              <a:gd name="connsiteY4" fmla="*/ 879871 h 6857999"/>
              <a:gd name="connsiteX5" fmla="*/ 2041649 w 12192000"/>
              <a:gd name="connsiteY5" fmla="*/ 879871 h 6857999"/>
              <a:gd name="connsiteX6" fmla="*/ 1685779 w 12192000"/>
              <a:gd name="connsiteY6" fmla="*/ 638600 h 6857999"/>
              <a:gd name="connsiteX7" fmla="*/ 1768415 w 12192000"/>
              <a:gd name="connsiteY7" fmla="*/ 715201 h 6857999"/>
              <a:gd name="connsiteX8" fmla="*/ 1768415 w 12192000"/>
              <a:gd name="connsiteY8" fmla="*/ 811711 h 6857999"/>
              <a:gd name="connsiteX9" fmla="*/ 1685779 w 12192000"/>
              <a:gd name="connsiteY9" fmla="*/ 888315 h 6857999"/>
              <a:gd name="connsiteX10" fmla="*/ 1603145 w 12192000"/>
              <a:gd name="connsiteY10" fmla="*/ 811711 h 6857999"/>
              <a:gd name="connsiteX11" fmla="*/ 1603145 w 12192000"/>
              <a:gd name="connsiteY11" fmla="*/ 715201 h 6857999"/>
              <a:gd name="connsiteX12" fmla="*/ 1685779 w 12192000"/>
              <a:gd name="connsiteY12" fmla="*/ 638600 h 6857999"/>
              <a:gd name="connsiteX13" fmla="*/ 1248481 w 12192000"/>
              <a:gd name="connsiteY13" fmla="*/ 638600 h 6857999"/>
              <a:gd name="connsiteX14" fmla="*/ 1331117 w 12192000"/>
              <a:gd name="connsiteY14" fmla="*/ 715201 h 6857999"/>
              <a:gd name="connsiteX15" fmla="*/ 1331117 w 12192000"/>
              <a:gd name="connsiteY15" fmla="*/ 811711 h 6857999"/>
              <a:gd name="connsiteX16" fmla="*/ 1248481 w 12192000"/>
              <a:gd name="connsiteY16" fmla="*/ 888315 h 6857999"/>
              <a:gd name="connsiteX17" fmla="*/ 1165846 w 12192000"/>
              <a:gd name="connsiteY17" fmla="*/ 811711 h 6857999"/>
              <a:gd name="connsiteX18" fmla="*/ 1165846 w 12192000"/>
              <a:gd name="connsiteY18" fmla="*/ 715201 h 6857999"/>
              <a:gd name="connsiteX19" fmla="*/ 1248481 w 12192000"/>
              <a:gd name="connsiteY19" fmla="*/ 638600 h 6857999"/>
              <a:gd name="connsiteX20" fmla="*/ 1927044 w 12192000"/>
              <a:gd name="connsiteY20" fmla="*/ 552346 h 6857999"/>
              <a:gd name="connsiteX21" fmla="*/ 1927044 w 12192000"/>
              <a:gd name="connsiteY21" fmla="*/ 974570 h 6857999"/>
              <a:gd name="connsiteX22" fmla="*/ 2097141 w 12192000"/>
              <a:gd name="connsiteY22" fmla="*/ 974570 h 6857999"/>
              <a:gd name="connsiteX23" fmla="*/ 2301618 w 12192000"/>
              <a:gd name="connsiteY23" fmla="*/ 789394 h 6857999"/>
              <a:gd name="connsiteX24" fmla="*/ 2301618 w 12192000"/>
              <a:gd name="connsiteY24" fmla="*/ 737520 h 6857999"/>
              <a:gd name="connsiteX25" fmla="*/ 2097141 w 12192000"/>
              <a:gd name="connsiteY25" fmla="*/ 552346 h 6857999"/>
              <a:gd name="connsiteX26" fmla="*/ 2266624 w 12192000"/>
              <a:gd name="connsiteY26" fmla="*/ 552345 h 6857999"/>
              <a:gd name="connsiteX27" fmla="*/ 2420435 w 12192000"/>
              <a:gd name="connsiteY27" fmla="*/ 788790 h 6857999"/>
              <a:gd name="connsiteX28" fmla="*/ 2420435 w 12192000"/>
              <a:gd name="connsiteY28" fmla="*/ 974569 h 6857999"/>
              <a:gd name="connsiteX29" fmla="*/ 2529007 w 12192000"/>
              <a:gd name="connsiteY29" fmla="*/ 974569 h 6857999"/>
              <a:gd name="connsiteX30" fmla="*/ 2529007 w 12192000"/>
              <a:gd name="connsiteY30" fmla="*/ 788790 h 6857999"/>
              <a:gd name="connsiteX31" fmla="*/ 2682817 w 12192000"/>
              <a:gd name="connsiteY31" fmla="*/ 552345 h 6857999"/>
              <a:gd name="connsiteX32" fmla="*/ 2558564 w 12192000"/>
              <a:gd name="connsiteY32" fmla="*/ 552345 h 6857999"/>
              <a:gd name="connsiteX33" fmla="*/ 2477738 w 12192000"/>
              <a:gd name="connsiteY33" fmla="*/ 685042 h 6857999"/>
              <a:gd name="connsiteX34" fmla="*/ 2396307 w 12192000"/>
              <a:gd name="connsiteY34" fmla="*/ 552345 h 6857999"/>
              <a:gd name="connsiteX35" fmla="*/ 2694276 w 12192000"/>
              <a:gd name="connsiteY35" fmla="*/ 552345 h 6857999"/>
              <a:gd name="connsiteX36" fmla="*/ 2694276 w 12192000"/>
              <a:gd name="connsiteY36" fmla="*/ 666947 h 6857999"/>
              <a:gd name="connsiteX37" fmla="*/ 2743134 w 12192000"/>
              <a:gd name="connsiteY37" fmla="*/ 666947 h 6857999"/>
              <a:gd name="connsiteX38" fmla="*/ 2710563 w 12192000"/>
              <a:gd name="connsiteY38" fmla="*/ 756821 h 6857999"/>
              <a:gd name="connsiteX39" fmla="*/ 2735293 w 12192000"/>
              <a:gd name="connsiteY39" fmla="*/ 756821 h 6857999"/>
              <a:gd name="connsiteX40" fmla="*/ 2808881 w 12192000"/>
              <a:gd name="connsiteY40" fmla="*/ 657901 h 6857999"/>
              <a:gd name="connsiteX41" fmla="*/ 2808881 w 12192000"/>
              <a:gd name="connsiteY41" fmla="*/ 552345 h 6857999"/>
              <a:gd name="connsiteX42" fmla="*/ 539750 w 12192000"/>
              <a:gd name="connsiteY42" fmla="*/ 552345 h 6857999"/>
              <a:gd name="connsiteX43" fmla="*/ 539750 w 12192000"/>
              <a:gd name="connsiteY43" fmla="*/ 974568 h 6857999"/>
              <a:gd name="connsiteX44" fmla="*/ 645307 w 12192000"/>
              <a:gd name="connsiteY44" fmla="*/ 974568 h 6857999"/>
              <a:gd name="connsiteX45" fmla="*/ 645307 w 12192000"/>
              <a:gd name="connsiteY45" fmla="*/ 700726 h 6857999"/>
              <a:gd name="connsiteX46" fmla="*/ 660385 w 12192000"/>
              <a:gd name="connsiteY46" fmla="*/ 763457 h 6857999"/>
              <a:gd name="connsiteX47" fmla="*/ 716483 w 12192000"/>
              <a:gd name="connsiteY47" fmla="*/ 974568 h 6857999"/>
              <a:gd name="connsiteX48" fmla="*/ 827466 w 12192000"/>
              <a:gd name="connsiteY48" fmla="*/ 974568 h 6857999"/>
              <a:gd name="connsiteX49" fmla="*/ 883562 w 12192000"/>
              <a:gd name="connsiteY49" fmla="*/ 763457 h 6857999"/>
              <a:gd name="connsiteX50" fmla="*/ 898643 w 12192000"/>
              <a:gd name="connsiteY50" fmla="*/ 700726 h 6857999"/>
              <a:gd name="connsiteX51" fmla="*/ 898643 w 12192000"/>
              <a:gd name="connsiteY51" fmla="*/ 974568 h 6857999"/>
              <a:gd name="connsiteX52" fmla="*/ 1006610 w 12192000"/>
              <a:gd name="connsiteY52" fmla="*/ 974568 h 6857999"/>
              <a:gd name="connsiteX53" fmla="*/ 1006610 w 12192000"/>
              <a:gd name="connsiteY53" fmla="*/ 552345 h 6857999"/>
              <a:gd name="connsiteX54" fmla="*/ 838323 w 12192000"/>
              <a:gd name="connsiteY54" fmla="*/ 552345 h 6857999"/>
              <a:gd name="connsiteX55" fmla="*/ 785847 w 12192000"/>
              <a:gd name="connsiteY55" fmla="*/ 769489 h 6857999"/>
              <a:gd name="connsiteX56" fmla="*/ 773181 w 12192000"/>
              <a:gd name="connsiteY56" fmla="*/ 829806 h 6857999"/>
              <a:gd name="connsiteX57" fmla="*/ 760513 w 12192000"/>
              <a:gd name="connsiteY57" fmla="*/ 769489 h 6857999"/>
              <a:gd name="connsiteX58" fmla="*/ 708037 w 12192000"/>
              <a:gd name="connsiteY58" fmla="*/ 552345 h 6857999"/>
              <a:gd name="connsiteX59" fmla="*/ 1685779 w 12192000"/>
              <a:gd name="connsiteY59" fmla="*/ 545106 h 6857999"/>
              <a:gd name="connsiteX60" fmla="*/ 1487334 w 12192000"/>
              <a:gd name="connsiteY60" fmla="*/ 725456 h 6857999"/>
              <a:gd name="connsiteX61" fmla="*/ 1487334 w 12192000"/>
              <a:gd name="connsiteY61" fmla="*/ 801457 h 6857999"/>
              <a:gd name="connsiteX62" fmla="*/ 1685779 w 12192000"/>
              <a:gd name="connsiteY62" fmla="*/ 981806 h 6857999"/>
              <a:gd name="connsiteX63" fmla="*/ 1884225 w 12192000"/>
              <a:gd name="connsiteY63" fmla="*/ 801457 h 6857999"/>
              <a:gd name="connsiteX64" fmla="*/ 1884225 w 12192000"/>
              <a:gd name="connsiteY64" fmla="*/ 725456 h 6857999"/>
              <a:gd name="connsiteX65" fmla="*/ 1685779 w 12192000"/>
              <a:gd name="connsiteY65" fmla="*/ 545106 h 6857999"/>
              <a:gd name="connsiteX66" fmla="*/ 1248481 w 12192000"/>
              <a:gd name="connsiteY66" fmla="*/ 545106 h 6857999"/>
              <a:gd name="connsiteX67" fmla="*/ 1050036 w 12192000"/>
              <a:gd name="connsiteY67" fmla="*/ 725456 h 6857999"/>
              <a:gd name="connsiteX68" fmla="*/ 1050036 w 12192000"/>
              <a:gd name="connsiteY68" fmla="*/ 801457 h 6857999"/>
              <a:gd name="connsiteX69" fmla="*/ 1248481 w 12192000"/>
              <a:gd name="connsiteY69" fmla="*/ 981806 h 6857999"/>
              <a:gd name="connsiteX70" fmla="*/ 1446927 w 12192000"/>
              <a:gd name="connsiteY70" fmla="*/ 801457 h 6857999"/>
              <a:gd name="connsiteX71" fmla="*/ 1446927 w 12192000"/>
              <a:gd name="connsiteY71" fmla="*/ 725456 h 6857999"/>
              <a:gd name="connsiteX72" fmla="*/ 1248481 w 12192000"/>
              <a:gd name="connsiteY72" fmla="*/ 545106 h 6857999"/>
              <a:gd name="connsiteX73" fmla="*/ 3000079 w 12192000"/>
              <a:gd name="connsiteY73" fmla="*/ 545106 h 6857999"/>
              <a:gd name="connsiteX74" fmla="*/ 2828172 w 12192000"/>
              <a:gd name="connsiteY74" fmla="*/ 682630 h 6857999"/>
              <a:gd name="connsiteX75" fmla="*/ 2942175 w 12192000"/>
              <a:gd name="connsiteY75" fmla="*/ 806281 h 6857999"/>
              <a:gd name="connsiteX76" fmla="*/ 3018174 w 12192000"/>
              <a:gd name="connsiteY76" fmla="*/ 817743 h 6857999"/>
              <a:gd name="connsiteX77" fmla="*/ 3061604 w 12192000"/>
              <a:gd name="connsiteY77" fmla="*/ 852728 h 6857999"/>
              <a:gd name="connsiteX78" fmla="*/ 3000079 w 12192000"/>
              <a:gd name="connsiteY78" fmla="*/ 887712 h 6857999"/>
              <a:gd name="connsiteX79" fmla="*/ 2937348 w 12192000"/>
              <a:gd name="connsiteY79" fmla="*/ 845489 h 6857999"/>
              <a:gd name="connsiteX80" fmla="*/ 2937348 w 12192000"/>
              <a:gd name="connsiteY80" fmla="*/ 829203 h 6857999"/>
              <a:gd name="connsiteX81" fmla="*/ 2825761 w 12192000"/>
              <a:gd name="connsiteY81" fmla="*/ 829203 h 6857999"/>
              <a:gd name="connsiteX82" fmla="*/ 2825761 w 12192000"/>
              <a:gd name="connsiteY82" fmla="*/ 847901 h 6857999"/>
              <a:gd name="connsiteX83" fmla="*/ 3000079 w 12192000"/>
              <a:gd name="connsiteY83" fmla="*/ 981808 h 6857999"/>
              <a:gd name="connsiteX84" fmla="*/ 3172012 w 12192000"/>
              <a:gd name="connsiteY84" fmla="*/ 874148 h 6857999"/>
              <a:gd name="connsiteX85" fmla="*/ 3175000 w 12192000"/>
              <a:gd name="connsiteY85" fmla="*/ 843076 h 6857999"/>
              <a:gd name="connsiteX86" fmla="*/ 3172125 w 12192000"/>
              <a:gd name="connsiteY86" fmla="*/ 811710 h 6857999"/>
              <a:gd name="connsiteX87" fmla="*/ 3057985 w 12192000"/>
              <a:gd name="connsiteY87" fmla="*/ 718220 h 6857999"/>
              <a:gd name="connsiteX88" fmla="*/ 2982586 w 12192000"/>
              <a:gd name="connsiteY88" fmla="*/ 706758 h 6857999"/>
              <a:gd name="connsiteX89" fmla="*/ 2941572 w 12192000"/>
              <a:gd name="connsiteY89" fmla="*/ 672981 h 6857999"/>
              <a:gd name="connsiteX90" fmla="*/ 3000079 w 12192000"/>
              <a:gd name="connsiteY90" fmla="*/ 639203 h 6857999"/>
              <a:gd name="connsiteX91" fmla="*/ 3058587 w 12192000"/>
              <a:gd name="connsiteY91" fmla="*/ 680219 h 6857999"/>
              <a:gd name="connsiteX92" fmla="*/ 3058587 w 12192000"/>
              <a:gd name="connsiteY92" fmla="*/ 694092 h 6857999"/>
              <a:gd name="connsiteX93" fmla="*/ 3170176 w 12192000"/>
              <a:gd name="connsiteY93" fmla="*/ 694092 h 6857999"/>
              <a:gd name="connsiteX94" fmla="*/ 3170176 w 12192000"/>
              <a:gd name="connsiteY94" fmla="*/ 677806 h 6857999"/>
              <a:gd name="connsiteX95" fmla="*/ 3000079 w 12192000"/>
              <a:gd name="connsiteY95" fmla="*/ 545106 h 6857999"/>
              <a:gd name="connsiteX96" fmla="*/ 0 w 12192000"/>
              <a:gd name="connsiteY96" fmla="*/ 0 h 6857999"/>
              <a:gd name="connsiteX97" fmla="*/ 12192000 w 12192000"/>
              <a:gd name="connsiteY97" fmla="*/ 0 h 6857999"/>
              <a:gd name="connsiteX98" fmla="*/ 12192000 w 12192000"/>
              <a:gd name="connsiteY98" fmla="*/ 6857999 h 6857999"/>
              <a:gd name="connsiteX99" fmla="*/ 0 w 12192000"/>
              <a:gd name="connsiteY9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2000" h="6857999">
                <a:moveTo>
                  <a:pt x="2041649" y="647043"/>
                </a:moveTo>
                <a:lnTo>
                  <a:pt x="2097141" y="647043"/>
                </a:lnTo>
                <a:cubicBezTo>
                  <a:pt x="2156253" y="647043"/>
                  <a:pt x="2185808" y="676600"/>
                  <a:pt x="2185808" y="735711"/>
                </a:cubicBezTo>
                <a:lnTo>
                  <a:pt x="2185808" y="791202"/>
                </a:lnTo>
                <a:cubicBezTo>
                  <a:pt x="2185808" y="849711"/>
                  <a:pt x="2156253" y="879871"/>
                  <a:pt x="2097141" y="879871"/>
                </a:cubicBezTo>
                <a:lnTo>
                  <a:pt x="2041649" y="879871"/>
                </a:lnTo>
                <a:close/>
                <a:moveTo>
                  <a:pt x="1685779" y="638600"/>
                </a:moveTo>
                <a:cubicBezTo>
                  <a:pt x="1737050" y="638600"/>
                  <a:pt x="1768415" y="667552"/>
                  <a:pt x="1768415" y="715201"/>
                </a:cubicBezTo>
                <a:lnTo>
                  <a:pt x="1768415" y="811711"/>
                </a:lnTo>
                <a:cubicBezTo>
                  <a:pt x="1768415" y="858758"/>
                  <a:pt x="1737048" y="888315"/>
                  <a:pt x="1685779" y="888315"/>
                </a:cubicBezTo>
                <a:cubicBezTo>
                  <a:pt x="1634510" y="888315"/>
                  <a:pt x="1603145" y="858758"/>
                  <a:pt x="1603145" y="811711"/>
                </a:cubicBezTo>
                <a:lnTo>
                  <a:pt x="1603145" y="715201"/>
                </a:lnTo>
                <a:cubicBezTo>
                  <a:pt x="1603145" y="667552"/>
                  <a:pt x="1634510" y="638600"/>
                  <a:pt x="1685779" y="638600"/>
                </a:cubicBezTo>
                <a:close/>
                <a:moveTo>
                  <a:pt x="1248481" y="638600"/>
                </a:moveTo>
                <a:cubicBezTo>
                  <a:pt x="1299752" y="638600"/>
                  <a:pt x="1331117" y="667552"/>
                  <a:pt x="1331117" y="715201"/>
                </a:cubicBezTo>
                <a:lnTo>
                  <a:pt x="1331117" y="811711"/>
                </a:lnTo>
                <a:cubicBezTo>
                  <a:pt x="1331117" y="858758"/>
                  <a:pt x="1299749" y="888315"/>
                  <a:pt x="1248481" y="888315"/>
                </a:cubicBezTo>
                <a:cubicBezTo>
                  <a:pt x="1197212" y="888315"/>
                  <a:pt x="1165846" y="858758"/>
                  <a:pt x="1165846" y="811711"/>
                </a:cubicBezTo>
                <a:lnTo>
                  <a:pt x="1165846" y="715201"/>
                </a:lnTo>
                <a:cubicBezTo>
                  <a:pt x="1165846" y="667552"/>
                  <a:pt x="1197212" y="638600"/>
                  <a:pt x="1248481" y="638600"/>
                </a:cubicBezTo>
                <a:close/>
                <a:moveTo>
                  <a:pt x="1927044" y="552346"/>
                </a:moveTo>
                <a:lnTo>
                  <a:pt x="1927044" y="974570"/>
                </a:lnTo>
                <a:lnTo>
                  <a:pt x="2097141" y="974570"/>
                </a:lnTo>
                <a:cubicBezTo>
                  <a:pt x="2226825" y="974570"/>
                  <a:pt x="2301618" y="906409"/>
                  <a:pt x="2301618" y="789394"/>
                </a:cubicBezTo>
                <a:lnTo>
                  <a:pt x="2301618" y="737520"/>
                </a:lnTo>
                <a:cubicBezTo>
                  <a:pt x="2301618" y="620504"/>
                  <a:pt x="2226825" y="552346"/>
                  <a:pt x="2097141" y="552346"/>
                </a:cubicBezTo>
                <a:close/>
                <a:moveTo>
                  <a:pt x="2266624" y="552345"/>
                </a:moveTo>
                <a:lnTo>
                  <a:pt x="2420435" y="788790"/>
                </a:lnTo>
                <a:lnTo>
                  <a:pt x="2420435" y="974569"/>
                </a:lnTo>
                <a:lnTo>
                  <a:pt x="2529007" y="974569"/>
                </a:lnTo>
                <a:lnTo>
                  <a:pt x="2529007" y="788790"/>
                </a:lnTo>
                <a:lnTo>
                  <a:pt x="2682817" y="552345"/>
                </a:lnTo>
                <a:lnTo>
                  <a:pt x="2558564" y="552345"/>
                </a:lnTo>
                <a:lnTo>
                  <a:pt x="2477738" y="685042"/>
                </a:lnTo>
                <a:lnTo>
                  <a:pt x="2396307" y="552345"/>
                </a:lnTo>
                <a:close/>
                <a:moveTo>
                  <a:pt x="2694276" y="552345"/>
                </a:moveTo>
                <a:lnTo>
                  <a:pt x="2694276" y="666947"/>
                </a:lnTo>
                <a:lnTo>
                  <a:pt x="2743134" y="666947"/>
                </a:lnTo>
                <a:lnTo>
                  <a:pt x="2710563" y="756821"/>
                </a:lnTo>
                <a:lnTo>
                  <a:pt x="2735293" y="756821"/>
                </a:lnTo>
                <a:lnTo>
                  <a:pt x="2808881" y="657901"/>
                </a:lnTo>
                <a:lnTo>
                  <a:pt x="2808881" y="552345"/>
                </a:lnTo>
                <a:close/>
                <a:moveTo>
                  <a:pt x="539750" y="552345"/>
                </a:moveTo>
                <a:lnTo>
                  <a:pt x="539750" y="974568"/>
                </a:lnTo>
                <a:lnTo>
                  <a:pt x="645307" y="974568"/>
                </a:lnTo>
                <a:lnTo>
                  <a:pt x="645307" y="700726"/>
                </a:lnTo>
                <a:lnTo>
                  <a:pt x="660385" y="763457"/>
                </a:lnTo>
                <a:lnTo>
                  <a:pt x="716483" y="974568"/>
                </a:lnTo>
                <a:lnTo>
                  <a:pt x="827466" y="974568"/>
                </a:lnTo>
                <a:lnTo>
                  <a:pt x="883562" y="763457"/>
                </a:lnTo>
                <a:lnTo>
                  <a:pt x="898643" y="700726"/>
                </a:lnTo>
                <a:lnTo>
                  <a:pt x="898643" y="974568"/>
                </a:lnTo>
                <a:lnTo>
                  <a:pt x="1006610" y="974568"/>
                </a:lnTo>
                <a:lnTo>
                  <a:pt x="1006610" y="552345"/>
                </a:lnTo>
                <a:lnTo>
                  <a:pt x="838323" y="552345"/>
                </a:lnTo>
                <a:lnTo>
                  <a:pt x="785847" y="769489"/>
                </a:lnTo>
                <a:lnTo>
                  <a:pt x="773181" y="829806"/>
                </a:lnTo>
                <a:lnTo>
                  <a:pt x="760513" y="769489"/>
                </a:lnTo>
                <a:lnTo>
                  <a:pt x="708037" y="552345"/>
                </a:lnTo>
                <a:close/>
                <a:moveTo>
                  <a:pt x="1685779" y="545106"/>
                </a:moveTo>
                <a:cubicBezTo>
                  <a:pt x="1561525" y="545106"/>
                  <a:pt x="1487334" y="612662"/>
                  <a:pt x="1487334" y="725456"/>
                </a:cubicBezTo>
                <a:lnTo>
                  <a:pt x="1487334" y="801457"/>
                </a:lnTo>
                <a:cubicBezTo>
                  <a:pt x="1487334" y="914854"/>
                  <a:pt x="1560922" y="981806"/>
                  <a:pt x="1685779" y="981806"/>
                </a:cubicBezTo>
                <a:cubicBezTo>
                  <a:pt x="1810035" y="981806"/>
                  <a:pt x="1884225" y="914251"/>
                  <a:pt x="1884225" y="801457"/>
                </a:cubicBezTo>
                <a:lnTo>
                  <a:pt x="1884225" y="725456"/>
                </a:lnTo>
                <a:cubicBezTo>
                  <a:pt x="1884225" y="612059"/>
                  <a:pt x="1810637" y="545106"/>
                  <a:pt x="1685779" y="545106"/>
                </a:cubicBezTo>
                <a:close/>
                <a:moveTo>
                  <a:pt x="1248481" y="545106"/>
                </a:moveTo>
                <a:cubicBezTo>
                  <a:pt x="1124227" y="545106"/>
                  <a:pt x="1050036" y="612662"/>
                  <a:pt x="1050036" y="725456"/>
                </a:cubicBezTo>
                <a:lnTo>
                  <a:pt x="1050036" y="801457"/>
                </a:lnTo>
                <a:cubicBezTo>
                  <a:pt x="1050036" y="914854"/>
                  <a:pt x="1123624" y="981806"/>
                  <a:pt x="1248481" y="981806"/>
                </a:cubicBezTo>
                <a:cubicBezTo>
                  <a:pt x="1372737" y="981806"/>
                  <a:pt x="1446927" y="914251"/>
                  <a:pt x="1446927" y="801457"/>
                </a:cubicBezTo>
                <a:lnTo>
                  <a:pt x="1446927" y="725456"/>
                </a:lnTo>
                <a:cubicBezTo>
                  <a:pt x="1446927" y="612059"/>
                  <a:pt x="1373339" y="545106"/>
                  <a:pt x="1248481" y="545106"/>
                </a:cubicBezTo>
                <a:close/>
                <a:moveTo>
                  <a:pt x="3000079" y="545106"/>
                </a:moveTo>
                <a:cubicBezTo>
                  <a:pt x="2891506" y="545106"/>
                  <a:pt x="2828172" y="595774"/>
                  <a:pt x="2828172" y="682630"/>
                </a:cubicBezTo>
                <a:cubicBezTo>
                  <a:pt x="2828172" y="773710"/>
                  <a:pt x="2892714" y="799045"/>
                  <a:pt x="2942175" y="806281"/>
                </a:cubicBezTo>
                <a:lnTo>
                  <a:pt x="3018174" y="817743"/>
                </a:lnTo>
                <a:cubicBezTo>
                  <a:pt x="3044112" y="821362"/>
                  <a:pt x="3061604" y="826790"/>
                  <a:pt x="3061604" y="852728"/>
                </a:cubicBezTo>
                <a:cubicBezTo>
                  <a:pt x="3061604" y="875647"/>
                  <a:pt x="3040492" y="887712"/>
                  <a:pt x="3000079" y="887712"/>
                </a:cubicBezTo>
                <a:cubicBezTo>
                  <a:pt x="2956048" y="887712"/>
                  <a:pt x="2937348" y="875044"/>
                  <a:pt x="2937348" y="845489"/>
                </a:cubicBezTo>
                <a:lnTo>
                  <a:pt x="2937348" y="829203"/>
                </a:lnTo>
                <a:lnTo>
                  <a:pt x="2825761" y="829203"/>
                </a:lnTo>
                <a:lnTo>
                  <a:pt x="2825761" y="847901"/>
                </a:lnTo>
                <a:cubicBezTo>
                  <a:pt x="2825761" y="931743"/>
                  <a:pt x="2890301" y="981808"/>
                  <a:pt x="3000079" y="981808"/>
                </a:cubicBezTo>
                <a:cubicBezTo>
                  <a:pt x="3096664" y="981808"/>
                  <a:pt x="3158149" y="942554"/>
                  <a:pt x="3172012" y="874148"/>
                </a:cubicBezTo>
                <a:lnTo>
                  <a:pt x="3175000" y="843076"/>
                </a:lnTo>
                <a:lnTo>
                  <a:pt x="3172125" y="811710"/>
                </a:lnTo>
                <a:cubicBezTo>
                  <a:pt x="3159054" y="745334"/>
                  <a:pt x="3103902" y="725081"/>
                  <a:pt x="3057985" y="718220"/>
                </a:cubicBezTo>
                <a:lnTo>
                  <a:pt x="2982586" y="706758"/>
                </a:lnTo>
                <a:cubicBezTo>
                  <a:pt x="2958461" y="703139"/>
                  <a:pt x="2941572" y="697711"/>
                  <a:pt x="2941572" y="672981"/>
                </a:cubicBezTo>
                <a:cubicBezTo>
                  <a:pt x="2941572" y="650662"/>
                  <a:pt x="2961475" y="639203"/>
                  <a:pt x="3000079" y="639203"/>
                </a:cubicBezTo>
                <a:cubicBezTo>
                  <a:pt x="3041095" y="639203"/>
                  <a:pt x="3058587" y="651265"/>
                  <a:pt x="3058587" y="680219"/>
                </a:cubicBezTo>
                <a:lnTo>
                  <a:pt x="3058587" y="694092"/>
                </a:lnTo>
                <a:lnTo>
                  <a:pt x="3170176" y="694092"/>
                </a:lnTo>
                <a:lnTo>
                  <a:pt x="3170176" y="677806"/>
                </a:lnTo>
                <a:cubicBezTo>
                  <a:pt x="3170176" y="594567"/>
                  <a:pt x="3106842" y="545106"/>
                  <a:pt x="3000079" y="545106"/>
                </a:cubicBezTo>
                <a:close/>
                <a:moveTo>
                  <a:pt x="0" y="0"/>
                </a:moveTo>
                <a:lnTo>
                  <a:pt x="12192000" y="0"/>
                </a:lnTo>
                <a:lnTo>
                  <a:pt x="12192000" y="6857999"/>
                </a:lnTo>
                <a:lnTo>
                  <a:pt x="0" y="6857999"/>
                </a:lnTo>
                <a:close/>
              </a:path>
            </a:pathLst>
          </a:custGeom>
          <a:solidFill>
            <a:srgbClr val="A6A9AA"/>
          </a:solidFill>
        </p:spPr>
        <p:txBody>
          <a:bodyPr wrap="square" rIns="548640" anchor="ctr">
            <a:noAutofit/>
          </a:bodyPr>
          <a:lstStyle>
            <a:lvl1pPr algn="r">
              <a:defRPr>
                <a:solidFill>
                  <a:schemeClr val="tx1"/>
                </a:solidFill>
              </a:defRPr>
            </a:lvl1pPr>
          </a:lstStyle>
          <a:p>
            <a:r>
              <a:rPr lang="en-US"/>
              <a:t>Click to add picture</a:t>
            </a:r>
          </a:p>
        </p:txBody>
      </p:sp>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9/3/2025</a:t>
            </a:fld>
            <a:endParaRPr lang="en-US"/>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6463DDA5-4241-B62D-0CE3-D5CF7DDC78DE}"/>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1613474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5 - Light Photo">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E69FF6-3FAE-6184-8074-A3CDDC7C9ABD}"/>
              </a:ext>
            </a:extLst>
          </p:cNvPr>
          <p:cNvSpPr/>
          <p:nvPr/>
        </p:nvSpPr>
        <p:spPr>
          <a:xfrm>
            <a:off x="0" y="0"/>
            <a:ext cx="1218895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5C77B404-B686-66A0-1A20-E42FD89A9DE9}"/>
              </a:ext>
            </a:extLst>
          </p:cNvPr>
          <p:cNvSpPr>
            <a:spLocks noGrp="1"/>
          </p:cNvSpPr>
          <p:nvPr>
            <p:ph type="pic" sz="quarter" idx="13" hasCustomPrompt="1"/>
          </p:nvPr>
        </p:nvSpPr>
        <p:spPr>
          <a:xfrm>
            <a:off x="0" y="0"/>
            <a:ext cx="12192000" cy="6857999"/>
          </a:xfrm>
          <a:custGeom>
            <a:avLst/>
            <a:gdLst>
              <a:gd name="connsiteX0" fmla="*/ 2041649 w 12192000"/>
              <a:gd name="connsiteY0" fmla="*/ 647043 h 6857999"/>
              <a:gd name="connsiteX1" fmla="*/ 2097141 w 12192000"/>
              <a:gd name="connsiteY1" fmla="*/ 647043 h 6857999"/>
              <a:gd name="connsiteX2" fmla="*/ 2185808 w 12192000"/>
              <a:gd name="connsiteY2" fmla="*/ 735711 h 6857999"/>
              <a:gd name="connsiteX3" fmla="*/ 2185808 w 12192000"/>
              <a:gd name="connsiteY3" fmla="*/ 791202 h 6857999"/>
              <a:gd name="connsiteX4" fmla="*/ 2097141 w 12192000"/>
              <a:gd name="connsiteY4" fmla="*/ 879871 h 6857999"/>
              <a:gd name="connsiteX5" fmla="*/ 2041649 w 12192000"/>
              <a:gd name="connsiteY5" fmla="*/ 879871 h 6857999"/>
              <a:gd name="connsiteX6" fmla="*/ 1685779 w 12192000"/>
              <a:gd name="connsiteY6" fmla="*/ 638600 h 6857999"/>
              <a:gd name="connsiteX7" fmla="*/ 1768415 w 12192000"/>
              <a:gd name="connsiteY7" fmla="*/ 715201 h 6857999"/>
              <a:gd name="connsiteX8" fmla="*/ 1768415 w 12192000"/>
              <a:gd name="connsiteY8" fmla="*/ 811711 h 6857999"/>
              <a:gd name="connsiteX9" fmla="*/ 1685779 w 12192000"/>
              <a:gd name="connsiteY9" fmla="*/ 888315 h 6857999"/>
              <a:gd name="connsiteX10" fmla="*/ 1603145 w 12192000"/>
              <a:gd name="connsiteY10" fmla="*/ 811711 h 6857999"/>
              <a:gd name="connsiteX11" fmla="*/ 1603145 w 12192000"/>
              <a:gd name="connsiteY11" fmla="*/ 715201 h 6857999"/>
              <a:gd name="connsiteX12" fmla="*/ 1685779 w 12192000"/>
              <a:gd name="connsiteY12" fmla="*/ 638600 h 6857999"/>
              <a:gd name="connsiteX13" fmla="*/ 1248481 w 12192000"/>
              <a:gd name="connsiteY13" fmla="*/ 638600 h 6857999"/>
              <a:gd name="connsiteX14" fmla="*/ 1331117 w 12192000"/>
              <a:gd name="connsiteY14" fmla="*/ 715201 h 6857999"/>
              <a:gd name="connsiteX15" fmla="*/ 1331117 w 12192000"/>
              <a:gd name="connsiteY15" fmla="*/ 811711 h 6857999"/>
              <a:gd name="connsiteX16" fmla="*/ 1248481 w 12192000"/>
              <a:gd name="connsiteY16" fmla="*/ 888315 h 6857999"/>
              <a:gd name="connsiteX17" fmla="*/ 1165846 w 12192000"/>
              <a:gd name="connsiteY17" fmla="*/ 811711 h 6857999"/>
              <a:gd name="connsiteX18" fmla="*/ 1165846 w 12192000"/>
              <a:gd name="connsiteY18" fmla="*/ 715201 h 6857999"/>
              <a:gd name="connsiteX19" fmla="*/ 1248481 w 12192000"/>
              <a:gd name="connsiteY19" fmla="*/ 638600 h 6857999"/>
              <a:gd name="connsiteX20" fmla="*/ 1927044 w 12192000"/>
              <a:gd name="connsiteY20" fmla="*/ 552346 h 6857999"/>
              <a:gd name="connsiteX21" fmla="*/ 1927044 w 12192000"/>
              <a:gd name="connsiteY21" fmla="*/ 974570 h 6857999"/>
              <a:gd name="connsiteX22" fmla="*/ 2097141 w 12192000"/>
              <a:gd name="connsiteY22" fmla="*/ 974570 h 6857999"/>
              <a:gd name="connsiteX23" fmla="*/ 2301618 w 12192000"/>
              <a:gd name="connsiteY23" fmla="*/ 789394 h 6857999"/>
              <a:gd name="connsiteX24" fmla="*/ 2301618 w 12192000"/>
              <a:gd name="connsiteY24" fmla="*/ 737520 h 6857999"/>
              <a:gd name="connsiteX25" fmla="*/ 2097141 w 12192000"/>
              <a:gd name="connsiteY25" fmla="*/ 552346 h 6857999"/>
              <a:gd name="connsiteX26" fmla="*/ 2266624 w 12192000"/>
              <a:gd name="connsiteY26" fmla="*/ 552345 h 6857999"/>
              <a:gd name="connsiteX27" fmla="*/ 2420435 w 12192000"/>
              <a:gd name="connsiteY27" fmla="*/ 788790 h 6857999"/>
              <a:gd name="connsiteX28" fmla="*/ 2420435 w 12192000"/>
              <a:gd name="connsiteY28" fmla="*/ 974569 h 6857999"/>
              <a:gd name="connsiteX29" fmla="*/ 2529007 w 12192000"/>
              <a:gd name="connsiteY29" fmla="*/ 974569 h 6857999"/>
              <a:gd name="connsiteX30" fmla="*/ 2529007 w 12192000"/>
              <a:gd name="connsiteY30" fmla="*/ 788790 h 6857999"/>
              <a:gd name="connsiteX31" fmla="*/ 2682817 w 12192000"/>
              <a:gd name="connsiteY31" fmla="*/ 552345 h 6857999"/>
              <a:gd name="connsiteX32" fmla="*/ 2558564 w 12192000"/>
              <a:gd name="connsiteY32" fmla="*/ 552345 h 6857999"/>
              <a:gd name="connsiteX33" fmla="*/ 2477738 w 12192000"/>
              <a:gd name="connsiteY33" fmla="*/ 685042 h 6857999"/>
              <a:gd name="connsiteX34" fmla="*/ 2396307 w 12192000"/>
              <a:gd name="connsiteY34" fmla="*/ 552345 h 6857999"/>
              <a:gd name="connsiteX35" fmla="*/ 2694276 w 12192000"/>
              <a:gd name="connsiteY35" fmla="*/ 552345 h 6857999"/>
              <a:gd name="connsiteX36" fmla="*/ 2694276 w 12192000"/>
              <a:gd name="connsiteY36" fmla="*/ 666947 h 6857999"/>
              <a:gd name="connsiteX37" fmla="*/ 2743134 w 12192000"/>
              <a:gd name="connsiteY37" fmla="*/ 666947 h 6857999"/>
              <a:gd name="connsiteX38" fmla="*/ 2710563 w 12192000"/>
              <a:gd name="connsiteY38" fmla="*/ 756821 h 6857999"/>
              <a:gd name="connsiteX39" fmla="*/ 2735293 w 12192000"/>
              <a:gd name="connsiteY39" fmla="*/ 756821 h 6857999"/>
              <a:gd name="connsiteX40" fmla="*/ 2808881 w 12192000"/>
              <a:gd name="connsiteY40" fmla="*/ 657901 h 6857999"/>
              <a:gd name="connsiteX41" fmla="*/ 2808881 w 12192000"/>
              <a:gd name="connsiteY41" fmla="*/ 552345 h 6857999"/>
              <a:gd name="connsiteX42" fmla="*/ 539750 w 12192000"/>
              <a:gd name="connsiteY42" fmla="*/ 552345 h 6857999"/>
              <a:gd name="connsiteX43" fmla="*/ 539750 w 12192000"/>
              <a:gd name="connsiteY43" fmla="*/ 974568 h 6857999"/>
              <a:gd name="connsiteX44" fmla="*/ 645307 w 12192000"/>
              <a:gd name="connsiteY44" fmla="*/ 974568 h 6857999"/>
              <a:gd name="connsiteX45" fmla="*/ 645307 w 12192000"/>
              <a:gd name="connsiteY45" fmla="*/ 700726 h 6857999"/>
              <a:gd name="connsiteX46" fmla="*/ 660385 w 12192000"/>
              <a:gd name="connsiteY46" fmla="*/ 763457 h 6857999"/>
              <a:gd name="connsiteX47" fmla="*/ 716483 w 12192000"/>
              <a:gd name="connsiteY47" fmla="*/ 974568 h 6857999"/>
              <a:gd name="connsiteX48" fmla="*/ 827466 w 12192000"/>
              <a:gd name="connsiteY48" fmla="*/ 974568 h 6857999"/>
              <a:gd name="connsiteX49" fmla="*/ 883562 w 12192000"/>
              <a:gd name="connsiteY49" fmla="*/ 763457 h 6857999"/>
              <a:gd name="connsiteX50" fmla="*/ 898643 w 12192000"/>
              <a:gd name="connsiteY50" fmla="*/ 700726 h 6857999"/>
              <a:gd name="connsiteX51" fmla="*/ 898643 w 12192000"/>
              <a:gd name="connsiteY51" fmla="*/ 974568 h 6857999"/>
              <a:gd name="connsiteX52" fmla="*/ 1006610 w 12192000"/>
              <a:gd name="connsiteY52" fmla="*/ 974568 h 6857999"/>
              <a:gd name="connsiteX53" fmla="*/ 1006610 w 12192000"/>
              <a:gd name="connsiteY53" fmla="*/ 552345 h 6857999"/>
              <a:gd name="connsiteX54" fmla="*/ 838323 w 12192000"/>
              <a:gd name="connsiteY54" fmla="*/ 552345 h 6857999"/>
              <a:gd name="connsiteX55" fmla="*/ 785847 w 12192000"/>
              <a:gd name="connsiteY55" fmla="*/ 769489 h 6857999"/>
              <a:gd name="connsiteX56" fmla="*/ 773181 w 12192000"/>
              <a:gd name="connsiteY56" fmla="*/ 829806 h 6857999"/>
              <a:gd name="connsiteX57" fmla="*/ 760513 w 12192000"/>
              <a:gd name="connsiteY57" fmla="*/ 769489 h 6857999"/>
              <a:gd name="connsiteX58" fmla="*/ 708037 w 12192000"/>
              <a:gd name="connsiteY58" fmla="*/ 552345 h 6857999"/>
              <a:gd name="connsiteX59" fmla="*/ 1685779 w 12192000"/>
              <a:gd name="connsiteY59" fmla="*/ 545106 h 6857999"/>
              <a:gd name="connsiteX60" fmla="*/ 1487334 w 12192000"/>
              <a:gd name="connsiteY60" fmla="*/ 725456 h 6857999"/>
              <a:gd name="connsiteX61" fmla="*/ 1487334 w 12192000"/>
              <a:gd name="connsiteY61" fmla="*/ 801457 h 6857999"/>
              <a:gd name="connsiteX62" fmla="*/ 1685779 w 12192000"/>
              <a:gd name="connsiteY62" fmla="*/ 981806 h 6857999"/>
              <a:gd name="connsiteX63" fmla="*/ 1884225 w 12192000"/>
              <a:gd name="connsiteY63" fmla="*/ 801457 h 6857999"/>
              <a:gd name="connsiteX64" fmla="*/ 1884225 w 12192000"/>
              <a:gd name="connsiteY64" fmla="*/ 725456 h 6857999"/>
              <a:gd name="connsiteX65" fmla="*/ 1685779 w 12192000"/>
              <a:gd name="connsiteY65" fmla="*/ 545106 h 6857999"/>
              <a:gd name="connsiteX66" fmla="*/ 1248481 w 12192000"/>
              <a:gd name="connsiteY66" fmla="*/ 545106 h 6857999"/>
              <a:gd name="connsiteX67" fmla="*/ 1050036 w 12192000"/>
              <a:gd name="connsiteY67" fmla="*/ 725456 h 6857999"/>
              <a:gd name="connsiteX68" fmla="*/ 1050036 w 12192000"/>
              <a:gd name="connsiteY68" fmla="*/ 801457 h 6857999"/>
              <a:gd name="connsiteX69" fmla="*/ 1248481 w 12192000"/>
              <a:gd name="connsiteY69" fmla="*/ 981806 h 6857999"/>
              <a:gd name="connsiteX70" fmla="*/ 1446927 w 12192000"/>
              <a:gd name="connsiteY70" fmla="*/ 801457 h 6857999"/>
              <a:gd name="connsiteX71" fmla="*/ 1446927 w 12192000"/>
              <a:gd name="connsiteY71" fmla="*/ 725456 h 6857999"/>
              <a:gd name="connsiteX72" fmla="*/ 1248481 w 12192000"/>
              <a:gd name="connsiteY72" fmla="*/ 545106 h 6857999"/>
              <a:gd name="connsiteX73" fmla="*/ 3000079 w 12192000"/>
              <a:gd name="connsiteY73" fmla="*/ 545106 h 6857999"/>
              <a:gd name="connsiteX74" fmla="*/ 2828172 w 12192000"/>
              <a:gd name="connsiteY74" fmla="*/ 682630 h 6857999"/>
              <a:gd name="connsiteX75" fmla="*/ 2942175 w 12192000"/>
              <a:gd name="connsiteY75" fmla="*/ 806281 h 6857999"/>
              <a:gd name="connsiteX76" fmla="*/ 3018174 w 12192000"/>
              <a:gd name="connsiteY76" fmla="*/ 817743 h 6857999"/>
              <a:gd name="connsiteX77" fmla="*/ 3061604 w 12192000"/>
              <a:gd name="connsiteY77" fmla="*/ 852728 h 6857999"/>
              <a:gd name="connsiteX78" fmla="*/ 3000079 w 12192000"/>
              <a:gd name="connsiteY78" fmla="*/ 887712 h 6857999"/>
              <a:gd name="connsiteX79" fmla="*/ 2937348 w 12192000"/>
              <a:gd name="connsiteY79" fmla="*/ 845489 h 6857999"/>
              <a:gd name="connsiteX80" fmla="*/ 2937348 w 12192000"/>
              <a:gd name="connsiteY80" fmla="*/ 829203 h 6857999"/>
              <a:gd name="connsiteX81" fmla="*/ 2825761 w 12192000"/>
              <a:gd name="connsiteY81" fmla="*/ 829203 h 6857999"/>
              <a:gd name="connsiteX82" fmla="*/ 2825761 w 12192000"/>
              <a:gd name="connsiteY82" fmla="*/ 847901 h 6857999"/>
              <a:gd name="connsiteX83" fmla="*/ 3000079 w 12192000"/>
              <a:gd name="connsiteY83" fmla="*/ 981808 h 6857999"/>
              <a:gd name="connsiteX84" fmla="*/ 3172012 w 12192000"/>
              <a:gd name="connsiteY84" fmla="*/ 874148 h 6857999"/>
              <a:gd name="connsiteX85" fmla="*/ 3175000 w 12192000"/>
              <a:gd name="connsiteY85" fmla="*/ 843076 h 6857999"/>
              <a:gd name="connsiteX86" fmla="*/ 3172125 w 12192000"/>
              <a:gd name="connsiteY86" fmla="*/ 811710 h 6857999"/>
              <a:gd name="connsiteX87" fmla="*/ 3057985 w 12192000"/>
              <a:gd name="connsiteY87" fmla="*/ 718220 h 6857999"/>
              <a:gd name="connsiteX88" fmla="*/ 2982586 w 12192000"/>
              <a:gd name="connsiteY88" fmla="*/ 706758 h 6857999"/>
              <a:gd name="connsiteX89" fmla="*/ 2941572 w 12192000"/>
              <a:gd name="connsiteY89" fmla="*/ 672981 h 6857999"/>
              <a:gd name="connsiteX90" fmla="*/ 3000079 w 12192000"/>
              <a:gd name="connsiteY90" fmla="*/ 639203 h 6857999"/>
              <a:gd name="connsiteX91" fmla="*/ 3058587 w 12192000"/>
              <a:gd name="connsiteY91" fmla="*/ 680219 h 6857999"/>
              <a:gd name="connsiteX92" fmla="*/ 3058587 w 12192000"/>
              <a:gd name="connsiteY92" fmla="*/ 694092 h 6857999"/>
              <a:gd name="connsiteX93" fmla="*/ 3170176 w 12192000"/>
              <a:gd name="connsiteY93" fmla="*/ 694092 h 6857999"/>
              <a:gd name="connsiteX94" fmla="*/ 3170176 w 12192000"/>
              <a:gd name="connsiteY94" fmla="*/ 677806 h 6857999"/>
              <a:gd name="connsiteX95" fmla="*/ 3000079 w 12192000"/>
              <a:gd name="connsiteY95" fmla="*/ 545106 h 6857999"/>
              <a:gd name="connsiteX96" fmla="*/ 0 w 12192000"/>
              <a:gd name="connsiteY96" fmla="*/ 0 h 6857999"/>
              <a:gd name="connsiteX97" fmla="*/ 12192000 w 12192000"/>
              <a:gd name="connsiteY97" fmla="*/ 0 h 6857999"/>
              <a:gd name="connsiteX98" fmla="*/ 12192000 w 12192000"/>
              <a:gd name="connsiteY98" fmla="*/ 6857999 h 6857999"/>
              <a:gd name="connsiteX99" fmla="*/ 0 w 12192000"/>
              <a:gd name="connsiteY9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2000" h="6857999">
                <a:moveTo>
                  <a:pt x="2041649" y="647043"/>
                </a:moveTo>
                <a:lnTo>
                  <a:pt x="2097141" y="647043"/>
                </a:lnTo>
                <a:cubicBezTo>
                  <a:pt x="2156253" y="647043"/>
                  <a:pt x="2185808" y="676600"/>
                  <a:pt x="2185808" y="735711"/>
                </a:cubicBezTo>
                <a:lnTo>
                  <a:pt x="2185808" y="791202"/>
                </a:lnTo>
                <a:cubicBezTo>
                  <a:pt x="2185808" y="849711"/>
                  <a:pt x="2156253" y="879871"/>
                  <a:pt x="2097141" y="879871"/>
                </a:cubicBezTo>
                <a:lnTo>
                  <a:pt x="2041649" y="879871"/>
                </a:lnTo>
                <a:close/>
                <a:moveTo>
                  <a:pt x="1685779" y="638600"/>
                </a:moveTo>
                <a:cubicBezTo>
                  <a:pt x="1737050" y="638600"/>
                  <a:pt x="1768415" y="667552"/>
                  <a:pt x="1768415" y="715201"/>
                </a:cubicBezTo>
                <a:lnTo>
                  <a:pt x="1768415" y="811711"/>
                </a:lnTo>
                <a:cubicBezTo>
                  <a:pt x="1768415" y="858758"/>
                  <a:pt x="1737048" y="888315"/>
                  <a:pt x="1685779" y="888315"/>
                </a:cubicBezTo>
                <a:cubicBezTo>
                  <a:pt x="1634510" y="888315"/>
                  <a:pt x="1603145" y="858758"/>
                  <a:pt x="1603145" y="811711"/>
                </a:cubicBezTo>
                <a:lnTo>
                  <a:pt x="1603145" y="715201"/>
                </a:lnTo>
                <a:cubicBezTo>
                  <a:pt x="1603145" y="667552"/>
                  <a:pt x="1634510" y="638600"/>
                  <a:pt x="1685779" y="638600"/>
                </a:cubicBezTo>
                <a:close/>
                <a:moveTo>
                  <a:pt x="1248481" y="638600"/>
                </a:moveTo>
                <a:cubicBezTo>
                  <a:pt x="1299752" y="638600"/>
                  <a:pt x="1331117" y="667552"/>
                  <a:pt x="1331117" y="715201"/>
                </a:cubicBezTo>
                <a:lnTo>
                  <a:pt x="1331117" y="811711"/>
                </a:lnTo>
                <a:cubicBezTo>
                  <a:pt x="1331117" y="858758"/>
                  <a:pt x="1299749" y="888315"/>
                  <a:pt x="1248481" y="888315"/>
                </a:cubicBezTo>
                <a:cubicBezTo>
                  <a:pt x="1197212" y="888315"/>
                  <a:pt x="1165846" y="858758"/>
                  <a:pt x="1165846" y="811711"/>
                </a:cubicBezTo>
                <a:lnTo>
                  <a:pt x="1165846" y="715201"/>
                </a:lnTo>
                <a:cubicBezTo>
                  <a:pt x="1165846" y="667552"/>
                  <a:pt x="1197212" y="638600"/>
                  <a:pt x="1248481" y="638600"/>
                </a:cubicBezTo>
                <a:close/>
                <a:moveTo>
                  <a:pt x="1927044" y="552346"/>
                </a:moveTo>
                <a:lnTo>
                  <a:pt x="1927044" y="974570"/>
                </a:lnTo>
                <a:lnTo>
                  <a:pt x="2097141" y="974570"/>
                </a:lnTo>
                <a:cubicBezTo>
                  <a:pt x="2226825" y="974570"/>
                  <a:pt x="2301618" y="906409"/>
                  <a:pt x="2301618" y="789394"/>
                </a:cubicBezTo>
                <a:lnTo>
                  <a:pt x="2301618" y="737520"/>
                </a:lnTo>
                <a:cubicBezTo>
                  <a:pt x="2301618" y="620504"/>
                  <a:pt x="2226825" y="552346"/>
                  <a:pt x="2097141" y="552346"/>
                </a:cubicBezTo>
                <a:close/>
                <a:moveTo>
                  <a:pt x="2266624" y="552345"/>
                </a:moveTo>
                <a:lnTo>
                  <a:pt x="2420435" y="788790"/>
                </a:lnTo>
                <a:lnTo>
                  <a:pt x="2420435" y="974569"/>
                </a:lnTo>
                <a:lnTo>
                  <a:pt x="2529007" y="974569"/>
                </a:lnTo>
                <a:lnTo>
                  <a:pt x="2529007" y="788790"/>
                </a:lnTo>
                <a:lnTo>
                  <a:pt x="2682817" y="552345"/>
                </a:lnTo>
                <a:lnTo>
                  <a:pt x="2558564" y="552345"/>
                </a:lnTo>
                <a:lnTo>
                  <a:pt x="2477738" y="685042"/>
                </a:lnTo>
                <a:lnTo>
                  <a:pt x="2396307" y="552345"/>
                </a:lnTo>
                <a:close/>
                <a:moveTo>
                  <a:pt x="2694276" y="552345"/>
                </a:moveTo>
                <a:lnTo>
                  <a:pt x="2694276" y="666947"/>
                </a:lnTo>
                <a:lnTo>
                  <a:pt x="2743134" y="666947"/>
                </a:lnTo>
                <a:lnTo>
                  <a:pt x="2710563" y="756821"/>
                </a:lnTo>
                <a:lnTo>
                  <a:pt x="2735293" y="756821"/>
                </a:lnTo>
                <a:lnTo>
                  <a:pt x="2808881" y="657901"/>
                </a:lnTo>
                <a:lnTo>
                  <a:pt x="2808881" y="552345"/>
                </a:lnTo>
                <a:close/>
                <a:moveTo>
                  <a:pt x="539750" y="552345"/>
                </a:moveTo>
                <a:lnTo>
                  <a:pt x="539750" y="974568"/>
                </a:lnTo>
                <a:lnTo>
                  <a:pt x="645307" y="974568"/>
                </a:lnTo>
                <a:lnTo>
                  <a:pt x="645307" y="700726"/>
                </a:lnTo>
                <a:lnTo>
                  <a:pt x="660385" y="763457"/>
                </a:lnTo>
                <a:lnTo>
                  <a:pt x="716483" y="974568"/>
                </a:lnTo>
                <a:lnTo>
                  <a:pt x="827466" y="974568"/>
                </a:lnTo>
                <a:lnTo>
                  <a:pt x="883562" y="763457"/>
                </a:lnTo>
                <a:lnTo>
                  <a:pt x="898643" y="700726"/>
                </a:lnTo>
                <a:lnTo>
                  <a:pt x="898643" y="974568"/>
                </a:lnTo>
                <a:lnTo>
                  <a:pt x="1006610" y="974568"/>
                </a:lnTo>
                <a:lnTo>
                  <a:pt x="1006610" y="552345"/>
                </a:lnTo>
                <a:lnTo>
                  <a:pt x="838323" y="552345"/>
                </a:lnTo>
                <a:lnTo>
                  <a:pt x="785847" y="769489"/>
                </a:lnTo>
                <a:lnTo>
                  <a:pt x="773181" y="829806"/>
                </a:lnTo>
                <a:lnTo>
                  <a:pt x="760513" y="769489"/>
                </a:lnTo>
                <a:lnTo>
                  <a:pt x="708037" y="552345"/>
                </a:lnTo>
                <a:close/>
                <a:moveTo>
                  <a:pt x="1685779" y="545106"/>
                </a:moveTo>
                <a:cubicBezTo>
                  <a:pt x="1561525" y="545106"/>
                  <a:pt x="1487334" y="612662"/>
                  <a:pt x="1487334" y="725456"/>
                </a:cubicBezTo>
                <a:lnTo>
                  <a:pt x="1487334" y="801457"/>
                </a:lnTo>
                <a:cubicBezTo>
                  <a:pt x="1487334" y="914854"/>
                  <a:pt x="1560922" y="981806"/>
                  <a:pt x="1685779" y="981806"/>
                </a:cubicBezTo>
                <a:cubicBezTo>
                  <a:pt x="1810035" y="981806"/>
                  <a:pt x="1884225" y="914251"/>
                  <a:pt x="1884225" y="801457"/>
                </a:cubicBezTo>
                <a:lnTo>
                  <a:pt x="1884225" y="725456"/>
                </a:lnTo>
                <a:cubicBezTo>
                  <a:pt x="1884225" y="612059"/>
                  <a:pt x="1810637" y="545106"/>
                  <a:pt x="1685779" y="545106"/>
                </a:cubicBezTo>
                <a:close/>
                <a:moveTo>
                  <a:pt x="1248481" y="545106"/>
                </a:moveTo>
                <a:cubicBezTo>
                  <a:pt x="1124227" y="545106"/>
                  <a:pt x="1050036" y="612662"/>
                  <a:pt x="1050036" y="725456"/>
                </a:cubicBezTo>
                <a:lnTo>
                  <a:pt x="1050036" y="801457"/>
                </a:lnTo>
                <a:cubicBezTo>
                  <a:pt x="1050036" y="914854"/>
                  <a:pt x="1123624" y="981806"/>
                  <a:pt x="1248481" y="981806"/>
                </a:cubicBezTo>
                <a:cubicBezTo>
                  <a:pt x="1372737" y="981806"/>
                  <a:pt x="1446927" y="914251"/>
                  <a:pt x="1446927" y="801457"/>
                </a:cubicBezTo>
                <a:lnTo>
                  <a:pt x="1446927" y="725456"/>
                </a:lnTo>
                <a:cubicBezTo>
                  <a:pt x="1446927" y="612059"/>
                  <a:pt x="1373339" y="545106"/>
                  <a:pt x="1248481" y="545106"/>
                </a:cubicBezTo>
                <a:close/>
                <a:moveTo>
                  <a:pt x="3000079" y="545106"/>
                </a:moveTo>
                <a:cubicBezTo>
                  <a:pt x="2891506" y="545106"/>
                  <a:pt x="2828172" y="595774"/>
                  <a:pt x="2828172" y="682630"/>
                </a:cubicBezTo>
                <a:cubicBezTo>
                  <a:pt x="2828172" y="773710"/>
                  <a:pt x="2892714" y="799045"/>
                  <a:pt x="2942175" y="806281"/>
                </a:cubicBezTo>
                <a:lnTo>
                  <a:pt x="3018174" y="817743"/>
                </a:lnTo>
                <a:cubicBezTo>
                  <a:pt x="3044112" y="821362"/>
                  <a:pt x="3061604" y="826790"/>
                  <a:pt x="3061604" y="852728"/>
                </a:cubicBezTo>
                <a:cubicBezTo>
                  <a:pt x="3061604" y="875647"/>
                  <a:pt x="3040492" y="887712"/>
                  <a:pt x="3000079" y="887712"/>
                </a:cubicBezTo>
                <a:cubicBezTo>
                  <a:pt x="2956048" y="887712"/>
                  <a:pt x="2937348" y="875044"/>
                  <a:pt x="2937348" y="845489"/>
                </a:cubicBezTo>
                <a:lnTo>
                  <a:pt x="2937348" y="829203"/>
                </a:lnTo>
                <a:lnTo>
                  <a:pt x="2825761" y="829203"/>
                </a:lnTo>
                <a:lnTo>
                  <a:pt x="2825761" y="847901"/>
                </a:lnTo>
                <a:cubicBezTo>
                  <a:pt x="2825761" y="931743"/>
                  <a:pt x="2890301" y="981808"/>
                  <a:pt x="3000079" y="981808"/>
                </a:cubicBezTo>
                <a:cubicBezTo>
                  <a:pt x="3096664" y="981808"/>
                  <a:pt x="3158149" y="942554"/>
                  <a:pt x="3172012" y="874148"/>
                </a:cubicBezTo>
                <a:lnTo>
                  <a:pt x="3175000" y="843076"/>
                </a:lnTo>
                <a:lnTo>
                  <a:pt x="3172125" y="811710"/>
                </a:lnTo>
                <a:cubicBezTo>
                  <a:pt x="3159054" y="745334"/>
                  <a:pt x="3103902" y="725081"/>
                  <a:pt x="3057985" y="718220"/>
                </a:cubicBezTo>
                <a:lnTo>
                  <a:pt x="2982586" y="706758"/>
                </a:lnTo>
                <a:cubicBezTo>
                  <a:pt x="2958461" y="703139"/>
                  <a:pt x="2941572" y="697711"/>
                  <a:pt x="2941572" y="672981"/>
                </a:cubicBezTo>
                <a:cubicBezTo>
                  <a:pt x="2941572" y="650662"/>
                  <a:pt x="2961475" y="639203"/>
                  <a:pt x="3000079" y="639203"/>
                </a:cubicBezTo>
                <a:cubicBezTo>
                  <a:pt x="3041095" y="639203"/>
                  <a:pt x="3058587" y="651265"/>
                  <a:pt x="3058587" y="680219"/>
                </a:cubicBezTo>
                <a:lnTo>
                  <a:pt x="3058587" y="694092"/>
                </a:lnTo>
                <a:lnTo>
                  <a:pt x="3170176" y="694092"/>
                </a:lnTo>
                <a:lnTo>
                  <a:pt x="3170176" y="677806"/>
                </a:lnTo>
                <a:cubicBezTo>
                  <a:pt x="3170176" y="594567"/>
                  <a:pt x="3106842" y="545106"/>
                  <a:pt x="3000079" y="545106"/>
                </a:cubicBezTo>
                <a:close/>
                <a:moveTo>
                  <a:pt x="0" y="0"/>
                </a:moveTo>
                <a:lnTo>
                  <a:pt x="12192000" y="0"/>
                </a:lnTo>
                <a:lnTo>
                  <a:pt x="12192000" y="6857999"/>
                </a:lnTo>
                <a:lnTo>
                  <a:pt x="0" y="6857999"/>
                </a:lnTo>
                <a:close/>
              </a:path>
            </a:pathLst>
          </a:custGeom>
          <a:solidFill>
            <a:srgbClr val="F0F0F1"/>
          </a:solidFill>
        </p:spPr>
        <p:txBody>
          <a:bodyPr wrap="square" rIns="548640" anchor="ctr">
            <a:noAutofit/>
          </a:bodyPr>
          <a:lstStyle>
            <a:lvl1pPr algn="r">
              <a:defRPr>
                <a:solidFill>
                  <a:schemeClr val="bg1"/>
                </a:solidFill>
              </a:defRPr>
            </a:lvl1pPr>
          </a:lstStyle>
          <a:p>
            <a:r>
              <a:rPr lang="en-US"/>
              <a:t>Click to add picture</a:t>
            </a:r>
          </a:p>
        </p:txBody>
      </p:sp>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bg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bg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bg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9/3/2025</a:t>
            </a:fld>
            <a:endParaRPr lang="en-US"/>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bg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solidFill>
                  <a:schemeClr val="bg1"/>
                </a:solidFill>
              </a:defRPr>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546099" y="3014450"/>
            <a:ext cx="2615184" cy="281478"/>
          </a:xfrm>
        </p:spPr>
        <p:txBody>
          <a:bodyPr>
            <a:noAutofit/>
          </a:bodyPr>
          <a:lstStyle>
            <a:lvl1pPr>
              <a:defRPr sz="1000">
                <a:solidFill>
                  <a:schemeClr val="bg1"/>
                </a:solidFill>
              </a:defRPr>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3386138" y="3009900"/>
            <a:ext cx="2615184" cy="286028"/>
          </a:xfrm>
        </p:spPr>
        <p:txBody>
          <a:bodyPr>
            <a:noAutofit/>
          </a:bodyPr>
          <a:lstStyle>
            <a:lvl1pPr>
              <a:defRPr sz="1000">
                <a:solidFill>
                  <a:schemeClr val="bg1"/>
                </a:solidFill>
              </a:defRPr>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6463DDA5-4241-B62D-0CE3-D5CF7DDC78DE}"/>
              </a:ext>
            </a:extLst>
          </p:cNvPr>
          <p:cNvSpPr>
            <a:spLocks noGrp="1"/>
          </p:cNvSpPr>
          <p:nvPr>
            <p:ph type="body" sz="quarter" idx="102" hasCustomPrompt="1"/>
          </p:nvPr>
        </p:nvSpPr>
        <p:spPr>
          <a:xfrm>
            <a:off x="6194425" y="3009900"/>
            <a:ext cx="2615184" cy="286028"/>
          </a:xfrm>
        </p:spPr>
        <p:txBody>
          <a:bodyPr>
            <a:normAutofit/>
          </a:bodyPr>
          <a:lstStyle>
            <a:lvl1pPr>
              <a:defRPr sz="1000">
                <a:solidFill>
                  <a:schemeClr val="bg1"/>
                </a:solidFill>
              </a:defRPr>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97711737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ver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9" name="Picture Placeholder 8">
            <a:extLst>
              <a:ext uri="{FF2B5EF4-FFF2-40B4-BE49-F238E27FC236}">
                <a16:creationId xmlns:a16="http://schemas.microsoft.com/office/drawing/2014/main" id="{7AC15287-0630-B8DA-C579-8B9B7FB3569E}"/>
              </a:ext>
            </a:extLst>
          </p:cNvPr>
          <p:cNvSpPr>
            <a:spLocks noGrp="1"/>
          </p:cNvSpPr>
          <p:nvPr>
            <p:ph type="pic" sz="quarter" idx="13" hasCustomPrompt="1"/>
          </p:nvPr>
        </p:nvSpPr>
        <p:spPr bwMode="auto">
          <a:xfrm>
            <a:off x="6096000" y="0"/>
            <a:ext cx="2029968" cy="5868988"/>
          </a:xfrm>
          <a:solidFill>
            <a:srgbClr val="A6A9AA"/>
          </a:solidFill>
        </p:spPr>
        <p:txBody>
          <a:bodyPr tIns="731520" anchor="ctr"/>
          <a:lstStyle>
            <a:lvl1pPr algn="ctr">
              <a:defRPr b="0">
                <a:solidFill>
                  <a:schemeClr val="bg1"/>
                </a:solidFill>
                <a:latin typeface="+mn-lt"/>
              </a:defRPr>
            </a:lvl1pPr>
          </a:lstStyle>
          <a:p>
            <a:r>
              <a:rPr lang="en-US"/>
              <a:t>Dynamic slice crop 1</a:t>
            </a:r>
          </a:p>
        </p:txBody>
      </p:sp>
      <p:sp>
        <p:nvSpPr>
          <p:cNvPr id="13" name="Picture Placeholder 8">
            <a:extLst>
              <a:ext uri="{FF2B5EF4-FFF2-40B4-BE49-F238E27FC236}">
                <a16:creationId xmlns:a16="http://schemas.microsoft.com/office/drawing/2014/main" id="{88B0AA94-1619-F4BF-E5D2-311BE603DDAC}"/>
              </a:ext>
            </a:extLst>
          </p:cNvPr>
          <p:cNvSpPr>
            <a:spLocks noGrp="1"/>
          </p:cNvSpPr>
          <p:nvPr>
            <p:ph type="pic" sz="quarter" idx="14" hasCustomPrompt="1"/>
          </p:nvPr>
        </p:nvSpPr>
        <p:spPr bwMode="auto">
          <a:xfrm>
            <a:off x="8125968" y="1422400"/>
            <a:ext cx="2029968" cy="5434765"/>
          </a:xfrm>
          <a:solidFill>
            <a:srgbClr val="A6A9AA"/>
          </a:solidFill>
        </p:spPr>
        <p:txBody>
          <a:bodyPr tIns="731520" anchor="ctr"/>
          <a:lstStyle>
            <a:lvl1pPr algn="ctr">
              <a:defRPr b="0">
                <a:solidFill>
                  <a:schemeClr val="bg1"/>
                </a:solidFill>
                <a:latin typeface="+mn-lt"/>
              </a:defRPr>
            </a:lvl1pPr>
          </a:lstStyle>
          <a:p>
            <a:r>
              <a:rPr lang="en-US"/>
              <a:t>Dynamic slice crop 2</a:t>
            </a:r>
          </a:p>
        </p:txBody>
      </p:sp>
      <p:sp>
        <p:nvSpPr>
          <p:cNvPr id="15" name="Picture Placeholder 8">
            <a:extLst>
              <a:ext uri="{FF2B5EF4-FFF2-40B4-BE49-F238E27FC236}">
                <a16:creationId xmlns:a16="http://schemas.microsoft.com/office/drawing/2014/main" id="{D814C211-DBD2-6DA0-0A9F-8BF774A63EE4}"/>
              </a:ext>
            </a:extLst>
          </p:cNvPr>
          <p:cNvSpPr>
            <a:spLocks noGrp="1"/>
          </p:cNvSpPr>
          <p:nvPr>
            <p:ph type="pic" sz="quarter" idx="15" hasCustomPrompt="1"/>
          </p:nvPr>
        </p:nvSpPr>
        <p:spPr bwMode="auto">
          <a:xfrm>
            <a:off x="10155936" y="1"/>
            <a:ext cx="2036063" cy="4419599"/>
          </a:xfrm>
          <a:solidFill>
            <a:srgbClr val="A6A9AA"/>
          </a:solidFill>
        </p:spPr>
        <p:txBody>
          <a:bodyPr tIns="731520" anchor="ctr"/>
          <a:lstStyle>
            <a:lvl1pPr algn="ctr">
              <a:defRPr b="0">
                <a:solidFill>
                  <a:schemeClr val="bg1"/>
                </a:solidFill>
                <a:latin typeface="+mn-lt"/>
              </a:defRPr>
            </a:lvl1pPr>
          </a:lstStyle>
          <a:p>
            <a:r>
              <a:rPr lang="en-US"/>
              <a:t>Dynamic slice crop 3</a:t>
            </a:r>
          </a:p>
        </p:txBody>
      </p:sp>
      <p:sp>
        <p:nvSpPr>
          <p:cNvPr id="4" name="Text Placeholder 11">
            <a:extLst>
              <a:ext uri="{FF2B5EF4-FFF2-40B4-BE49-F238E27FC236}">
                <a16:creationId xmlns:a16="http://schemas.microsoft.com/office/drawing/2014/main" id="{662F28CC-4FDC-6231-81B1-808636A2AFE1}"/>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4E4E5E40-9936-2B1A-A957-B3832110D191}"/>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9/3/2025</a:t>
            </a:fld>
            <a:endParaRPr lang="en-US"/>
          </a:p>
        </p:txBody>
      </p:sp>
      <p:sp>
        <p:nvSpPr>
          <p:cNvPr id="11" name="Text Placeholder 12">
            <a:extLst>
              <a:ext uri="{FF2B5EF4-FFF2-40B4-BE49-F238E27FC236}">
                <a16:creationId xmlns:a16="http://schemas.microsoft.com/office/drawing/2014/main" id="{2831160B-5FF4-1736-F0D0-4A4677891D9D}"/>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CF96A1AB-78C0-6521-B97B-BDB3F01285A2}"/>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E8D27B1D-88E9-5CC5-DDCC-40CEA313B46B}"/>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6" name="Text Placeholder 19">
            <a:extLst>
              <a:ext uri="{FF2B5EF4-FFF2-40B4-BE49-F238E27FC236}">
                <a16:creationId xmlns:a16="http://schemas.microsoft.com/office/drawing/2014/main" id="{B7AFFEB9-D67F-9298-FCF9-0054A5CB24FB}"/>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159524768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ver 7">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262413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8" name="Picture Placeholder 9">
            <a:extLst>
              <a:ext uri="{FF2B5EF4-FFF2-40B4-BE49-F238E27FC236}">
                <a16:creationId xmlns:a16="http://schemas.microsoft.com/office/drawing/2014/main" id="{4DFF5D06-761A-8209-6035-68AC3551CA5A}"/>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9" name="Picture Placeholder 9">
            <a:extLst>
              <a:ext uri="{FF2B5EF4-FFF2-40B4-BE49-F238E27FC236}">
                <a16:creationId xmlns:a16="http://schemas.microsoft.com/office/drawing/2014/main" id="{A06D238C-D66D-D54D-25CD-678D0ECC7E53}"/>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3" name="Date Placeholder 3">
            <a:extLst>
              <a:ext uri="{FF2B5EF4-FFF2-40B4-BE49-F238E27FC236}">
                <a16:creationId xmlns:a16="http://schemas.microsoft.com/office/drawing/2014/main" id="{0C3AF8AB-703B-6EF3-1025-97479D9CF493}"/>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9/3/2025</a:t>
            </a:fld>
            <a:endParaRPr lang="en-US"/>
          </a:p>
        </p:txBody>
      </p:sp>
      <p:sp>
        <p:nvSpPr>
          <p:cNvPr id="12" name="Text Placeholder 12">
            <a:extLst>
              <a:ext uri="{FF2B5EF4-FFF2-40B4-BE49-F238E27FC236}">
                <a16:creationId xmlns:a16="http://schemas.microsoft.com/office/drawing/2014/main" id="{EDF60DF2-B8E2-23E1-0952-91B36AE41896}"/>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3" name="Text Placeholder 15">
            <a:extLst>
              <a:ext uri="{FF2B5EF4-FFF2-40B4-BE49-F238E27FC236}">
                <a16:creationId xmlns:a16="http://schemas.microsoft.com/office/drawing/2014/main" id="{83A399C3-4B34-EF9D-F98F-879132EB60BE}"/>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04311926-1FA1-54E9-A566-1E93D701E606}"/>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5" name="Text Placeholder 19">
            <a:extLst>
              <a:ext uri="{FF2B5EF4-FFF2-40B4-BE49-F238E27FC236}">
                <a16:creationId xmlns:a16="http://schemas.microsoft.com/office/drawing/2014/main" id="{C7A7ABC1-D1E0-552E-EE6B-7B417C789504}"/>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29363724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5127C53-C848-5C29-009F-006AB168562E}"/>
              </a:ext>
            </a:extLst>
          </p:cNvPr>
          <p:cNvSpPr/>
          <p:nvPr/>
        </p:nvSpPr>
        <p:spPr bwMode="hidden">
          <a:xfrm>
            <a:off x="0" y="0"/>
            <a:ext cx="60960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blue and black background&#10;&#10;Description automatically generated">
            <a:extLst>
              <a:ext uri="{FF2B5EF4-FFF2-40B4-BE49-F238E27FC236}">
                <a16:creationId xmlns:a16="http://schemas.microsoft.com/office/drawing/2014/main" id="{CFF49F27-390A-B9BC-E6E4-8A08407B6C3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0"/>
            <a:ext cx="6095999" cy="684530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a:xfrm>
            <a:off x="6210302" y="6311900"/>
            <a:ext cx="4008435" cy="269875"/>
          </a:xfrm>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4" name="Table Placeholder 13">
            <a:extLst>
              <a:ext uri="{FF2B5EF4-FFF2-40B4-BE49-F238E27FC236}">
                <a16:creationId xmlns:a16="http://schemas.microsoft.com/office/drawing/2014/main" id="{5002590A-F907-AAD8-7A39-3B1BC429EBA8}"/>
              </a:ext>
            </a:extLst>
          </p:cNvPr>
          <p:cNvSpPr>
            <a:spLocks noGrp="1"/>
          </p:cNvSpPr>
          <p:nvPr>
            <p:ph type="tbl" sz="quarter" idx="13"/>
          </p:nvPr>
        </p:nvSpPr>
        <p:spPr>
          <a:xfrm>
            <a:off x="6194426" y="552450"/>
            <a:ext cx="5443536" cy="5467349"/>
          </a:xfrm>
        </p:spPr>
        <p:txBody>
          <a:bodyPr/>
          <a:lstStyle/>
          <a:p>
            <a:r>
              <a:rPr lang="en-US"/>
              <a:t>Click icon to add table</a:t>
            </a:r>
          </a:p>
        </p:txBody>
      </p:sp>
      <p:sp>
        <p:nvSpPr>
          <p:cNvPr id="8" name="Title 7">
            <a:extLst>
              <a:ext uri="{FF2B5EF4-FFF2-40B4-BE49-F238E27FC236}">
                <a16:creationId xmlns:a16="http://schemas.microsoft.com/office/drawing/2014/main" id="{F732482F-65F2-3E7E-D15F-93B580EFB897}"/>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Tree>
    <p:extLst>
      <p:ext uri="{BB962C8B-B14F-4D97-AF65-F5344CB8AC3E}">
        <p14:creationId xmlns:p14="http://schemas.microsoft.com/office/powerpoint/2010/main" val="166304343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0"/>
            <a:ext cx="4051300"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2" name="Table Placeholder 13">
            <a:extLst>
              <a:ext uri="{FF2B5EF4-FFF2-40B4-BE49-F238E27FC236}">
                <a16:creationId xmlns:a16="http://schemas.microsoft.com/office/drawing/2014/main" id="{A0797360-089A-16D7-DE4B-F780195CD85D}"/>
              </a:ext>
            </a:extLst>
          </p:cNvPr>
          <p:cNvSpPr>
            <a:spLocks noGrp="1"/>
          </p:cNvSpPr>
          <p:nvPr>
            <p:ph type="tbl" sz="quarter" idx="13"/>
          </p:nvPr>
        </p:nvSpPr>
        <p:spPr>
          <a:xfrm>
            <a:off x="4781550" y="552450"/>
            <a:ext cx="6856412" cy="5467349"/>
          </a:xfrm>
        </p:spPr>
        <p:txBody>
          <a:bodyPr/>
          <a:lstStyle/>
          <a:p>
            <a:r>
              <a:rPr lang="en-US"/>
              <a:t>Click icon to add table</a:t>
            </a:r>
          </a:p>
        </p:txBody>
      </p:sp>
      <p:sp>
        <p:nvSpPr>
          <p:cNvPr id="7" name="Title 7">
            <a:extLst>
              <a:ext uri="{FF2B5EF4-FFF2-40B4-BE49-F238E27FC236}">
                <a16:creationId xmlns:a16="http://schemas.microsoft.com/office/drawing/2014/main" id="{E8842A9F-5DAC-1A89-ECDC-18AF7833EC93}"/>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6" name="Freeform 5">
            <a:extLst>
              <a:ext uri="{FF2B5EF4-FFF2-40B4-BE49-F238E27FC236}">
                <a16:creationId xmlns:a16="http://schemas.microsoft.com/office/drawing/2014/main" id="{FBCFFD49-0E38-27F1-9148-4BA3956AB0BA}"/>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53770827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0"/>
            <a:ext cx="4051300" cy="685165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8" name="Title 7">
            <a:extLst>
              <a:ext uri="{FF2B5EF4-FFF2-40B4-BE49-F238E27FC236}">
                <a16:creationId xmlns:a16="http://schemas.microsoft.com/office/drawing/2014/main" id="{206CF7A0-1025-798C-4F78-6E1CEC419EB2}"/>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11" name="Content Placeholder 14">
            <a:extLst>
              <a:ext uri="{FF2B5EF4-FFF2-40B4-BE49-F238E27FC236}">
                <a16:creationId xmlns:a16="http://schemas.microsoft.com/office/drawing/2014/main" id="{79C31469-D237-4EA8-F1C3-B47BCC277981}"/>
              </a:ext>
            </a:extLst>
          </p:cNvPr>
          <p:cNvSpPr>
            <a:spLocks noGrp="1"/>
          </p:cNvSpPr>
          <p:nvPr>
            <p:ph sz="quarter" idx="18"/>
          </p:nvPr>
        </p:nvSpPr>
        <p:spPr>
          <a:xfrm>
            <a:off x="4781551" y="1125147"/>
            <a:ext cx="3434663"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4">
            <a:extLst>
              <a:ext uri="{FF2B5EF4-FFF2-40B4-BE49-F238E27FC236}">
                <a16:creationId xmlns:a16="http://schemas.microsoft.com/office/drawing/2014/main" id="{E38CD9FA-DA45-C534-5220-93740ACA0EFE}"/>
              </a:ext>
            </a:extLst>
          </p:cNvPr>
          <p:cNvSpPr>
            <a:spLocks noGrp="1"/>
          </p:cNvSpPr>
          <p:nvPr>
            <p:ph sz="quarter" idx="19"/>
          </p:nvPr>
        </p:nvSpPr>
        <p:spPr>
          <a:xfrm>
            <a:off x="8423565" y="1125147"/>
            <a:ext cx="3214397"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AFD5427C-4E5B-6000-5CD3-86A62148516C}"/>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26293124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2023265"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blue lines on a black background&#10;&#10;Description automatically generated">
            <a:extLst>
              <a:ext uri="{FF2B5EF4-FFF2-40B4-BE49-F238E27FC236}">
                <a16:creationId xmlns:a16="http://schemas.microsoft.com/office/drawing/2014/main" id="{43506656-89E5-4D3B-4C51-0386CED5F1B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0" y="-3175"/>
            <a:ext cx="2023265"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8" name="Title 7">
            <a:extLst>
              <a:ext uri="{FF2B5EF4-FFF2-40B4-BE49-F238E27FC236}">
                <a16:creationId xmlns:a16="http://schemas.microsoft.com/office/drawing/2014/main" id="{FA4C2D89-5A83-CD6F-2299-7919A799DEE8}"/>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14" name="Content Placeholder 14">
            <a:extLst>
              <a:ext uri="{FF2B5EF4-FFF2-40B4-BE49-F238E27FC236}">
                <a16:creationId xmlns:a16="http://schemas.microsoft.com/office/drawing/2014/main" id="{7F7D1AB4-84B1-ADE1-C7F9-49B0C5FF2260}"/>
              </a:ext>
            </a:extLst>
          </p:cNvPr>
          <p:cNvSpPr>
            <a:spLocks noGrp="1"/>
          </p:cNvSpPr>
          <p:nvPr>
            <p:ph sz="quarter" idx="18"/>
          </p:nvPr>
        </p:nvSpPr>
        <p:spPr>
          <a:xfrm>
            <a:off x="3367089"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4">
            <a:extLst>
              <a:ext uri="{FF2B5EF4-FFF2-40B4-BE49-F238E27FC236}">
                <a16:creationId xmlns:a16="http://schemas.microsoft.com/office/drawing/2014/main" id="{6D78DEDE-E51D-2DA8-81C0-6DE1149263B8}"/>
              </a:ext>
            </a:extLst>
          </p:cNvPr>
          <p:cNvSpPr>
            <a:spLocks noGrp="1"/>
          </p:cNvSpPr>
          <p:nvPr>
            <p:ph sz="quarter" idx="19"/>
          </p:nvPr>
        </p:nvSpPr>
        <p:spPr>
          <a:xfrm>
            <a:off x="6199189"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4">
            <a:extLst>
              <a:ext uri="{FF2B5EF4-FFF2-40B4-BE49-F238E27FC236}">
                <a16:creationId xmlns:a16="http://schemas.microsoft.com/office/drawing/2014/main" id="{D7068E9D-638D-F265-198A-5531D05A58CD}"/>
              </a:ext>
            </a:extLst>
          </p:cNvPr>
          <p:cNvSpPr>
            <a:spLocks noGrp="1"/>
          </p:cNvSpPr>
          <p:nvPr>
            <p:ph sz="quarter" idx="20"/>
          </p:nvPr>
        </p:nvSpPr>
        <p:spPr>
          <a:xfrm>
            <a:off x="9023350"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4BA903E0-6CAC-CD5B-11F8-069CA9884EB0}"/>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54093278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vider 1 - Short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1155872516"/>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vider 1 - Long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70C12960-6E85-460F-B6E3-5B82CB31AF3D}" type="slidenum">
              <a:rPr lang="en-US" smtClean="0"/>
              <a:t>‹#›</a:t>
            </a:fld>
            <a:endParaRPr lang="en-US"/>
          </a:p>
        </p:txBody>
      </p:sp>
      <p:sp>
        <p:nvSpPr>
          <p:cNvPr id="5" name="Title 17">
            <a:extLst>
              <a:ext uri="{FF2B5EF4-FFF2-40B4-BE49-F238E27FC236}">
                <a16:creationId xmlns:a16="http://schemas.microsoft.com/office/drawing/2014/main" id="{9FEA9B73-F154-CEDE-C3F9-3BA38B6541A9}"/>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407877980"/>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ivider 3 - Short title">
    <p:bg>
      <p:bgPr>
        <a:solidFill>
          <a:schemeClr val="bg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8337103-59B6-6AE9-80A5-90CFAC0400CE}"/>
              </a:ext>
            </a:extLst>
          </p:cNvPr>
          <p:cNvPicPr>
            <a:picLocks noChangeAspect="1"/>
          </p:cNvPicPr>
          <p:nvPr/>
        </p:nvPicPr>
        <p:blipFill>
          <a:blip r:embed="rId2"/>
          <a:srcRect/>
          <a:stretch/>
        </p:blipFill>
        <p:spPr bwMode="hidden">
          <a:xfrm>
            <a:off x="6350" y="3570"/>
            <a:ext cx="12179302" cy="6850857"/>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3583335316"/>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vider 2 - Long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36C1EA9-D1CD-4494-05CB-C8B04EE4273A}"/>
              </a:ext>
            </a:extLst>
          </p:cNvPr>
          <p:cNvPicPr>
            <a:picLocks noChangeAspect="1"/>
          </p:cNvPicPr>
          <p:nvPr/>
        </p:nvPicPr>
        <p:blipFill>
          <a:blip r:embed="rId2"/>
          <a:srcRect/>
          <a:stretch/>
        </p:blipFill>
        <p:spPr bwMode="hidden">
          <a:xfrm>
            <a:off x="6350" y="3570"/>
            <a:ext cx="12179302" cy="6850857"/>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70C12960-6E85-460F-B6E3-5B82CB31AF3D}" type="slidenum">
              <a:rPr lang="en-US" smtClean="0"/>
              <a:t>‹#›</a:t>
            </a:fld>
            <a:endParaRPr lang="en-US"/>
          </a:p>
        </p:txBody>
      </p:sp>
      <p:sp>
        <p:nvSpPr>
          <p:cNvPr id="7" name="Title 17">
            <a:extLst>
              <a:ext uri="{FF2B5EF4-FFF2-40B4-BE49-F238E27FC236}">
                <a16:creationId xmlns:a16="http://schemas.microsoft.com/office/drawing/2014/main" id="{0E02A696-5AEC-8241-7182-A62C3777A058}"/>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312361970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ivider Photo - Short title">
    <p:bg>
      <p:bgPr>
        <a:solidFill>
          <a:schemeClr val="tx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EC514BA5-6487-0CDD-2D28-66E701C8A937}"/>
              </a:ext>
            </a:extLst>
          </p:cNvPr>
          <p:cNvSpPr>
            <a:spLocks noGrp="1"/>
          </p:cNvSpPr>
          <p:nvPr>
            <p:ph type="pic" sz="quarter" idx="14"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3506133358"/>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ivider Photo - Long 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2C1E244-876B-1F11-FE16-79C6C8406455}"/>
              </a:ext>
            </a:extLst>
          </p:cNvPr>
          <p:cNvSpPr>
            <a:spLocks noGrp="1"/>
          </p:cNvSpPr>
          <p:nvPr>
            <p:ph type="pic" sz="quarter" idx="14"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70C12960-6E85-460F-B6E3-5B82CB31AF3D}" type="slidenum">
              <a:rPr lang="en-US" smtClean="0"/>
              <a:t>‹#›</a:t>
            </a:fld>
            <a:endParaRPr lang="en-US"/>
          </a:p>
        </p:txBody>
      </p:sp>
      <p:sp>
        <p:nvSpPr>
          <p:cNvPr id="5" name="Title 17">
            <a:extLst>
              <a:ext uri="{FF2B5EF4-FFF2-40B4-BE49-F238E27FC236}">
                <a16:creationId xmlns:a16="http://schemas.microsoft.com/office/drawing/2014/main" id="{9FB85A57-AF49-344B-37C6-7EFC489A80CC}"/>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9954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ote 1 - General">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B7ED4C-416B-722A-BF88-042E3CA9DC4D}"/>
              </a:ext>
            </a:extLst>
          </p:cNvPr>
          <p:cNvPicPr>
            <a:picLocks noChangeAspect="1"/>
          </p:cNvPicPr>
          <p:nvPr/>
        </p:nvPicPr>
        <p:blipFill>
          <a:blip r:embed="rId2"/>
          <a:srcRect/>
          <a:stretch/>
        </p:blipFill>
        <p:spPr bwMode="hidden">
          <a:xfrm>
            <a:off x="6350" y="3570"/>
            <a:ext cx="12179302" cy="6850857"/>
          </a:xfrm>
          <a:prstGeom prst="rect">
            <a:avLst/>
          </a:prstGeom>
        </p:spPr>
      </p:pic>
      <p:sp>
        <p:nvSpPr>
          <p:cNvPr id="20" name="Freeform 19">
            <a:extLst>
              <a:ext uri="{FF2B5EF4-FFF2-40B4-BE49-F238E27FC236}">
                <a16:creationId xmlns:a16="http://schemas.microsoft.com/office/drawing/2014/main" id="{6732315D-1057-6521-C359-22C1DAF4964C}"/>
              </a:ext>
            </a:extLst>
          </p:cNvPr>
          <p:cNvSpPr/>
          <p:nvPr/>
        </p:nvSpPr>
        <p:spPr bwMode="black">
          <a:xfrm>
            <a:off x="546100" y="552450"/>
            <a:ext cx="830637" cy="570456"/>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tx1"/>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2" name="Text Placeholder 7">
            <a:extLst>
              <a:ext uri="{FF2B5EF4-FFF2-40B4-BE49-F238E27FC236}">
                <a16:creationId xmlns:a16="http://schemas.microsoft.com/office/drawing/2014/main" id="{1AB67421-8B53-10B8-8989-A3493E1A8470}"/>
              </a:ext>
            </a:extLst>
          </p:cNvPr>
          <p:cNvSpPr>
            <a:spLocks noGrp="1"/>
          </p:cNvSpPr>
          <p:nvPr>
            <p:ph type="body" sz="quarter" idx="16"/>
          </p:nvPr>
        </p:nvSpPr>
        <p:spPr>
          <a:xfrm>
            <a:off x="3367087" y="1415038"/>
            <a:ext cx="8270876" cy="4171375"/>
          </a:xfrm>
        </p:spPr>
        <p:txBody>
          <a:bodyPr anchor="b"/>
          <a:lstStyle>
            <a:lvl1pPr>
              <a:lnSpc>
                <a:spcPts val="4600"/>
              </a:lnSpc>
              <a:defRPr sz="4200" b="1">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7408495"/>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Quote - Photo">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3F68FBE-251E-31B8-904E-1E16C461B772}"/>
              </a:ext>
            </a:extLst>
          </p:cNvPr>
          <p:cNvSpPr>
            <a:spLocks noGrp="1"/>
          </p:cNvSpPr>
          <p:nvPr>
            <p:ph type="pic" sz="quarter" idx="15"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lIns="548640" tIns="0" anchor="ctr" anchorCtr="0">
            <a:noAutofit/>
          </a:bodyPr>
          <a:lstStyle>
            <a:lvl1pPr algn="l">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7" name="Text Placeholder 7">
            <a:extLst>
              <a:ext uri="{FF2B5EF4-FFF2-40B4-BE49-F238E27FC236}">
                <a16:creationId xmlns:a16="http://schemas.microsoft.com/office/drawing/2014/main" id="{FF0E76BC-245F-8420-594E-37916313D315}"/>
              </a:ext>
            </a:extLst>
          </p:cNvPr>
          <p:cNvSpPr>
            <a:spLocks noGrp="1"/>
          </p:cNvSpPr>
          <p:nvPr>
            <p:ph type="body" sz="quarter" idx="16"/>
          </p:nvPr>
        </p:nvSpPr>
        <p:spPr>
          <a:xfrm>
            <a:off x="3367087" y="1415038"/>
            <a:ext cx="8270876" cy="4171375"/>
          </a:xfrm>
        </p:spPr>
        <p:txBody>
          <a:bodyPr anchor="b"/>
          <a:lstStyle>
            <a:lvl1pPr>
              <a:lnSpc>
                <a:spcPts val="4600"/>
              </a:lnSpc>
              <a:defRPr sz="4200" b="1">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897983180"/>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Executive Summary/Key Takeaways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and black background&#10;&#10;Description automatically generated">
            <a:extLst>
              <a:ext uri="{FF2B5EF4-FFF2-40B4-BE49-F238E27FC236}">
                <a16:creationId xmlns:a16="http://schemas.microsoft.com/office/drawing/2014/main" id="{97914066-9D48-E454-16D9-2005965187F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2" b="-8724"/>
          <a:stretch/>
        </p:blipFill>
        <p:spPr bwMode="hidden">
          <a:xfrm>
            <a:off x="0" y="1"/>
            <a:ext cx="4060556" cy="6861174"/>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DAB1020F-2330-5C4C-014E-9A0A4D6C7B46}"/>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A1DFA430-6288-90D6-63A5-55E9803EDA48}"/>
              </a:ext>
            </a:extLst>
          </p:cNvPr>
          <p:cNvSpPr>
            <a:spLocks noGrp="1"/>
          </p:cNvSpPr>
          <p:nvPr>
            <p:ph sz="quarter" idx="18"/>
          </p:nvPr>
        </p:nvSpPr>
        <p:spPr>
          <a:xfrm>
            <a:off x="4794909" y="550862"/>
            <a:ext cx="6843053" cy="5616576"/>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a:extLst>
              <a:ext uri="{FF2B5EF4-FFF2-40B4-BE49-F238E27FC236}">
                <a16:creationId xmlns:a16="http://schemas.microsoft.com/office/drawing/2014/main" id="{CF85734D-94AB-D049-B937-FAD0A0CCED8F}"/>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13" name="Text Placeholder 9">
            <a:extLst>
              <a:ext uri="{FF2B5EF4-FFF2-40B4-BE49-F238E27FC236}">
                <a16:creationId xmlns:a16="http://schemas.microsoft.com/office/drawing/2014/main" id="{6BA9FED7-DE0C-7F83-A85B-DFAB8731D442}"/>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10" name="Freeform 5">
            <a:extLst>
              <a:ext uri="{FF2B5EF4-FFF2-40B4-BE49-F238E27FC236}">
                <a16:creationId xmlns:a16="http://schemas.microsoft.com/office/drawing/2014/main" id="{057BA6D7-6093-DC9C-A17F-7182A1A60690}"/>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268383999"/>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Executive Summary/Key Takeaways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F220F211-F00A-3592-8474-A66D511E950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F09DC10E-18F7-F606-AA7D-1F193D692076}"/>
              </a:ext>
            </a:extLst>
          </p:cNvPr>
          <p:cNvSpPr>
            <a:spLocks noGrp="1"/>
          </p:cNvSpPr>
          <p:nvPr>
            <p:ph sz="quarter" idx="18"/>
          </p:nvPr>
        </p:nvSpPr>
        <p:spPr>
          <a:xfrm>
            <a:off x="4794909" y="550862"/>
            <a:ext cx="6843053" cy="5616576"/>
          </a:xfrm>
        </p:spPr>
        <p:txBody>
          <a:bodyPr/>
          <a:lstStyle>
            <a:lvl1pPr>
              <a:defRPr sz="1800" b="1">
                <a:solidFill>
                  <a:schemeClr val="tx2"/>
                </a:solidFill>
              </a:defRPr>
            </a:lvl1pPr>
            <a:lvl5pPr>
              <a:defRPr/>
            </a:lvl5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5675E2C-12F0-6E54-DD61-08CD2AF33EB6}"/>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7" name="Title 6">
            <a:extLst>
              <a:ext uri="{FF2B5EF4-FFF2-40B4-BE49-F238E27FC236}">
                <a16:creationId xmlns:a16="http://schemas.microsoft.com/office/drawing/2014/main" id="{C229B0EB-DA23-CA0E-CBCD-C8E9F08B8E8F}"/>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2" name="Freeform 5">
            <a:extLst>
              <a:ext uri="{FF2B5EF4-FFF2-40B4-BE49-F238E27FC236}">
                <a16:creationId xmlns:a16="http://schemas.microsoft.com/office/drawing/2014/main" id="{234D3584-418D-3148-61FA-2D069CDDE2EA}"/>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106949282"/>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Executive Summary/Key Takeaways 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287913A0-E5F8-8CDA-9C09-B31372EAF98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2" name="Content Placeholder 30">
            <a:extLst>
              <a:ext uri="{FF2B5EF4-FFF2-40B4-BE49-F238E27FC236}">
                <a16:creationId xmlns:a16="http://schemas.microsoft.com/office/drawing/2014/main" id="{F0F02397-A9A7-9451-4B86-0093DE0C5DAC}"/>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tx1"/>
                </a:solidFill>
              </a:defRPr>
            </a:lvl2pPr>
            <a:lvl3pPr>
              <a:buClr>
                <a:schemeClr val="accent1"/>
              </a:buClr>
              <a:defRPr>
                <a:solidFill>
                  <a:schemeClr val="tx1"/>
                </a:solidFill>
              </a:defRPr>
            </a:lvl3pPr>
            <a:lvl4pPr marL="457200" indent="0">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1" name="Content Placeholder 33">
            <a:extLst>
              <a:ext uri="{FF2B5EF4-FFF2-40B4-BE49-F238E27FC236}">
                <a16:creationId xmlns:a16="http://schemas.microsoft.com/office/drawing/2014/main" id="{E08A6D02-5787-2EA8-5353-86CF167EE5C0}"/>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3" name="Content Placeholder 35">
            <a:extLst>
              <a:ext uri="{FF2B5EF4-FFF2-40B4-BE49-F238E27FC236}">
                <a16:creationId xmlns:a16="http://schemas.microsoft.com/office/drawing/2014/main" id="{F25358D4-61D4-B82A-AA95-040B8023E1BF}"/>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5" name="Content Placeholder 37">
            <a:extLst>
              <a:ext uri="{FF2B5EF4-FFF2-40B4-BE49-F238E27FC236}">
                <a16:creationId xmlns:a16="http://schemas.microsoft.com/office/drawing/2014/main" id="{28D07FDD-A130-72D7-5662-2F5893A2F61C}"/>
              </a:ext>
            </a:extLst>
          </p:cNvPr>
          <p:cNvSpPr>
            <a:spLocks noGrp="1"/>
          </p:cNvSpPr>
          <p:nvPr>
            <p:ph sz="quarter" idx="52" hasCustomPrompt="1"/>
          </p:nvPr>
        </p:nvSpPr>
        <p:spPr>
          <a:xfrm>
            <a:off x="4768285" y="3013075"/>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a:buClrTx/>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a:t>
            </a:r>
            <a:r>
              <a:rPr lang="en-US" err="1"/>
              <a:t>leve</a:t>
            </a:r>
            <a:endParaRPr lang="en-US"/>
          </a:p>
        </p:txBody>
      </p:sp>
      <p:sp>
        <p:nvSpPr>
          <p:cNvPr id="17" name="Content Placeholder 39">
            <a:extLst>
              <a:ext uri="{FF2B5EF4-FFF2-40B4-BE49-F238E27FC236}">
                <a16:creationId xmlns:a16="http://schemas.microsoft.com/office/drawing/2014/main" id="{A58291F8-7E75-1EB3-64FC-0B3465A92BFE}"/>
              </a:ext>
            </a:extLst>
          </p:cNvPr>
          <p:cNvSpPr>
            <a:spLocks noGrp="1"/>
          </p:cNvSpPr>
          <p:nvPr>
            <p:ph sz="quarter" idx="53" hasCustomPrompt="1"/>
          </p:nvPr>
        </p:nvSpPr>
        <p:spPr>
          <a:xfrm>
            <a:off x="7138252" y="3013074"/>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8" name="Content Placeholder 41">
            <a:extLst>
              <a:ext uri="{FF2B5EF4-FFF2-40B4-BE49-F238E27FC236}">
                <a16:creationId xmlns:a16="http://schemas.microsoft.com/office/drawing/2014/main" id="{2C124D70-1F9D-DF72-C740-7D33E7E919BB}"/>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4" name="Text Placeholder 9">
            <a:extLst>
              <a:ext uri="{FF2B5EF4-FFF2-40B4-BE49-F238E27FC236}">
                <a16:creationId xmlns:a16="http://schemas.microsoft.com/office/drawing/2014/main" id="{22272C70-ABBC-EEA2-285E-3BD345EFC0D5}"/>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8" name="Title 6">
            <a:extLst>
              <a:ext uri="{FF2B5EF4-FFF2-40B4-BE49-F238E27FC236}">
                <a16:creationId xmlns:a16="http://schemas.microsoft.com/office/drawing/2014/main" id="{E1D6F330-952D-2D88-799F-3D68035BEE16}"/>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1041BA5F-E785-E961-BA33-7F9F0D5BC7BA}"/>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166178490"/>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Executive Summary/Key Takeaways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52482AC7-FB54-E014-C3C0-45AEDF0A6AF6}"/>
              </a:ext>
            </a:extLst>
          </p:cNvPr>
          <p:cNvSpPr>
            <a:spLocks noGrp="1"/>
          </p:cNvSpPr>
          <p:nvPr>
            <p:ph type="body" sz="quarter" idx="13" hasCustomPrompt="1"/>
          </p:nvPr>
        </p:nvSpPr>
        <p:spPr>
          <a:xfrm>
            <a:off x="546102"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5"/>
            <a:r>
              <a:rPr lang="en-US"/>
              <a:t>Click to add footnotes or disclaimer information</a:t>
            </a:r>
          </a:p>
        </p:txBody>
      </p:sp>
      <p:sp>
        <p:nvSpPr>
          <p:cNvPr id="8" name="Content Placeholder 14">
            <a:extLst>
              <a:ext uri="{FF2B5EF4-FFF2-40B4-BE49-F238E27FC236}">
                <a16:creationId xmlns:a16="http://schemas.microsoft.com/office/drawing/2014/main" id="{236722AC-0E89-9D63-9FAE-23FD3FEFCEE5}"/>
              </a:ext>
            </a:extLst>
          </p:cNvPr>
          <p:cNvSpPr>
            <a:spLocks noGrp="1"/>
          </p:cNvSpPr>
          <p:nvPr>
            <p:ph sz="quarter" idx="19"/>
          </p:nvPr>
        </p:nvSpPr>
        <p:spPr>
          <a:xfrm>
            <a:off x="4794909" y="2714625"/>
            <a:ext cx="6843053" cy="3452813"/>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4">
            <a:extLst>
              <a:ext uri="{FF2B5EF4-FFF2-40B4-BE49-F238E27FC236}">
                <a16:creationId xmlns:a16="http://schemas.microsoft.com/office/drawing/2014/main" id="{A30EF87B-5A48-3E5D-B7D1-5EC1FEC7DE51}"/>
              </a:ext>
            </a:extLst>
          </p:cNvPr>
          <p:cNvSpPr>
            <a:spLocks noGrp="1"/>
          </p:cNvSpPr>
          <p:nvPr>
            <p:ph sz="quarter" idx="20"/>
          </p:nvPr>
        </p:nvSpPr>
        <p:spPr>
          <a:xfrm>
            <a:off x="4060556" y="0"/>
            <a:ext cx="8131443" cy="2425700"/>
          </a:xfrm>
          <a:solidFill>
            <a:schemeClr val="accent1"/>
          </a:solidFill>
        </p:spPr>
        <p:txBody>
          <a:bodyPr lIns="731520" tIns="548640" rIns="548640"/>
          <a:lstStyle>
            <a:lvl1pPr>
              <a:defRPr sz="1800" b="1">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
                <a:srgbClr val="FEFEFE"/>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89AAFAA9-5AFB-6E67-56FB-1590A25DCD7E}"/>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2" name="Title 6">
            <a:extLst>
              <a:ext uri="{FF2B5EF4-FFF2-40B4-BE49-F238E27FC236}">
                <a16:creationId xmlns:a16="http://schemas.microsoft.com/office/drawing/2014/main" id="{72E40A24-F112-048E-2670-E270A9ABC67A}"/>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3497A463-08F1-3A4B-A706-B87CBDA2E0A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76406335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Executive Summary/Key Takeaways 5">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p:nvSpPr>
        <p:spPr bwMode="hidden">
          <a:xfrm>
            <a:off x="0" y="-1"/>
            <a:ext cx="4060556" cy="6861175"/>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70C12960-6E85-460F-B6E3-5B82CB31AF3D}" type="slidenum">
              <a:rPr lang="en-US" smtClean="0"/>
              <a:t>‹#›</a:t>
            </a:fld>
            <a:endParaRPr lang="en-US"/>
          </a:p>
        </p:txBody>
      </p:sp>
      <p:sp>
        <p:nvSpPr>
          <p:cNvPr id="5" name="Text Placeholder 5">
            <a:extLst>
              <a:ext uri="{FF2B5EF4-FFF2-40B4-BE49-F238E27FC236}">
                <a16:creationId xmlns:a16="http://schemas.microsoft.com/office/drawing/2014/main" id="{0DBC71B0-EDFA-73E1-2685-8B96936EB6D6}"/>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rgbClr val="75787B"/>
                </a:solidFill>
              </a:defRPr>
            </a:lvl1pPr>
            <a:lvl2pPr marL="0" indent="0">
              <a:buNone/>
              <a:defRPr sz="600">
                <a:solidFill>
                  <a:srgbClr val="75787B"/>
                </a:solidFill>
              </a:defRPr>
            </a:lvl2pPr>
            <a:lvl3pPr marL="0" indent="0">
              <a:buNone/>
              <a:defRPr sz="600">
                <a:solidFill>
                  <a:srgbClr val="75787B"/>
                </a:solidFill>
              </a:defRPr>
            </a:lvl3pPr>
            <a:lvl4pPr marL="0" indent="0">
              <a:buNone/>
              <a:defRPr sz="600">
                <a:solidFill>
                  <a:srgbClr val="75787B"/>
                </a:solidFill>
              </a:defRPr>
            </a:lvl4pPr>
            <a:lvl5pPr marL="0" indent="0">
              <a:buNone/>
              <a:defRPr sz="600">
                <a:solidFill>
                  <a:srgbClr val="75787B"/>
                </a:solidFill>
              </a:defRPr>
            </a:lvl5pPr>
            <a:lvl6pPr marL="0" indent="0">
              <a:buNone/>
              <a:defRPr sz="600">
                <a:solidFill>
                  <a:srgbClr val="75787B"/>
                </a:solidFill>
              </a:defRPr>
            </a:lvl6pPr>
            <a:lvl7pPr marL="0" indent="0">
              <a:buNone/>
              <a:defRPr sz="600">
                <a:solidFill>
                  <a:srgbClr val="75787B"/>
                </a:solidFill>
              </a:defRPr>
            </a:lvl7pPr>
            <a:lvl8pPr marL="0" indent="0">
              <a:buNone/>
              <a:defRPr sz="600">
                <a:solidFill>
                  <a:srgbClr val="75787B"/>
                </a:solidFill>
              </a:defRPr>
            </a:lvl8pPr>
            <a:lvl9pPr marL="0" indent="0">
              <a:buNone/>
              <a:defRPr sz="600">
                <a:solidFill>
                  <a:srgbClr val="75787B"/>
                </a:solidFill>
              </a:defRPr>
            </a:lvl9pPr>
          </a:lstStyle>
          <a:p>
            <a:pPr lvl="8"/>
            <a:r>
              <a:rPr lang="en-US"/>
              <a:t>Click to add footnotes or disclaimer information</a:t>
            </a:r>
          </a:p>
        </p:txBody>
      </p:sp>
      <p:sp>
        <p:nvSpPr>
          <p:cNvPr id="7" name="Content Placeholder 14">
            <a:extLst>
              <a:ext uri="{FF2B5EF4-FFF2-40B4-BE49-F238E27FC236}">
                <a16:creationId xmlns:a16="http://schemas.microsoft.com/office/drawing/2014/main" id="{8BE58806-493A-43A7-588A-8383D4BFD9E2}"/>
              </a:ext>
            </a:extLst>
          </p:cNvPr>
          <p:cNvSpPr>
            <a:spLocks noGrp="1"/>
          </p:cNvSpPr>
          <p:nvPr>
            <p:ph sz="quarter" idx="18"/>
          </p:nvPr>
        </p:nvSpPr>
        <p:spPr>
          <a:xfrm>
            <a:off x="4781551" y="552450"/>
            <a:ext cx="6856412" cy="5614988"/>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9">
            <a:extLst>
              <a:ext uri="{FF2B5EF4-FFF2-40B4-BE49-F238E27FC236}">
                <a16:creationId xmlns:a16="http://schemas.microsoft.com/office/drawing/2014/main" id="{D5898180-820F-A08A-0685-75299A62D197}"/>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tx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10" name="Title 6">
            <a:extLst>
              <a:ext uri="{FF2B5EF4-FFF2-40B4-BE49-F238E27FC236}">
                <a16:creationId xmlns:a16="http://schemas.microsoft.com/office/drawing/2014/main" id="{446E99B7-41B6-EF2A-4043-E90AA9BC51BA}"/>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2" name="Freeform 5">
            <a:extLst>
              <a:ext uri="{FF2B5EF4-FFF2-40B4-BE49-F238E27FC236}">
                <a16:creationId xmlns:a16="http://schemas.microsoft.com/office/drawing/2014/main" id="{37A12BAC-7CE9-5878-7C76-A1E57C36C876}"/>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298616968"/>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1" name="Title 10">
            <a:extLst>
              <a:ext uri="{FF2B5EF4-FFF2-40B4-BE49-F238E27FC236}">
                <a16:creationId xmlns:a16="http://schemas.microsoft.com/office/drawing/2014/main" id="{DE7DA74E-D875-C25E-3313-FF110AB47A00}"/>
              </a:ext>
            </a:extLst>
          </p:cNvPr>
          <p:cNvSpPr>
            <a:spLocks noGrp="1"/>
          </p:cNvSpPr>
          <p:nvPr>
            <p:ph type="title"/>
          </p:nvPr>
        </p:nvSpPr>
        <p:spPr>
          <a:xfrm>
            <a:off x="546100" y="552450"/>
            <a:ext cx="11091861" cy="434975"/>
          </a:xfrm>
        </p:spPr>
        <p:txBody>
          <a:bodyPr/>
          <a:lstStyle>
            <a:lvl1pPr>
              <a:defRPr b="1"/>
            </a:lvl1pPr>
          </a:lstStyle>
          <a:p>
            <a:r>
              <a:rPr lang="en-US"/>
              <a:t>Click to edit Master title style</a:t>
            </a:r>
          </a:p>
        </p:txBody>
      </p:sp>
      <p:sp>
        <p:nvSpPr>
          <p:cNvPr id="12" name="Text Placeholder 11">
            <a:extLst>
              <a:ext uri="{FF2B5EF4-FFF2-40B4-BE49-F238E27FC236}">
                <a16:creationId xmlns:a16="http://schemas.microsoft.com/office/drawing/2014/main" id="{B8003664-EBF7-AE05-456F-9D95210B1FB2}"/>
              </a:ext>
            </a:extLst>
          </p:cNvPr>
          <p:cNvSpPr>
            <a:spLocks noGrp="1"/>
          </p:cNvSpPr>
          <p:nvPr>
            <p:ph type="body" sz="quarter" idx="18"/>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6" name="Content Placeholder 25">
            <a:extLst>
              <a:ext uri="{FF2B5EF4-FFF2-40B4-BE49-F238E27FC236}">
                <a16:creationId xmlns:a16="http://schemas.microsoft.com/office/drawing/2014/main" id="{8063A536-29D2-B27C-39FB-210C8061D1E6}"/>
              </a:ext>
            </a:extLst>
          </p:cNvPr>
          <p:cNvSpPr>
            <a:spLocks noGrp="1"/>
          </p:cNvSpPr>
          <p:nvPr>
            <p:ph sz="quarter" idx="22"/>
          </p:nvPr>
        </p:nvSpPr>
        <p:spPr>
          <a:xfrm>
            <a:off x="546100" y="2425700"/>
            <a:ext cx="9683750"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33">
            <a:extLst>
              <a:ext uri="{FF2B5EF4-FFF2-40B4-BE49-F238E27FC236}">
                <a16:creationId xmlns:a16="http://schemas.microsoft.com/office/drawing/2014/main" id="{58A03220-7283-8469-3E48-E6A54B72DE67}"/>
              </a:ext>
            </a:extLst>
          </p:cNvPr>
          <p:cNvSpPr>
            <a:spLocks noGrp="1"/>
          </p:cNvSpPr>
          <p:nvPr>
            <p:ph type="body" sz="quarter" idx="29"/>
          </p:nvPr>
        </p:nvSpPr>
        <p:spPr>
          <a:xfrm>
            <a:off x="546100" y="1849436"/>
            <a:ext cx="9683496"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4" name="Text Placeholder 15">
            <a:extLst>
              <a:ext uri="{FF2B5EF4-FFF2-40B4-BE49-F238E27FC236}">
                <a16:creationId xmlns:a16="http://schemas.microsoft.com/office/drawing/2014/main" id="{AC44E031-9667-5445-F506-392861A50839}"/>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5" name="Freeform 5">
            <a:extLst>
              <a:ext uri="{FF2B5EF4-FFF2-40B4-BE49-F238E27FC236}">
                <a16:creationId xmlns:a16="http://schemas.microsoft.com/office/drawing/2014/main" id="{D599C468-2E5D-0E77-CA8C-A2470E504AE8}"/>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29656485"/>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 Column, Equal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8" name="Title 17">
            <a:extLst>
              <a:ext uri="{FF2B5EF4-FFF2-40B4-BE49-F238E27FC236}">
                <a16:creationId xmlns:a16="http://schemas.microsoft.com/office/drawing/2014/main" id="{EC9D0933-64E3-BFA1-9514-B7DF150292A4}"/>
              </a:ext>
            </a:extLst>
          </p:cNvPr>
          <p:cNvSpPr>
            <a:spLocks noGrp="1"/>
          </p:cNvSpPr>
          <p:nvPr>
            <p:ph type="title"/>
          </p:nvPr>
        </p:nvSpPr>
        <p:spPr>
          <a:xfrm>
            <a:off x="546100" y="552450"/>
            <a:ext cx="11091861" cy="434975"/>
          </a:xfrm>
        </p:spPr>
        <p:txBody>
          <a:bodyPr/>
          <a:lstStyle>
            <a:lvl1pPr>
              <a:defRPr b="1"/>
            </a:lvl1pPr>
          </a:lstStyle>
          <a:p>
            <a:r>
              <a:rPr lang="en-US"/>
              <a:t>Click to edit Master title style</a:t>
            </a:r>
          </a:p>
        </p:txBody>
      </p:sp>
      <p:sp>
        <p:nvSpPr>
          <p:cNvPr id="12" name="Text Placeholder 11">
            <a:extLst>
              <a:ext uri="{FF2B5EF4-FFF2-40B4-BE49-F238E27FC236}">
                <a16:creationId xmlns:a16="http://schemas.microsoft.com/office/drawing/2014/main" id="{5D9301CB-D124-C2F5-CEF2-1087073EEC8A}"/>
              </a:ext>
            </a:extLst>
          </p:cNvPr>
          <p:cNvSpPr>
            <a:spLocks noGrp="1"/>
          </p:cNvSpPr>
          <p:nvPr>
            <p:ph type="body" sz="quarter" idx="21"/>
          </p:nvPr>
        </p:nvSpPr>
        <p:spPr>
          <a:xfrm>
            <a:off x="546100" y="1127125"/>
            <a:ext cx="11097578"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0" name="Content Placeholder 29">
            <a:extLst>
              <a:ext uri="{FF2B5EF4-FFF2-40B4-BE49-F238E27FC236}">
                <a16:creationId xmlns:a16="http://schemas.microsoft.com/office/drawing/2014/main" id="{0BDF59AF-B2BA-5A83-3E07-990E126292C1}"/>
              </a:ext>
            </a:extLst>
          </p:cNvPr>
          <p:cNvSpPr>
            <a:spLocks noGrp="1"/>
          </p:cNvSpPr>
          <p:nvPr>
            <p:ph sz="quarter" idx="27"/>
          </p:nvPr>
        </p:nvSpPr>
        <p:spPr>
          <a:xfrm>
            <a:off x="546101" y="2425700"/>
            <a:ext cx="5445124"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6F691F75-1851-7040-01A9-AB8C9E4CA60B}"/>
              </a:ext>
            </a:extLst>
          </p:cNvPr>
          <p:cNvSpPr>
            <a:spLocks noGrp="1"/>
          </p:cNvSpPr>
          <p:nvPr>
            <p:ph sz="quarter" idx="28"/>
          </p:nvPr>
        </p:nvSpPr>
        <p:spPr>
          <a:xfrm>
            <a:off x="6194425" y="2425700"/>
            <a:ext cx="5443538"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Text Placeholder 33">
            <a:extLst>
              <a:ext uri="{FF2B5EF4-FFF2-40B4-BE49-F238E27FC236}">
                <a16:creationId xmlns:a16="http://schemas.microsoft.com/office/drawing/2014/main" id="{5FE0CD66-027F-AA7D-2F1F-385DF569B800}"/>
              </a:ext>
            </a:extLst>
          </p:cNvPr>
          <p:cNvSpPr>
            <a:spLocks noGrp="1"/>
          </p:cNvSpPr>
          <p:nvPr>
            <p:ph type="body" sz="quarter" idx="29"/>
          </p:nvPr>
        </p:nvSpPr>
        <p:spPr>
          <a:xfrm>
            <a:off x="546100" y="1849436"/>
            <a:ext cx="5445125"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3A72DFFD-6972-74A3-175B-07193979F2E8}"/>
              </a:ext>
            </a:extLst>
          </p:cNvPr>
          <p:cNvSpPr>
            <a:spLocks noGrp="1"/>
          </p:cNvSpPr>
          <p:nvPr>
            <p:ph type="body" sz="quarter" idx="30"/>
          </p:nvPr>
        </p:nvSpPr>
        <p:spPr>
          <a:xfrm>
            <a:off x="6194425" y="1849434"/>
            <a:ext cx="5443537" cy="296866"/>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 name="Text Placeholder 15">
            <a:extLst>
              <a:ext uri="{FF2B5EF4-FFF2-40B4-BE49-F238E27FC236}">
                <a16:creationId xmlns:a16="http://schemas.microsoft.com/office/drawing/2014/main" id="{4CC30E8D-42E4-0384-765A-E32636D6AD9B}"/>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2" name="Freeform 5">
            <a:extLst>
              <a:ext uri="{FF2B5EF4-FFF2-40B4-BE49-F238E27FC236}">
                <a16:creationId xmlns:a16="http://schemas.microsoft.com/office/drawing/2014/main" id="{56FCD859-E8CD-1157-D9F9-9A6A6EAF94A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90638483"/>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 Column, Equal - Subhead/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9" name="Title 18">
            <a:extLst>
              <a:ext uri="{FF2B5EF4-FFF2-40B4-BE49-F238E27FC236}">
                <a16:creationId xmlns:a16="http://schemas.microsoft.com/office/drawing/2014/main" id="{4203C809-6284-F504-FD1D-2F733D8EF672}"/>
              </a:ext>
            </a:extLst>
          </p:cNvPr>
          <p:cNvSpPr>
            <a:spLocks noGrp="1"/>
          </p:cNvSpPr>
          <p:nvPr>
            <p:ph type="title"/>
          </p:nvPr>
        </p:nvSpPr>
        <p:spPr>
          <a:xfrm>
            <a:off x="546100" y="552450"/>
            <a:ext cx="11091862" cy="434975"/>
          </a:xfrm>
        </p:spPr>
        <p:txBody>
          <a:bodyPr/>
          <a:lstStyle>
            <a:lvl1pPr>
              <a:defRPr b="1"/>
            </a:lvl1pPr>
          </a:lstStyle>
          <a:p>
            <a:r>
              <a:rPr lang="en-US"/>
              <a:t>Click to edit Master title style</a:t>
            </a:r>
          </a:p>
        </p:txBody>
      </p:sp>
      <p:sp>
        <p:nvSpPr>
          <p:cNvPr id="12" name="Text Placeholder 11">
            <a:extLst>
              <a:ext uri="{FF2B5EF4-FFF2-40B4-BE49-F238E27FC236}">
                <a16:creationId xmlns:a16="http://schemas.microsoft.com/office/drawing/2014/main" id="{9DBD8FF5-701A-95F4-260E-E54FC660C38F}"/>
              </a:ext>
            </a:extLst>
          </p:cNvPr>
          <p:cNvSpPr>
            <a:spLocks noGrp="1"/>
          </p:cNvSpPr>
          <p:nvPr>
            <p:ph type="body" sz="quarter" idx="41"/>
          </p:nvPr>
        </p:nvSpPr>
        <p:spPr>
          <a:xfrm>
            <a:off x="546100" y="1127124"/>
            <a:ext cx="11094211" cy="295276"/>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7" name="Content Placeholder 16">
            <a:extLst>
              <a:ext uri="{FF2B5EF4-FFF2-40B4-BE49-F238E27FC236}">
                <a16:creationId xmlns:a16="http://schemas.microsoft.com/office/drawing/2014/main" id="{EE99AD3F-BADC-0A62-5455-2F629230E03A}"/>
              </a:ext>
            </a:extLst>
          </p:cNvPr>
          <p:cNvSpPr>
            <a:spLocks noGrp="1"/>
          </p:cNvSpPr>
          <p:nvPr>
            <p:ph sz="quarter" idx="43"/>
          </p:nvPr>
        </p:nvSpPr>
        <p:spPr>
          <a:xfrm>
            <a:off x="546100" y="3295650"/>
            <a:ext cx="5445125" cy="2437637"/>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13C4FDE-A81E-EF79-BD4B-61C6431C7630}"/>
              </a:ext>
            </a:extLst>
          </p:cNvPr>
          <p:cNvSpPr>
            <a:spLocks noGrp="1"/>
          </p:cNvSpPr>
          <p:nvPr>
            <p:ph sz="quarter" idx="44"/>
          </p:nvPr>
        </p:nvSpPr>
        <p:spPr>
          <a:xfrm>
            <a:off x="6194425" y="3295650"/>
            <a:ext cx="5443536" cy="2437638"/>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6">
            <a:extLst>
              <a:ext uri="{FF2B5EF4-FFF2-40B4-BE49-F238E27FC236}">
                <a16:creationId xmlns:a16="http://schemas.microsoft.com/office/drawing/2014/main" id="{79AA7307-4097-61A7-6D7C-E1E31662FD7C}"/>
              </a:ext>
            </a:extLst>
          </p:cNvPr>
          <p:cNvSpPr>
            <a:spLocks noGrp="1"/>
          </p:cNvSpPr>
          <p:nvPr>
            <p:ph type="body" sz="quarter" idx="45"/>
          </p:nvPr>
        </p:nvSpPr>
        <p:spPr>
          <a:xfrm>
            <a:off x="546100" y="2714625"/>
            <a:ext cx="5445125" cy="295276"/>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9" name="Text Placeholder 28">
            <a:extLst>
              <a:ext uri="{FF2B5EF4-FFF2-40B4-BE49-F238E27FC236}">
                <a16:creationId xmlns:a16="http://schemas.microsoft.com/office/drawing/2014/main" id="{B89766A0-7AF7-514F-D906-7F7B54DCA000}"/>
              </a:ext>
            </a:extLst>
          </p:cNvPr>
          <p:cNvSpPr>
            <a:spLocks noGrp="1"/>
          </p:cNvSpPr>
          <p:nvPr>
            <p:ph type="body" sz="quarter" idx="46"/>
          </p:nvPr>
        </p:nvSpPr>
        <p:spPr>
          <a:xfrm>
            <a:off x="6192838" y="2714625"/>
            <a:ext cx="5445125" cy="294511"/>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EDBD991D-BB78-85F0-B91E-EBC747AE6986}"/>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2FEBD50D-5206-AC4E-D8CA-B4660A4466B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369400842"/>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5" name="Title 4">
            <a:extLst>
              <a:ext uri="{FF2B5EF4-FFF2-40B4-BE49-F238E27FC236}">
                <a16:creationId xmlns:a16="http://schemas.microsoft.com/office/drawing/2014/main" id="{4D3A07AB-930B-F509-FF11-FF7EA66F18A9}"/>
              </a:ext>
            </a:extLst>
          </p:cNvPr>
          <p:cNvSpPr>
            <a:spLocks noGrp="1"/>
          </p:cNvSpPr>
          <p:nvPr>
            <p:ph type="title"/>
          </p:nvPr>
        </p:nvSpPr>
        <p:spPr>
          <a:xfrm>
            <a:off x="546100" y="552450"/>
            <a:ext cx="11091862" cy="434975"/>
          </a:xfrm>
        </p:spPr>
        <p:txBody>
          <a:bodyPr/>
          <a:lstStyle>
            <a:lvl1pPr>
              <a:defRPr b="1"/>
            </a:lvl1pPr>
          </a:lstStyle>
          <a:p>
            <a:r>
              <a:rPr lang="en-US"/>
              <a:t>Click to edit Master title style</a:t>
            </a:r>
          </a:p>
        </p:txBody>
      </p:sp>
      <p:sp>
        <p:nvSpPr>
          <p:cNvPr id="12" name="Text Placeholder 10">
            <a:extLst>
              <a:ext uri="{FF2B5EF4-FFF2-40B4-BE49-F238E27FC236}">
                <a16:creationId xmlns:a16="http://schemas.microsoft.com/office/drawing/2014/main" id="{E7C5C99F-2E27-32AA-A2BB-FD22347F3EE1}"/>
              </a:ext>
            </a:extLst>
          </p:cNvPr>
          <p:cNvSpPr>
            <a:spLocks noGrp="1"/>
          </p:cNvSpPr>
          <p:nvPr>
            <p:ph type="body" sz="quarter" idx="21"/>
          </p:nvPr>
        </p:nvSpPr>
        <p:spPr>
          <a:xfrm>
            <a:off x="546100" y="1127125"/>
            <a:ext cx="11094211" cy="296861"/>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4" name="Content Placeholder 22">
            <a:extLst>
              <a:ext uri="{FF2B5EF4-FFF2-40B4-BE49-F238E27FC236}">
                <a16:creationId xmlns:a16="http://schemas.microsoft.com/office/drawing/2014/main" id="{C12BF8D2-A9C1-A94F-0BD2-3090AFC52369}"/>
              </a:ext>
            </a:extLst>
          </p:cNvPr>
          <p:cNvSpPr>
            <a:spLocks noGrp="1"/>
          </p:cNvSpPr>
          <p:nvPr>
            <p:ph sz="quarter" idx="23"/>
          </p:nvPr>
        </p:nvSpPr>
        <p:spPr>
          <a:xfrm>
            <a:off x="546100" y="2425700"/>
            <a:ext cx="3524249"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4">
            <a:extLst>
              <a:ext uri="{FF2B5EF4-FFF2-40B4-BE49-F238E27FC236}">
                <a16:creationId xmlns:a16="http://schemas.microsoft.com/office/drawing/2014/main" id="{9CD544D2-832B-F777-218B-C0F2BDC73B8C}"/>
              </a:ext>
            </a:extLst>
          </p:cNvPr>
          <p:cNvSpPr>
            <a:spLocks noGrp="1"/>
          </p:cNvSpPr>
          <p:nvPr>
            <p:ph sz="quarter" idx="24"/>
          </p:nvPr>
        </p:nvSpPr>
        <p:spPr>
          <a:xfrm>
            <a:off x="4333715" y="2425700"/>
            <a:ext cx="3520440"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65B5C789-A5F1-EB2A-667A-4B57F4569728}"/>
              </a:ext>
            </a:extLst>
          </p:cNvPr>
          <p:cNvSpPr>
            <a:spLocks noGrp="1"/>
          </p:cNvSpPr>
          <p:nvPr>
            <p:ph sz="quarter" idx="25"/>
          </p:nvPr>
        </p:nvSpPr>
        <p:spPr>
          <a:xfrm>
            <a:off x="8117522" y="2425701"/>
            <a:ext cx="3520440" cy="3441699"/>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3">
            <a:extLst>
              <a:ext uri="{FF2B5EF4-FFF2-40B4-BE49-F238E27FC236}">
                <a16:creationId xmlns:a16="http://schemas.microsoft.com/office/drawing/2014/main" id="{72BCF22D-7BA9-AFDD-8C6C-56F01183A358}"/>
              </a:ext>
            </a:extLst>
          </p:cNvPr>
          <p:cNvSpPr>
            <a:spLocks noGrp="1"/>
          </p:cNvSpPr>
          <p:nvPr>
            <p:ph type="body" sz="quarter" idx="29"/>
          </p:nvPr>
        </p:nvSpPr>
        <p:spPr>
          <a:xfrm>
            <a:off x="546100" y="1849436"/>
            <a:ext cx="3524249" cy="296861"/>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18" name="Text Placeholder 35">
            <a:extLst>
              <a:ext uri="{FF2B5EF4-FFF2-40B4-BE49-F238E27FC236}">
                <a16:creationId xmlns:a16="http://schemas.microsoft.com/office/drawing/2014/main" id="{57D9938D-921A-98B4-2E9A-9625F5D4F3CA}"/>
              </a:ext>
            </a:extLst>
          </p:cNvPr>
          <p:cNvSpPr>
            <a:spLocks noGrp="1"/>
          </p:cNvSpPr>
          <p:nvPr>
            <p:ph type="body" sz="quarter" idx="30"/>
          </p:nvPr>
        </p:nvSpPr>
        <p:spPr>
          <a:xfrm>
            <a:off x="4333715"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7" name="Text Placeholder 26">
            <a:extLst>
              <a:ext uri="{FF2B5EF4-FFF2-40B4-BE49-F238E27FC236}">
                <a16:creationId xmlns:a16="http://schemas.microsoft.com/office/drawing/2014/main" id="{447DAA16-0F93-6662-9A40-3E39052A6110}"/>
              </a:ext>
            </a:extLst>
          </p:cNvPr>
          <p:cNvSpPr>
            <a:spLocks noGrp="1"/>
          </p:cNvSpPr>
          <p:nvPr>
            <p:ph type="body" sz="quarter" idx="31"/>
          </p:nvPr>
        </p:nvSpPr>
        <p:spPr>
          <a:xfrm>
            <a:off x="8117522"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5CAF1221-6A5A-0633-8A9B-749363B15EC4}"/>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108F7FB7-B0F4-2E01-D444-E1B7E3B22AE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945089509"/>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4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5" name="Title 14">
            <a:extLst>
              <a:ext uri="{FF2B5EF4-FFF2-40B4-BE49-F238E27FC236}">
                <a16:creationId xmlns:a16="http://schemas.microsoft.com/office/drawing/2014/main" id="{EAD91B94-EA98-484A-C309-7B941BD49803}"/>
              </a:ext>
            </a:extLst>
          </p:cNvPr>
          <p:cNvSpPr>
            <a:spLocks noGrp="1"/>
          </p:cNvSpPr>
          <p:nvPr>
            <p:ph type="title"/>
          </p:nvPr>
        </p:nvSpPr>
        <p:spPr>
          <a:xfrm>
            <a:off x="546101" y="552450"/>
            <a:ext cx="11091862" cy="434975"/>
          </a:xfrm>
        </p:spPr>
        <p:txBody>
          <a:bodyPr/>
          <a:lstStyle>
            <a:lvl1pPr>
              <a:defRPr b="1"/>
            </a:lvl1pPr>
          </a:lstStyle>
          <a:p>
            <a:r>
              <a:rPr lang="en-US"/>
              <a:t>Click to edit Master title style</a:t>
            </a:r>
          </a:p>
        </p:txBody>
      </p:sp>
      <p:sp>
        <p:nvSpPr>
          <p:cNvPr id="20" name="Text Placeholder 10">
            <a:extLst>
              <a:ext uri="{FF2B5EF4-FFF2-40B4-BE49-F238E27FC236}">
                <a16:creationId xmlns:a16="http://schemas.microsoft.com/office/drawing/2014/main" id="{E816675F-4CFF-1424-BC2E-EB168984C8A9}"/>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2" name="Content Placeholder 22">
            <a:extLst>
              <a:ext uri="{FF2B5EF4-FFF2-40B4-BE49-F238E27FC236}">
                <a16:creationId xmlns:a16="http://schemas.microsoft.com/office/drawing/2014/main" id="{13CECA2D-47BD-D0C9-FDDA-04E397E25899}"/>
              </a:ext>
            </a:extLst>
          </p:cNvPr>
          <p:cNvSpPr>
            <a:spLocks noGrp="1"/>
          </p:cNvSpPr>
          <p:nvPr>
            <p:ph sz="quarter" idx="23"/>
          </p:nvPr>
        </p:nvSpPr>
        <p:spPr>
          <a:xfrm>
            <a:off x="546101" y="2425700"/>
            <a:ext cx="2619374"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4">
            <a:extLst>
              <a:ext uri="{FF2B5EF4-FFF2-40B4-BE49-F238E27FC236}">
                <a16:creationId xmlns:a16="http://schemas.microsoft.com/office/drawing/2014/main" id="{662EF311-9306-5498-F3D9-6F3991FF1E09}"/>
              </a:ext>
            </a:extLst>
          </p:cNvPr>
          <p:cNvSpPr>
            <a:spLocks noGrp="1"/>
          </p:cNvSpPr>
          <p:nvPr>
            <p:ph sz="quarter" idx="24"/>
          </p:nvPr>
        </p:nvSpPr>
        <p:spPr>
          <a:xfrm>
            <a:off x="3367088" y="2425700"/>
            <a:ext cx="2625725"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0">
            <a:extLst>
              <a:ext uri="{FF2B5EF4-FFF2-40B4-BE49-F238E27FC236}">
                <a16:creationId xmlns:a16="http://schemas.microsoft.com/office/drawing/2014/main" id="{3A80FA08-2EA7-E26E-1786-7FC321C07BC6}"/>
              </a:ext>
            </a:extLst>
          </p:cNvPr>
          <p:cNvSpPr>
            <a:spLocks noGrp="1"/>
          </p:cNvSpPr>
          <p:nvPr>
            <p:ph sz="quarter" idx="25"/>
          </p:nvPr>
        </p:nvSpPr>
        <p:spPr>
          <a:xfrm>
            <a:off x="6194426" y="2425701"/>
            <a:ext cx="2619375" cy="3441699"/>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33">
            <a:extLst>
              <a:ext uri="{FF2B5EF4-FFF2-40B4-BE49-F238E27FC236}">
                <a16:creationId xmlns:a16="http://schemas.microsoft.com/office/drawing/2014/main" id="{6F3D1EEF-0D0B-1B3D-790A-E903BCE7629F}"/>
              </a:ext>
            </a:extLst>
          </p:cNvPr>
          <p:cNvSpPr>
            <a:spLocks noGrp="1"/>
          </p:cNvSpPr>
          <p:nvPr>
            <p:ph type="body" sz="quarter" idx="29"/>
          </p:nvPr>
        </p:nvSpPr>
        <p:spPr>
          <a:xfrm>
            <a:off x="546100" y="1849436"/>
            <a:ext cx="2619375" cy="296861"/>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F3E66951-696C-1D73-0C63-711EFABB807E}"/>
              </a:ext>
            </a:extLst>
          </p:cNvPr>
          <p:cNvSpPr>
            <a:spLocks noGrp="1"/>
          </p:cNvSpPr>
          <p:nvPr>
            <p:ph type="body" sz="quarter" idx="30"/>
          </p:nvPr>
        </p:nvSpPr>
        <p:spPr>
          <a:xfrm>
            <a:off x="3367089" y="1849438"/>
            <a:ext cx="2625725" cy="2968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7" name="Text Placeholder 26">
            <a:extLst>
              <a:ext uri="{FF2B5EF4-FFF2-40B4-BE49-F238E27FC236}">
                <a16:creationId xmlns:a16="http://schemas.microsoft.com/office/drawing/2014/main" id="{22CCB024-1C7A-358D-17AA-DB143CC33E1A}"/>
              </a:ext>
            </a:extLst>
          </p:cNvPr>
          <p:cNvSpPr>
            <a:spLocks noGrp="1"/>
          </p:cNvSpPr>
          <p:nvPr>
            <p:ph type="body" sz="quarter" idx="31"/>
          </p:nvPr>
        </p:nvSpPr>
        <p:spPr>
          <a:xfrm>
            <a:off x="6194426" y="1849438"/>
            <a:ext cx="2619375" cy="2968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9" name="Content Placeholder 38">
            <a:extLst>
              <a:ext uri="{FF2B5EF4-FFF2-40B4-BE49-F238E27FC236}">
                <a16:creationId xmlns:a16="http://schemas.microsoft.com/office/drawing/2014/main" id="{4C336508-10E1-4F40-6089-6E416628EAAC}"/>
              </a:ext>
            </a:extLst>
          </p:cNvPr>
          <p:cNvSpPr>
            <a:spLocks noGrp="1"/>
          </p:cNvSpPr>
          <p:nvPr>
            <p:ph sz="quarter" idx="32"/>
          </p:nvPr>
        </p:nvSpPr>
        <p:spPr>
          <a:xfrm>
            <a:off x="9015415" y="2425700"/>
            <a:ext cx="2622548"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Text Placeholder 40">
            <a:extLst>
              <a:ext uri="{FF2B5EF4-FFF2-40B4-BE49-F238E27FC236}">
                <a16:creationId xmlns:a16="http://schemas.microsoft.com/office/drawing/2014/main" id="{53BBD7EF-C3BF-D4E8-EF2B-6BC68E04ACCA}"/>
              </a:ext>
            </a:extLst>
          </p:cNvPr>
          <p:cNvSpPr>
            <a:spLocks noGrp="1"/>
          </p:cNvSpPr>
          <p:nvPr>
            <p:ph type="body" sz="quarter" idx="33"/>
          </p:nvPr>
        </p:nvSpPr>
        <p:spPr>
          <a:xfrm>
            <a:off x="9015412" y="1849436"/>
            <a:ext cx="2622549" cy="296862"/>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4" name="Text Placeholder 15">
            <a:extLst>
              <a:ext uri="{FF2B5EF4-FFF2-40B4-BE49-F238E27FC236}">
                <a16:creationId xmlns:a16="http://schemas.microsoft.com/office/drawing/2014/main" id="{1B23D40B-9D9F-F3EF-0095-140FDCB912B7}"/>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2" name="Freeform 5">
            <a:extLst>
              <a:ext uri="{FF2B5EF4-FFF2-40B4-BE49-F238E27FC236}">
                <a16:creationId xmlns:a16="http://schemas.microsoft.com/office/drawing/2014/main" id="{6156507B-072C-8B0F-1D65-BF8332968C03}"/>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447004716"/>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2 Column, Photo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194424" y="0"/>
            <a:ext cx="5997575" cy="6858000"/>
          </a:xfrm>
          <a:solidFill>
            <a:schemeClr val="bg1">
              <a:lumMod val="65000"/>
            </a:schemeClr>
          </a:solidFill>
        </p:spPr>
        <p:txBody>
          <a:bodyPr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6" name="Title 5">
            <a:extLst>
              <a:ext uri="{FF2B5EF4-FFF2-40B4-BE49-F238E27FC236}">
                <a16:creationId xmlns:a16="http://schemas.microsoft.com/office/drawing/2014/main" id="{FA65A5E6-24CF-BD36-5E96-8042A9E0ECC7}"/>
              </a:ext>
            </a:extLst>
          </p:cNvPr>
          <p:cNvSpPr>
            <a:spLocks noGrp="1"/>
          </p:cNvSpPr>
          <p:nvPr>
            <p:ph type="title"/>
          </p:nvPr>
        </p:nvSpPr>
        <p:spPr>
          <a:xfrm>
            <a:off x="546100" y="552450"/>
            <a:ext cx="5444329" cy="434975"/>
          </a:xfrm>
        </p:spPr>
        <p:txBody>
          <a:bodyPr/>
          <a:lstStyle>
            <a:lvl1pPr>
              <a:defRPr b="1"/>
            </a:lvl1pPr>
          </a:lstStyle>
          <a:p>
            <a:r>
              <a:rPr lang="en-US"/>
              <a:t>Click to edit Master title style</a:t>
            </a:r>
          </a:p>
        </p:txBody>
      </p:sp>
      <p:sp>
        <p:nvSpPr>
          <p:cNvPr id="16" name="Text Placeholder 11">
            <a:extLst>
              <a:ext uri="{FF2B5EF4-FFF2-40B4-BE49-F238E27FC236}">
                <a16:creationId xmlns:a16="http://schemas.microsoft.com/office/drawing/2014/main" id="{163054C7-C247-490C-C290-6EB0D4E9DC74}"/>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Content Placeholder 29">
            <a:extLst>
              <a:ext uri="{FF2B5EF4-FFF2-40B4-BE49-F238E27FC236}">
                <a16:creationId xmlns:a16="http://schemas.microsoft.com/office/drawing/2014/main" id="{75ADEAFE-4009-A3BC-3F86-F58A050AF5C0}"/>
              </a:ext>
            </a:extLst>
          </p:cNvPr>
          <p:cNvSpPr>
            <a:spLocks noGrp="1"/>
          </p:cNvSpPr>
          <p:nvPr>
            <p:ph sz="quarter" idx="27"/>
          </p:nvPr>
        </p:nvSpPr>
        <p:spPr>
          <a:xfrm>
            <a:off x="546892" y="2425700"/>
            <a:ext cx="5444333"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33">
            <a:extLst>
              <a:ext uri="{FF2B5EF4-FFF2-40B4-BE49-F238E27FC236}">
                <a16:creationId xmlns:a16="http://schemas.microsoft.com/office/drawing/2014/main" id="{C8FCEF29-492C-8F4E-A702-5AD89C03B6B4}"/>
              </a:ext>
            </a:extLst>
          </p:cNvPr>
          <p:cNvSpPr>
            <a:spLocks noGrp="1"/>
          </p:cNvSpPr>
          <p:nvPr>
            <p:ph type="body" sz="quarter" idx="29"/>
          </p:nvPr>
        </p:nvSpPr>
        <p:spPr>
          <a:xfrm>
            <a:off x="546893" y="1849437"/>
            <a:ext cx="5444332"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784A1C5E-04C1-2EA8-0F18-04949676E62B}"/>
              </a:ext>
            </a:extLst>
          </p:cNvPr>
          <p:cNvSpPr>
            <a:spLocks noGrp="1"/>
          </p:cNvSpPr>
          <p:nvPr>
            <p:ph type="body" sz="quarter" idx="19" hasCustomPrompt="1"/>
          </p:nvPr>
        </p:nvSpPr>
        <p:spPr>
          <a:xfrm>
            <a:off x="546099" y="6019800"/>
            <a:ext cx="547065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8BBE648E-0B4C-2182-6968-719513227808}"/>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00218533"/>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Dynamic Slices 1 / Light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chemeClr val="bg1">
              <a:lumMod val="65000"/>
            </a:schemeClr>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chemeClr val="bg1">
              <a:lumMod val="65000"/>
            </a:schemeClr>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12" name="Title 11">
            <a:extLst>
              <a:ext uri="{FF2B5EF4-FFF2-40B4-BE49-F238E27FC236}">
                <a16:creationId xmlns:a16="http://schemas.microsoft.com/office/drawing/2014/main" id="{4B789C02-8217-29F3-CCBF-88E3D196B36D}"/>
              </a:ext>
            </a:extLst>
          </p:cNvPr>
          <p:cNvSpPr>
            <a:spLocks noGrp="1"/>
          </p:cNvSpPr>
          <p:nvPr>
            <p:ph type="title"/>
          </p:nvPr>
        </p:nvSpPr>
        <p:spPr>
          <a:xfrm>
            <a:off x="546100" y="552450"/>
            <a:ext cx="6851651" cy="434975"/>
          </a:xfrm>
        </p:spPr>
        <p:txBody>
          <a:bodyPr/>
          <a:lstStyle>
            <a:lvl1pPr>
              <a:defRPr b="1"/>
            </a:lvl1pPr>
          </a:lstStyle>
          <a:p>
            <a:r>
              <a:rPr lang="en-US"/>
              <a:t>Click to edit Master title style</a:t>
            </a:r>
          </a:p>
        </p:txBody>
      </p:sp>
      <p:sp>
        <p:nvSpPr>
          <p:cNvPr id="5" name="Text Placeholder 11">
            <a:extLst>
              <a:ext uri="{FF2B5EF4-FFF2-40B4-BE49-F238E27FC236}">
                <a16:creationId xmlns:a16="http://schemas.microsoft.com/office/drawing/2014/main" id="{8BA902E5-1959-8D93-356A-51055AFC1FFA}"/>
              </a:ext>
            </a:extLst>
          </p:cNvPr>
          <p:cNvSpPr>
            <a:spLocks noGrp="1"/>
          </p:cNvSpPr>
          <p:nvPr>
            <p:ph type="body" sz="quarter" idx="23"/>
          </p:nvPr>
        </p:nvSpPr>
        <p:spPr>
          <a:xfrm>
            <a:off x="546100" y="1127125"/>
            <a:ext cx="6853046"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1" name="Content Placeholder 29">
            <a:extLst>
              <a:ext uri="{FF2B5EF4-FFF2-40B4-BE49-F238E27FC236}">
                <a16:creationId xmlns:a16="http://schemas.microsoft.com/office/drawing/2014/main" id="{9FBDFEC1-9F37-0749-6D25-E3B502E7E966}"/>
              </a:ext>
            </a:extLst>
          </p:cNvPr>
          <p:cNvSpPr>
            <a:spLocks noGrp="1"/>
          </p:cNvSpPr>
          <p:nvPr>
            <p:ph sz="quarter" idx="27"/>
          </p:nvPr>
        </p:nvSpPr>
        <p:spPr>
          <a:xfrm>
            <a:off x="546894" y="2425700"/>
            <a:ext cx="6850856"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33">
            <a:extLst>
              <a:ext uri="{FF2B5EF4-FFF2-40B4-BE49-F238E27FC236}">
                <a16:creationId xmlns:a16="http://schemas.microsoft.com/office/drawing/2014/main" id="{F955E566-2D25-F593-52AC-63C9C65B51E7}"/>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2146C6B3-79A7-75B4-A7CB-F11700C4B060}"/>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3903E591-5482-5B20-F994-23F01C04C3F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34853550"/>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Dynamic Slices 1 / Dark">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5" name="Title 4">
            <a:extLst>
              <a:ext uri="{FF2B5EF4-FFF2-40B4-BE49-F238E27FC236}">
                <a16:creationId xmlns:a16="http://schemas.microsoft.com/office/drawing/2014/main" id="{DFA82EE6-606F-A412-2CF2-001ACBC3F752}"/>
              </a:ext>
            </a:extLst>
          </p:cNvPr>
          <p:cNvSpPr>
            <a:spLocks noGrp="1"/>
          </p:cNvSpPr>
          <p:nvPr>
            <p:ph type="title"/>
          </p:nvPr>
        </p:nvSpPr>
        <p:spPr>
          <a:xfrm>
            <a:off x="546892" y="552449"/>
            <a:ext cx="6849111" cy="434975"/>
          </a:xfrm>
        </p:spPr>
        <p:txBody>
          <a:bodyPr/>
          <a:lstStyle>
            <a:lvl1pPr>
              <a:defRPr b="1">
                <a:solidFill>
                  <a:schemeClr val="accent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98C27CD0-E7ED-0F06-9583-C2455E4C7100}"/>
              </a:ext>
            </a:extLst>
          </p:cNvPr>
          <p:cNvSpPr>
            <a:spLocks noGrp="1"/>
          </p:cNvSpPr>
          <p:nvPr>
            <p:ph type="body" sz="quarter" idx="18"/>
          </p:nvPr>
        </p:nvSpPr>
        <p:spPr>
          <a:xfrm>
            <a:off x="548640" y="1127126"/>
            <a:ext cx="6849110" cy="295274"/>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tx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153D2C7A-DCFA-04C5-B25D-045A4E287A01}"/>
              </a:ext>
            </a:extLst>
          </p:cNvPr>
          <p:cNvSpPr>
            <a:spLocks noGrp="1"/>
          </p:cNvSpPr>
          <p:nvPr>
            <p:ph type="body" sz="quarter" idx="19" hasCustomPrompt="1"/>
          </p:nvPr>
        </p:nvSpPr>
        <p:spPr>
          <a:xfrm>
            <a:off x="546540" y="6019800"/>
            <a:ext cx="6849111" cy="292099"/>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7" name="Content Placeholder 25">
            <a:extLst>
              <a:ext uri="{FF2B5EF4-FFF2-40B4-BE49-F238E27FC236}">
                <a16:creationId xmlns:a16="http://schemas.microsoft.com/office/drawing/2014/main" id="{C0678888-447D-EFD9-9770-C2B47B8E8D77}"/>
              </a:ext>
            </a:extLst>
          </p:cNvPr>
          <p:cNvSpPr>
            <a:spLocks noGrp="1"/>
          </p:cNvSpPr>
          <p:nvPr>
            <p:ph sz="quarter" idx="23"/>
          </p:nvPr>
        </p:nvSpPr>
        <p:spPr>
          <a:xfrm>
            <a:off x="546540" y="1849438"/>
            <a:ext cx="6851209" cy="4017962"/>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EEC57330-93DD-4ACF-46E0-F0C3473B1B0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396910027"/>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Dynamic Slices 1 / Dark - Subhead">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12" name="Title 11">
            <a:extLst>
              <a:ext uri="{FF2B5EF4-FFF2-40B4-BE49-F238E27FC236}">
                <a16:creationId xmlns:a16="http://schemas.microsoft.com/office/drawing/2014/main" id="{2C685442-9E1D-96DF-CF89-A92CB871F5BC}"/>
              </a:ext>
            </a:extLst>
          </p:cNvPr>
          <p:cNvSpPr>
            <a:spLocks noGrp="1"/>
          </p:cNvSpPr>
          <p:nvPr>
            <p:ph type="title"/>
          </p:nvPr>
        </p:nvSpPr>
        <p:spPr>
          <a:xfrm>
            <a:off x="546891" y="552450"/>
            <a:ext cx="6850858" cy="428626"/>
          </a:xfrm>
        </p:spPr>
        <p:txBody>
          <a:bodyPr/>
          <a:lstStyle>
            <a:lvl1pPr>
              <a:defRPr b="1">
                <a:solidFill>
                  <a:schemeClr val="accent1"/>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9E6A5714-8F29-43FB-2C8C-E2BDF9308AA2}"/>
              </a:ext>
            </a:extLst>
          </p:cNvPr>
          <p:cNvSpPr>
            <a:spLocks noGrp="1"/>
          </p:cNvSpPr>
          <p:nvPr>
            <p:ph type="body" sz="quarter" idx="23"/>
          </p:nvPr>
        </p:nvSpPr>
        <p:spPr>
          <a:xfrm>
            <a:off x="546891" y="1127125"/>
            <a:ext cx="6852254"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tx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 styles</a:t>
            </a:r>
          </a:p>
        </p:txBody>
      </p:sp>
      <p:sp>
        <p:nvSpPr>
          <p:cNvPr id="23" name="Text Placeholder 33">
            <a:extLst>
              <a:ext uri="{FF2B5EF4-FFF2-40B4-BE49-F238E27FC236}">
                <a16:creationId xmlns:a16="http://schemas.microsoft.com/office/drawing/2014/main" id="{2B526351-496B-235F-61A3-4656D3654893}"/>
              </a:ext>
            </a:extLst>
          </p:cNvPr>
          <p:cNvSpPr>
            <a:spLocks noGrp="1"/>
          </p:cNvSpPr>
          <p:nvPr>
            <p:ph type="body" sz="quarter" idx="29"/>
          </p:nvPr>
        </p:nvSpPr>
        <p:spPr>
          <a:xfrm>
            <a:off x="539750" y="1849437"/>
            <a:ext cx="6857999"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4" name="Content Placeholder 25">
            <a:extLst>
              <a:ext uri="{FF2B5EF4-FFF2-40B4-BE49-F238E27FC236}">
                <a16:creationId xmlns:a16="http://schemas.microsoft.com/office/drawing/2014/main" id="{8D981F7B-3DFA-DAB1-22F5-DA649A21F2D3}"/>
              </a:ext>
            </a:extLst>
          </p:cNvPr>
          <p:cNvSpPr>
            <a:spLocks noGrp="1"/>
          </p:cNvSpPr>
          <p:nvPr>
            <p:ph sz="quarter" idx="45"/>
          </p:nvPr>
        </p:nvSpPr>
        <p:spPr>
          <a:xfrm>
            <a:off x="546891" y="2425700"/>
            <a:ext cx="6850859" cy="3441700"/>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744F74C0-A29C-C2D6-30C6-B4F4CA9322B7}"/>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chemeClr val="tx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3" name="Freeform 5">
            <a:extLst>
              <a:ext uri="{FF2B5EF4-FFF2-40B4-BE49-F238E27FC236}">
                <a16:creationId xmlns:a16="http://schemas.microsoft.com/office/drawing/2014/main" id="{7047EC6C-8EB1-E762-D32C-8279EC73C7C1}"/>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93701217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Dynamic Slices 2 / Light - Subhea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94E9E3F-0E54-D2AC-2C3B-B2AD042CCF2F}"/>
              </a:ext>
            </a:extLst>
          </p:cNvPr>
          <p:cNvSpPr/>
          <p:nvPr/>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164864" y="6311900"/>
            <a:ext cx="3236581" cy="269875"/>
          </a:xfrm>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100" y="552450"/>
            <a:ext cx="5441473" cy="434975"/>
          </a:xfrm>
        </p:spPr>
        <p:txBody>
          <a:bodyPr/>
          <a:lstStyle>
            <a:lvl1pPr>
              <a:defRPr b="1">
                <a:solidFill>
                  <a:schemeClr val="tx2"/>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9D388E5C-FB1D-8ADE-23C8-8F02759F89BF}"/>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0" name="Content Placeholder 29">
            <a:extLst>
              <a:ext uri="{FF2B5EF4-FFF2-40B4-BE49-F238E27FC236}">
                <a16:creationId xmlns:a16="http://schemas.microsoft.com/office/drawing/2014/main" id="{58C0D593-9DC8-91DA-877C-F657119FC2AA}"/>
              </a:ext>
            </a:extLst>
          </p:cNvPr>
          <p:cNvSpPr>
            <a:spLocks noGrp="1"/>
          </p:cNvSpPr>
          <p:nvPr>
            <p:ph sz="quarter" idx="27"/>
          </p:nvPr>
        </p:nvSpPr>
        <p:spPr>
          <a:xfrm>
            <a:off x="550069" y="2425700"/>
            <a:ext cx="6847681"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3">
            <a:extLst>
              <a:ext uri="{FF2B5EF4-FFF2-40B4-BE49-F238E27FC236}">
                <a16:creationId xmlns:a16="http://schemas.microsoft.com/office/drawing/2014/main" id="{F724E384-38F7-2332-6CDE-587ABAE34345}"/>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4EB62E2F-2E37-C08A-71AA-5EDB5BF3A79E}"/>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5" name="Text Placeholder 15">
            <a:extLst>
              <a:ext uri="{FF2B5EF4-FFF2-40B4-BE49-F238E27FC236}">
                <a16:creationId xmlns:a16="http://schemas.microsoft.com/office/drawing/2014/main" id="{070F9FED-7587-9BA8-2238-305F92B0A992}"/>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6" name="Freeform 5">
            <a:extLst>
              <a:ext uri="{FF2B5EF4-FFF2-40B4-BE49-F238E27FC236}">
                <a16:creationId xmlns:a16="http://schemas.microsoft.com/office/drawing/2014/main" id="{79545D53-1DB6-4F7C-45C0-80C97BAC006C}"/>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513030449"/>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ynamic Slices 2 / Dark - Subhead">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610EE1-689A-470F-628F-EEA20DE95059}"/>
              </a:ext>
            </a:extLst>
          </p:cNvPr>
          <p:cNvSpPr/>
          <p:nvPr/>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9">
            <a:extLst>
              <a:ext uri="{FF2B5EF4-FFF2-40B4-BE49-F238E27FC236}">
                <a16:creationId xmlns:a16="http://schemas.microsoft.com/office/drawing/2014/main" id="{4A49D3FC-5492-D318-3220-FE343B99E4C8}"/>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161167" y="6311900"/>
            <a:ext cx="3236581" cy="269875"/>
          </a:xfrm>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100" y="552450"/>
            <a:ext cx="5441473" cy="434975"/>
          </a:xfrm>
        </p:spPr>
        <p:txBody>
          <a:bodyPr/>
          <a:lstStyle>
            <a:lvl1pPr>
              <a:defRPr b="1">
                <a:solidFill>
                  <a:schemeClr val="accent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C9BE862-933D-B8D2-1646-E5CF8CEC4FF4}"/>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24" name="Text Placeholder 33">
            <a:extLst>
              <a:ext uri="{FF2B5EF4-FFF2-40B4-BE49-F238E27FC236}">
                <a16:creationId xmlns:a16="http://schemas.microsoft.com/office/drawing/2014/main" id="{BCC2869B-FAAE-3BB6-A892-BE38C3B3A864}"/>
              </a:ext>
            </a:extLst>
          </p:cNvPr>
          <p:cNvSpPr>
            <a:spLocks noGrp="1"/>
          </p:cNvSpPr>
          <p:nvPr>
            <p:ph type="body" sz="quarter" idx="29"/>
          </p:nvPr>
        </p:nvSpPr>
        <p:spPr>
          <a:xfrm>
            <a:off x="546100" y="1849437"/>
            <a:ext cx="6851648"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5" name="Content Placeholder 25">
            <a:extLst>
              <a:ext uri="{FF2B5EF4-FFF2-40B4-BE49-F238E27FC236}">
                <a16:creationId xmlns:a16="http://schemas.microsoft.com/office/drawing/2014/main" id="{9D00109D-23D6-35EC-8D08-145972370CD0}"/>
              </a:ext>
            </a:extLst>
          </p:cNvPr>
          <p:cNvSpPr>
            <a:spLocks noGrp="1"/>
          </p:cNvSpPr>
          <p:nvPr>
            <p:ph sz="quarter" idx="45"/>
          </p:nvPr>
        </p:nvSpPr>
        <p:spPr>
          <a:xfrm>
            <a:off x="546100" y="2425700"/>
            <a:ext cx="6851650" cy="34417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15">
            <a:extLst>
              <a:ext uri="{FF2B5EF4-FFF2-40B4-BE49-F238E27FC236}">
                <a16:creationId xmlns:a16="http://schemas.microsoft.com/office/drawing/2014/main" id="{97A7D45A-2735-9F87-11E5-6BB0ED0226A8}"/>
              </a:ext>
            </a:extLst>
          </p:cNvPr>
          <p:cNvSpPr>
            <a:spLocks noGrp="1"/>
          </p:cNvSpPr>
          <p:nvPr>
            <p:ph type="body" sz="quarter" idx="19" hasCustomPrompt="1"/>
          </p:nvPr>
        </p:nvSpPr>
        <p:spPr>
          <a:xfrm>
            <a:off x="546100" y="6019800"/>
            <a:ext cx="5415788"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5" name="Freeform 5">
            <a:extLst>
              <a:ext uri="{FF2B5EF4-FFF2-40B4-BE49-F238E27FC236}">
                <a16:creationId xmlns:a16="http://schemas.microsoft.com/office/drawing/2014/main" id="{28F8EF24-E6D9-E593-FB63-2A68B21B4BE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910669841"/>
      </p:ext>
    </p:extLst>
  </p:cSld>
  <p:clrMapOvr>
    <a:masterClrMapping/>
  </p:clrMapOvr>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ynamic Slices 3 / Light - Subhea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100" y="552450"/>
            <a:ext cx="6851649" cy="434975"/>
          </a:xfrm>
        </p:spPr>
        <p:txBody>
          <a:bodyPr/>
          <a:lstStyle>
            <a:lvl1pPr>
              <a:defRPr b="1">
                <a:solidFill>
                  <a:schemeClr val="tx2"/>
                </a:solidFill>
              </a:defRPr>
            </a:lvl1pPr>
          </a:lstStyle>
          <a:p>
            <a:r>
              <a:rPr lang="en-US"/>
              <a:t>Click to edit Master title style</a:t>
            </a:r>
          </a:p>
        </p:txBody>
      </p:sp>
      <p:sp>
        <p:nvSpPr>
          <p:cNvPr id="17" name="Text Placeholder 11">
            <a:extLst>
              <a:ext uri="{FF2B5EF4-FFF2-40B4-BE49-F238E27FC236}">
                <a16:creationId xmlns:a16="http://schemas.microsoft.com/office/drawing/2014/main" id="{42B1C8D0-9BF5-7D51-4653-BA462E698BF8}"/>
              </a:ext>
            </a:extLst>
          </p:cNvPr>
          <p:cNvSpPr>
            <a:spLocks noGrp="1"/>
          </p:cNvSpPr>
          <p:nvPr>
            <p:ph type="body" sz="quarter" idx="23"/>
          </p:nvPr>
        </p:nvSpPr>
        <p:spPr>
          <a:xfrm>
            <a:off x="546100" y="1127125"/>
            <a:ext cx="6853396"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Content Placeholder 29">
            <a:extLst>
              <a:ext uri="{FF2B5EF4-FFF2-40B4-BE49-F238E27FC236}">
                <a16:creationId xmlns:a16="http://schemas.microsoft.com/office/drawing/2014/main" id="{B08BBDC8-9EE2-4892-A502-EE24EF94D90E}"/>
              </a:ext>
            </a:extLst>
          </p:cNvPr>
          <p:cNvSpPr>
            <a:spLocks noGrp="1"/>
          </p:cNvSpPr>
          <p:nvPr>
            <p:ph sz="quarter" idx="27"/>
          </p:nvPr>
        </p:nvSpPr>
        <p:spPr>
          <a:xfrm>
            <a:off x="546100" y="2425700"/>
            <a:ext cx="6851650" cy="2725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3">
            <a:extLst>
              <a:ext uri="{FF2B5EF4-FFF2-40B4-BE49-F238E27FC236}">
                <a16:creationId xmlns:a16="http://schemas.microsoft.com/office/drawing/2014/main" id="{49A0AA3E-9575-EECD-E637-A3C1AED8E871}"/>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378C4A14-D3BD-0C77-5422-EA4EA16B7E7F}"/>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3" name="Rectangle 2">
            <a:extLst>
              <a:ext uri="{FF2B5EF4-FFF2-40B4-BE49-F238E27FC236}">
                <a16:creationId xmlns:a16="http://schemas.microsoft.com/office/drawing/2014/main" id="{72BB9506-B167-D1C5-0F86-C217EEE5BFC3}"/>
              </a:ext>
            </a:extLst>
          </p:cNvPr>
          <p:cNvSpPr/>
          <p:nvPr/>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9">
            <a:extLst>
              <a:ext uri="{FF2B5EF4-FFF2-40B4-BE49-F238E27FC236}">
                <a16:creationId xmlns:a16="http://schemas.microsoft.com/office/drawing/2014/main" id="{1321E794-0491-E9E6-121A-E516B2215417}"/>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7" name="Text Placeholder 15">
            <a:extLst>
              <a:ext uri="{FF2B5EF4-FFF2-40B4-BE49-F238E27FC236}">
                <a16:creationId xmlns:a16="http://schemas.microsoft.com/office/drawing/2014/main" id="{8327AC3C-EC39-7757-AE4D-B3221D7D7FC1}"/>
              </a:ext>
            </a:extLst>
          </p:cNvPr>
          <p:cNvSpPr>
            <a:spLocks noGrp="1"/>
          </p:cNvSpPr>
          <p:nvPr>
            <p:ph type="body" sz="quarter" idx="19" hasCustomPrompt="1"/>
          </p:nvPr>
        </p:nvSpPr>
        <p:spPr>
          <a:xfrm>
            <a:off x="546099" y="6019800"/>
            <a:ext cx="547065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6" name="Freeform 5">
            <a:extLst>
              <a:ext uri="{FF2B5EF4-FFF2-40B4-BE49-F238E27FC236}">
                <a16:creationId xmlns:a16="http://schemas.microsoft.com/office/drawing/2014/main" id="{B694B6C5-C7B8-D1A4-A0B2-9D7D310779AF}"/>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358458163"/>
      </p:ext>
    </p:extLst>
  </p:cSld>
  <p:clrMapOvr>
    <a:masterClrMapping/>
  </p:clrMapOvr>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ynamic Slices 3 / Dark - Subhead">
    <p:bg>
      <p:bgPr>
        <a:solidFill>
          <a:schemeClr val="tx2"/>
        </a:solidFill>
        <a:effectLst/>
      </p:bgPr>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100" y="552450"/>
            <a:ext cx="6851649" cy="434975"/>
          </a:xfrm>
        </p:spPr>
        <p:txBody>
          <a:bodyPr/>
          <a:lstStyle>
            <a:lvl1pPr>
              <a:defRPr b="1">
                <a:solidFill>
                  <a:schemeClr val="accent1"/>
                </a:solidFill>
              </a:defRPr>
            </a:lvl1pPr>
          </a:lstStyle>
          <a:p>
            <a:r>
              <a:rPr lang="en-US"/>
              <a:t>Click to edit Master title style</a:t>
            </a:r>
          </a:p>
        </p:txBody>
      </p:sp>
      <p:sp>
        <p:nvSpPr>
          <p:cNvPr id="13" name="Text Placeholder 11">
            <a:extLst>
              <a:ext uri="{FF2B5EF4-FFF2-40B4-BE49-F238E27FC236}">
                <a16:creationId xmlns:a16="http://schemas.microsoft.com/office/drawing/2014/main" id="{C1B3D74E-B270-D5EC-6F1E-2F3F425D169B}"/>
              </a:ext>
            </a:extLst>
          </p:cNvPr>
          <p:cNvSpPr>
            <a:spLocks noGrp="1"/>
          </p:cNvSpPr>
          <p:nvPr>
            <p:ph type="body" sz="quarter" idx="23"/>
          </p:nvPr>
        </p:nvSpPr>
        <p:spPr>
          <a:xfrm>
            <a:off x="546892" y="1127125"/>
            <a:ext cx="6853452"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8" name="Text Placeholder 33">
            <a:extLst>
              <a:ext uri="{FF2B5EF4-FFF2-40B4-BE49-F238E27FC236}">
                <a16:creationId xmlns:a16="http://schemas.microsoft.com/office/drawing/2014/main" id="{FC341142-156C-1A12-BFCF-8E43F622EC84}"/>
              </a:ext>
            </a:extLst>
          </p:cNvPr>
          <p:cNvSpPr>
            <a:spLocks noGrp="1"/>
          </p:cNvSpPr>
          <p:nvPr>
            <p:ph type="body" sz="quarter" idx="29"/>
          </p:nvPr>
        </p:nvSpPr>
        <p:spPr>
          <a:xfrm>
            <a:off x="546892" y="1849437"/>
            <a:ext cx="6850858"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Content Placeholder 25">
            <a:extLst>
              <a:ext uri="{FF2B5EF4-FFF2-40B4-BE49-F238E27FC236}">
                <a16:creationId xmlns:a16="http://schemas.microsoft.com/office/drawing/2014/main" id="{697DE6C5-E6D7-D5B0-D5AF-03E4A50E0461}"/>
              </a:ext>
            </a:extLst>
          </p:cNvPr>
          <p:cNvSpPr>
            <a:spLocks noGrp="1"/>
          </p:cNvSpPr>
          <p:nvPr>
            <p:ph sz="quarter" idx="45"/>
          </p:nvPr>
        </p:nvSpPr>
        <p:spPr>
          <a:xfrm>
            <a:off x="546892" y="2425700"/>
            <a:ext cx="6850858" cy="2725738"/>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9">
            <a:extLst>
              <a:ext uri="{FF2B5EF4-FFF2-40B4-BE49-F238E27FC236}">
                <a16:creationId xmlns:a16="http://schemas.microsoft.com/office/drawing/2014/main" id="{C6BD3E9F-3FB2-86B5-5D44-D025A9DEC744}"/>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3" name="Rectangle 2">
            <a:extLst>
              <a:ext uri="{FF2B5EF4-FFF2-40B4-BE49-F238E27FC236}">
                <a16:creationId xmlns:a16="http://schemas.microsoft.com/office/drawing/2014/main" id="{CEE01ADF-2A73-83EE-EE3F-AC171880FCD8}"/>
              </a:ext>
            </a:extLst>
          </p:cNvPr>
          <p:cNvSpPr/>
          <p:nvPr/>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9">
            <a:extLst>
              <a:ext uri="{FF2B5EF4-FFF2-40B4-BE49-F238E27FC236}">
                <a16:creationId xmlns:a16="http://schemas.microsoft.com/office/drawing/2014/main" id="{254E1435-77AE-ED78-111D-A9A3F32B09FD}"/>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5" name="Text Placeholder 15">
            <a:extLst>
              <a:ext uri="{FF2B5EF4-FFF2-40B4-BE49-F238E27FC236}">
                <a16:creationId xmlns:a16="http://schemas.microsoft.com/office/drawing/2014/main" id="{5E150DC8-4D22-1AE0-F80F-F6BA63119D1D}"/>
              </a:ext>
            </a:extLst>
          </p:cNvPr>
          <p:cNvSpPr>
            <a:spLocks noGrp="1"/>
          </p:cNvSpPr>
          <p:nvPr>
            <p:ph type="body" sz="quarter" idx="19" hasCustomPrompt="1"/>
          </p:nvPr>
        </p:nvSpPr>
        <p:spPr>
          <a:xfrm>
            <a:off x="546100" y="6019800"/>
            <a:ext cx="5415788"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6" name="Freeform 5">
            <a:extLst>
              <a:ext uri="{FF2B5EF4-FFF2-40B4-BE49-F238E27FC236}">
                <a16:creationId xmlns:a16="http://schemas.microsoft.com/office/drawing/2014/main" id="{5D1BE82C-6923-10A9-FD44-0C39CC738314}"/>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599377166"/>
      </p:ext>
    </p:extLst>
  </p:cSld>
  <p:clrMapOvr>
    <a:masterClrMapping/>
  </p:clrMapOvr>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 Column - Thirds Right">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BB9BC941-343A-ECD1-D9EB-762F51A4DB1C}"/>
              </a:ext>
            </a:extLst>
          </p:cNvPr>
          <p:cNvSpPr/>
          <p:nvPr/>
        </p:nvSpPr>
        <p:spPr bwMode="hidden">
          <a:xfrm>
            <a:off x="4072128" y="0"/>
            <a:ext cx="270662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5650459-F1D6-356F-1BD0-28F741FD03A7}"/>
              </a:ext>
            </a:extLst>
          </p:cNvPr>
          <p:cNvSpPr/>
          <p:nvPr/>
        </p:nvSpPr>
        <p:spPr bwMode="hidden">
          <a:xfrm>
            <a:off x="6778752" y="0"/>
            <a:ext cx="2706624"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F231D05A-0C4D-9AD2-7B54-AEC3D27C0526}"/>
              </a:ext>
            </a:extLst>
          </p:cNvPr>
          <p:cNvSpPr/>
          <p:nvPr/>
        </p:nvSpPr>
        <p:spPr bwMode="hidden">
          <a:xfrm>
            <a:off x="9485376" y="0"/>
            <a:ext cx="2706624" cy="6858000"/>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0">
            <a:extLst>
              <a:ext uri="{FF2B5EF4-FFF2-40B4-BE49-F238E27FC236}">
                <a16:creationId xmlns:a16="http://schemas.microsoft.com/office/drawing/2014/main" id="{B88CC021-CDD2-6418-1ADC-6959FDAC120A}"/>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7" name="Content Placeholder 22">
            <a:extLst>
              <a:ext uri="{FF2B5EF4-FFF2-40B4-BE49-F238E27FC236}">
                <a16:creationId xmlns:a16="http://schemas.microsoft.com/office/drawing/2014/main" id="{97E0F40B-B869-0C41-17E9-7CB4DEBBA384}"/>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39" name="Content Placeholder 38">
            <a:extLst>
              <a:ext uri="{FF2B5EF4-FFF2-40B4-BE49-F238E27FC236}">
                <a16:creationId xmlns:a16="http://schemas.microsoft.com/office/drawing/2014/main" id="{B8FB8A65-64DE-688C-A8C8-69259DE4ACFC}"/>
              </a:ext>
            </a:extLst>
          </p:cNvPr>
          <p:cNvSpPr>
            <a:spLocks noGrp="1"/>
          </p:cNvSpPr>
          <p:nvPr>
            <p:ph sz="quarter" idx="51"/>
          </p:nvPr>
        </p:nvSpPr>
        <p:spPr>
          <a:xfrm>
            <a:off x="4287584" y="2714626"/>
            <a:ext cx="1947672" cy="2727324"/>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Content Placeholder 40">
            <a:extLst>
              <a:ext uri="{FF2B5EF4-FFF2-40B4-BE49-F238E27FC236}">
                <a16:creationId xmlns:a16="http://schemas.microsoft.com/office/drawing/2014/main" id="{83F5807E-64D9-26C9-A052-A940055EC2EC}"/>
              </a:ext>
            </a:extLst>
          </p:cNvPr>
          <p:cNvSpPr>
            <a:spLocks noGrp="1"/>
          </p:cNvSpPr>
          <p:nvPr>
            <p:ph sz="quarter" idx="52"/>
          </p:nvPr>
        </p:nvSpPr>
        <p:spPr>
          <a:xfrm>
            <a:off x="6988240" y="2714625"/>
            <a:ext cx="1947672" cy="2727325"/>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3" name="Content Placeholder 42">
            <a:extLst>
              <a:ext uri="{FF2B5EF4-FFF2-40B4-BE49-F238E27FC236}">
                <a16:creationId xmlns:a16="http://schemas.microsoft.com/office/drawing/2014/main" id="{D4223DE0-4467-4663-D8D2-667F2C64D3E3}"/>
              </a:ext>
            </a:extLst>
          </p:cNvPr>
          <p:cNvSpPr>
            <a:spLocks noGrp="1"/>
          </p:cNvSpPr>
          <p:nvPr>
            <p:ph sz="quarter" idx="53"/>
          </p:nvPr>
        </p:nvSpPr>
        <p:spPr>
          <a:xfrm>
            <a:off x="9694862" y="2714625"/>
            <a:ext cx="1943101" cy="2727325"/>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2" name="Title 6">
            <a:extLst>
              <a:ext uri="{FF2B5EF4-FFF2-40B4-BE49-F238E27FC236}">
                <a16:creationId xmlns:a16="http://schemas.microsoft.com/office/drawing/2014/main" id="{A89FE490-E7D7-201C-0720-BA02B4F4870D}"/>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3" name="Text Placeholder 15">
            <a:extLst>
              <a:ext uri="{FF2B5EF4-FFF2-40B4-BE49-F238E27FC236}">
                <a16:creationId xmlns:a16="http://schemas.microsoft.com/office/drawing/2014/main" id="{396E7F2F-B56B-CEA9-9D31-122E703BDBE9}"/>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5" name="Freeform 5">
            <a:extLst>
              <a:ext uri="{FF2B5EF4-FFF2-40B4-BE49-F238E27FC236}">
                <a16:creationId xmlns:a16="http://schemas.microsoft.com/office/drawing/2014/main" id="{BFED345C-D399-29B7-D0B5-F9199E5BF1E1}"/>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531895289"/>
      </p:ext>
    </p:extLst>
  </p:cSld>
  <p:clrMapOvr>
    <a:masterClrMapping/>
  </p:clrMapOvr>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 Column Left - Custom Columns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p:nvSpPr>
        <p:spPr bwMode="hidden">
          <a:xfrm>
            <a:off x="4059886" y="0"/>
            <a:ext cx="813211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10">
            <a:extLst>
              <a:ext uri="{FF2B5EF4-FFF2-40B4-BE49-F238E27FC236}">
                <a16:creationId xmlns:a16="http://schemas.microsoft.com/office/drawing/2014/main" id="{BAECEC3D-770F-7250-26AF-412E70DE9C76}"/>
              </a:ext>
            </a:extLst>
          </p:cNvPr>
          <p:cNvSpPr>
            <a:spLocks noGrp="1"/>
          </p:cNvSpPr>
          <p:nvPr>
            <p:ph type="ftr" sz="quarter" idx="33"/>
          </p:nvPr>
        </p:nvSpPr>
        <p:spPr/>
        <p:txBody>
          <a:bodyPr/>
          <a:lstStyle>
            <a:lvl1pPr>
              <a:defRPr>
                <a:solidFill>
                  <a:schemeClr val="bg1"/>
                </a:solidFill>
              </a:defRPr>
            </a:lvl1pPr>
          </a:lstStyle>
          <a:p>
            <a:endParaRPr lang="en-US"/>
          </a:p>
        </p:txBody>
      </p:sp>
      <p:sp>
        <p:nvSpPr>
          <p:cNvPr id="16" name="Slide Number Placeholder 15">
            <a:extLst>
              <a:ext uri="{FF2B5EF4-FFF2-40B4-BE49-F238E27FC236}">
                <a16:creationId xmlns:a16="http://schemas.microsoft.com/office/drawing/2014/main" id="{C768E3CA-EE05-5C0C-7FDE-235DD91067BA}"/>
              </a:ext>
            </a:extLst>
          </p:cNvPr>
          <p:cNvSpPr>
            <a:spLocks noGrp="1"/>
          </p:cNvSpPr>
          <p:nvPr>
            <p:ph type="sldNum" sz="quarter" idx="34"/>
          </p:nvPr>
        </p:nvSpPr>
        <p:spPr/>
        <p:txBody>
          <a:bodyPr/>
          <a:lstStyle>
            <a:lvl1pPr>
              <a:defRPr>
                <a:solidFill>
                  <a:schemeClr val="bg1"/>
                </a:solidFill>
              </a:defRPr>
            </a:lvl1pPr>
          </a:lstStyle>
          <a:p>
            <a:fld id="{70C12960-6E85-460F-B6E3-5B82CB31AF3D}" type="slidenum">
              <a:rPr lang="en-US" smtClean="0"/>
              <a:t>‹#›</a:t>
            </a:fld>
            <a:endParaRPr lang="en-US"/>
          </a:p>
        </p:txBody>
      </p:sp>
      <p:sp>
        <p:nvSpPr>
          <p:cNvPr id="31" name="Content Placeholder 30">
            <a:extLst>
              <a:ext uri="{FF2B5EF4-FFF2-40B4-BE49-F238E27FC236}">
                <a16:creationId xmlns:a16="http://schemas.microsoft.com/office/drawing/2014/main" id="{11D2A5E2-5CF6-5A53-7EC3-8225F0D7FD1E}"/>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00</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1325EC07-DA2D-56D3-9A3C-C6F0509F3655}"/>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34DD913C-76A7-91A4-17C2-6A7974B58E09}"/>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91F7FEDE-0C8C-BB6B-64FE-0D7DAA4C41CC}"/>
              </a:ext>
            </a:extLst>
          </p:cNvPr>
          <p:cNvSpPr>
            <a:spLocks noGrp="1"/>
          </p:cNvSpPr>
          <p:nvPr>
            <p:ph sz="quarter" idx="52" hasCustomPrompt="1"/>
          </p:nvPr>
        </p:nvSpPr>
        <p:spPr>
          <a:xfrm>
            <a:off x="4781550" y="3013075"/>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F341F831-D937-52AC-79EE-ED9B317A7A26}"/>
              </a:ext>
            </a:extLst>
          </p:cNvPr>
          <p:cNvSpPr>
            <a:spLocks noGrp="1"/>
          </p:cNvSpPr>
          <p:nvPr>
            <p:ph sz="quarter" idx="53" hasCustomPrompt="1"/>
          </p:nvPr>
        </p:nvSpPr>
        <p:spPr>
          <a:xfrm>
            <a:off x="7157707" y="3013074"/>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42" name="Content Placeholder 41">
            <a:extLst>
              <a:ext uri="{FF2B5EF4-FFF2-40B4-BE49-F238E27FC236}">
                <a16:creationId xmlns:a16="http://schemas.microsoft.com/office/drawing/2014/main" id="{34CDFFDE-72E2-952B-48CC-53250B995DFF}"/>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8" name="Content Placeholder 22">
            <a:extLst>
              <a:ext uri="{FF2B5EF4-FFF2-40B4-BE49-F238E27FC236}">
                <a16:creationId xmlns:a16="http://schemas.microsoft.com/office/drawing/2014/main" id="{C02129BC-D2F1-AF81-2823-6E740AF493D7}"/>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 name="Text Placeholder 10">
            <a:extLst>
              <a:ext uri="{FF2B5EF4-FFF2-40B4-BE49-F238E27FC236}">
                <a16:creationId xmlns:a16="http://schemas.microsoft.com/office/drawing/2014/main" id="{3A93C570-0446-36E3-22F3-74B2BB477D5A}"/>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6" name="Title 6">
            <a:extLst>
              <a:ext uri="{FF2B5EF4-FFF2-40B4-BE49-F238E27FC236}">
                <a16:creationId xmlns:a16="http://schemas.microsoft.com/office/drawing/2014/main" id="{13B72EC4-4566-EC6B-A3BA-3F1FF6F53E3D}"/>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5" name="Text Placeholder 15">
            <a:extLst>
              <a:ext uri="{FF2B5EF4-FFF2-40B4-BE49-F238E27FC236}">
                <a16:creationId xmlns:a16="http://schemas.microsoft.com/office/drawing/2014/main" id="{B714B279-2E1C-B28A-E146-0BABC390A6C0}"/>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7" name="Freeform 5">
            <a:extLst>
              <a:ext uri="{FF2B5EF4-FFF2-40B4-BE49-F238E27FC236}">
                <a16:creationId xmlns:a16="http://schemas.microsoft.com/office/drawing/2014/main" id="{93667A40-3C8E-53EB-754C-7A3CABAB4156}"/>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489162230"/>
      </p:ext>
    </p:extLst>
  </p:cSld>
  <p:clrMapOvr>
    <a:masterClrMapping/>
  </p:clrMapOvr>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 Column Left - Quadran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0A8DD4-AFB3-6A0D-E0DC-BE0C252106E0}"/>
              </a:ext>
            </a:extLst>
          </p:cNvPr>
          <p:cNvSpPr>
            <a:spLocks/>
          </p:cNvSpPr>
          <p:nvPr/>
        </p:nvSpPr>
        <p:spPr>
          <a:xfrm>
            <a:off x="4055115" y="-3224"/>
            <a:ext cx="8136885" cy="68612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DF7171D-56DB-60BD-88D4-7F7BF6A5CD65}"/>
              </a:ext>
            </a:extLst>
          </p:cNvPr>
          <p:cNvSpPr/>
          <p:nvPr/>
        </p:nvSpPr>
        <p:spPr>
          <a:xfrm>
            <a:off x="4055115" y="342900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166F2CC-C885-AE48-D625-8EF6963758F0}"/>
              </a:ext>
            </a:extLst>
          </p:cNvPr>
          <p:cNvSpPr/>
          <p:nvPr/>
        </p:nvSpPr>
        <p:spPr>
          <a:xfrm>
            <a:off x="8121341" y="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19">
            <a:extLst>
              <a:ext uri="{FF2B5EF4-FFF2-40B4-BE49-F238E27FC236}">
                <a16:creationId xmlns:a16="http://schemas.microsoft.com/office/drawing/2014/main" id="{8C68C4CC-CEF3-3402-F640-B77CCA9E63E6}"/>
              </a:ext>
            </a:extLst>
          </p:cNvPr>
          <p:cNvSpPr>
            <a:spLocks noGrp="1"/>
          </p:cNvSpPr>
          <p:nvPr>
            <p:ph sz="quarter" idx="47" hasCustomPrompt="1"/>
          </p:nvPr>
        </p:nvSpPr>
        <p:spPr>
          <a:xfrm>
            <a:off x="4055115" y="-3223"/>
            <a:ext cx="4069080" cy="3429000"/>
          </a:xfrm>
          <a:noFill/>
        </p:spPr>
        <p:txBody>
          <a:bodyPr lIns="548640" tIns="0" rIns="548640" bIns="0" anchor="ct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419B93D8-9F40-73DB-5A94-C874C8DAA5C6}"/>
              </a:ext>
            </a:extLst>
          </p:cNvPr>
          <p:cNvSpPr>
            <a:spLocks noGrp="1"/>
          </p:cNvSpPr>
          <p:nvPr>
            <p:ph sz="quarter" idx="48" hasCustomPrompt="1"/>
          </p:nvPr>
        </p:nvSpPr>
        <p:spPr>
          <a:xfrm>
            <a:off x="8496993" y="3747156"/>
            <a:ext cx="3320934" cy="2795912"/>
          </a:xfrm>
          <a:noFill/>
        </p:spPr>
        <p:txBody>
          <a:bodyPr lIns="548640" tIns="0" rIns="548640" bIns="0" anchor="ctr" anchorCtr="0"/>
          <a:lstStyle>
            <a:lvl1pPr>
              <a:defRPr b="1">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6249455-82E8-40E3-5DFB-873B422998AB}"/>
              </a:ext>
            </a:extLst>
          </p:cNvPr>
          <p:cNvSpPr>
            <a:spLocks noGrp="1"/>
          </p:cNvSpPr>
          <p:nvPr>
            <p:ph sz="quarter" idx="49" hasCustomPrompt="1"/>
          </p:nvPr>
        </p:nvSpPr>
        <p:spPr>
          <a:xfrm>
            <a:off x="4055115" y="3429000"/>
            <a:ext cx="4069080" cy="3429000"/>
          </a:xfrm>
          <a:noFill/>
        </p:spPr>
        <p:txBody>
          <a:bodyPr vert="horz" lIns="548640" tIns="0" rIns="548640" bIns="0" rtlCol="0" anchor="ctr">
            <a:noAutofit/>
          </a:bodyPr>
          <a:lstStyle>
            <a:lvl1pPr>
              <a:defRPr lang="en-US" sz="2100" b="1"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text, or image</a:t>
            </a:r>
          </a:p>
          <a:p>
            <a:pPr lvl="1"/>
            <a:r>
              <a:rPr lang="en-US"/>
              <a:t>Second level</a:t>
            </a:r>
          </a:p>
          <a:p>
            <a:pPr lvl="2"/>
            <a:r>
              <a:rPr lang="en-US"/>
              <a:t>Third level</a:t>
            </a:r>
          </a:p>
          <a:p>
            <a:pPr lvl="3"/>
            <a:r>
              <a:rPr lang="en-US"/>
              <a:t>Fourth level</a:t>
            </a:r>
          </a:p>
          <a:p>
            <a:pPr lvl="4"/>
            <a:r>
              <a:rPr lang="en-US"/>
              <a:t>Fifth level</a:t>
            </a:r>
          </a:p>
        </p:txBody>
      </p:sp>
      <p:sp>
        <p:nvSpPr>
          <p:cNvPr id="27" name="Content Placeholder 26">
            <a:extLst>
              <a:ext uri="{FF2B5EF4-FFF2-40B4-BE49-F238E27FC236}">
                <a16:creationId xmlns:a16="http://schemas.microsoft.com/office/drawing/2014/main" id="{6433A83F-D9D0-E3DD-A0A1-A356E73FBFB2}"/>
              </a:ext>
            </a:extLst>
          </p:cNvPr>
          <p:cNvSpPr>
            <a:spLocks noGrp="1"/>
          </p:cNvSpPr>
          <p:nvPr>
            <p:ph sz="quarter" idx="50" hasCustomPrompt="1"/>
          </p:nvPr>
        </p:nvSpPr>
        <p:spPr>
          <a:xfrm>
            <a:off x="8122920" y="0"/>
            <a:ext cx="4069080" cy="3429000"/>
          </a:xfrm>
          <a:noFill/>
        </p:spPr>
        <p:txBody>
          <a:bodyPr vert="horz" lIns="548640" tIns="0" rIns="548640" bIns="0" rtlCol="0" anchor="ctr">
            <a:noAutofit/>
          </a:bodyPr>
          <a:lstStyle>
            <a:lvl1pPr>
              <a:defRPr lang="en-US" sz="2100" b="1"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text, or image</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2">
            <a:extLst>
              <a:ext uri="{FF2B5EF4-FFF2-40B4-BE49-F238E27FC236}">
                <a16:creationId xmlns:a16="http://schemas.microsoft.com/office/drawing/2014/main" id="{DDB00E5E-1D90-1933-197B-7CD62612CAD5}"/>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7" name="Text Placeholder 10">
            <a:extLst>
              <a:ext uri="{FF2B5EF4-FFF2-40B4-BE49-F238E27FC236}">
                <a16:creationId xmlns:a16="http://schemas.microsoft.com/office/drawing/2014/main" id="{320E4C27-6840-3230-C8EB-57DAF73640B5}"/>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8" name="Title 6">
            <a:extLst>
              <a:ext uri="{FF2B5EF4-FFF2-40B4-BE49-F238E27FC236}">
                <a16:creationId xmlns:a16="http://schemas.microsoft.com/office/drawing/2014/main" id="{1B379227-098B-CF21-C287-65FA32B3F932}"/>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6" name="Text Placeholder 15">
            <a:extLst>
              <a:ext uri="{FF2B5EF4-FFF2-40B4-BE49-F238E27FC236}">
                <a16:creationId xmlns:a16="http://schemas.microsoft.com/office/drawing/2014/main" id="{71F65CD9-23AF-27E9-3070-0D6BC927D59F}"/>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9" name="Freeform 5">
            <a:extLst>
              <a:ext uri="{FF2B5EF4-FFF2-40B4-BE49-F238E27FC236}">
                <a16:creationId xmlns:a16="http://schemas.microsoft.com/office/drawing/2014/main" id="{586F1A35-FCC7-078E-FE8F-4BAAA2DC0706}"/>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499196544"/>
      </p:ext>
    </p:extLst>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5 Column - 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a:xfrm>
            <a:off x="546100" y="552450"/>
            <a:ext cx="11091861" cy="434975"/>
          </a:xfrm>
        </p:spPr>
        <p:txBody>
          <a:bodyPr/>
          <a:lstStyle>
            <a:lvl1pPr>
              <a:defRPr b="1">
                <a:solidFill>
                  <a:schemeClr val="tx2"/>
                </a:solidFill>
              </a:defRPr>
            </a:lvl1pPr>
          </a:lstStyle>
          <a:p>
            <a:r>
              <a:rPr lang="en-US"/>
              <a:t>Click to edit Master title style</a:t>
            </a:r>
          </a:p>
        </p:txBody>
      </p:sp>
      <p:sp>
        <p:nvSpPr>
          <p:cNvPr id="11" name="Text Placeholder 10">
            <a:extLst>
              <a:ext uri="{FF2B5EF4-FFF2-40B4-BE49-F238E27FC236}">
                <a16:creationId xmlns:a16="http://schemas.microsoft.com/office/drawing/2014/main" id="{5155D0AF-DC50-1231-8C20-9614D9642834}"/>
              </a:ext>
            </a:extLst>
          </p:cNvPr>
          <p:cNvSpPr>
            <a:spLocks noGrp="1"/>
          </p:cNvSpPr>
          <p:nvPr>
            <p:ph type="body" sz="quarter" idx="45"/>
          </p:nvPr>
        </p:nvSpPr>
        <p:spPr>
          <a:xfrm>
            <a:off x="546100" y="1127125"/>
            <a:ext cx="1109186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3" name="Text Placeholder 15">
            <a:extLst>
              <a:ext uri="{FF2B5EF4-FFF2-40B4-BE49-F238E27FC236}">
                <a16:creationId xmlns:a16="http://schemas.microsoft.com/office/drawing/2014/main" id="{23EA351B-2744-2292-EA13-ECF616B5AF66}"/>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4" name="Content Placeholder 32">
            <a:extLst>
              <a:ext uri="{FF2B5EF4-FFF2-40B4-BE49-F238E27FC236}">
                <a16:creationId xmlns:a16="http://schemas.microsoft.com/office/drawing/2014/main" id="{739AFE11-1479-0079-CBFD-DE22CF1EF3D7}"/>
              </a:ext>
            </a:extLst>
          </p:cNvPr>
          <p:cNvSpPr>
            <a:spLocks noGrp="1"/>
          </p:cNvSpPr>
          <p:nvPr>
            <p:ph sz="quarter" idx="40"/>
          </p:nvPr>
        </p:nvSpPr>
        <p:spPr>
          <a:xfrm>
            <a:off x="546100" y="2715418"/>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A10D501-BB72-6F51-3E2C-9A5D9855D3B8}"/>
              </a:ext>
            </a:extLst>
          </p:cNvPr>
          <p:cNvSpPr>
            <a:spLocks noGrp="1"/>
          </p:cNvSpPr>
          <p:nvPr>
            <p:ph sz="quarter" idx="47"/>
          </p:nvPr>
        </p:nvSpPr>
        <p:spPr>
          <a:xfrm>
            <a:off x="2802335" y="2714624"/>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18" name="Content Placeholder 17">
            <a:extLst>
              <a:ext uri="{FF2B5EF4-FFF2-40B4-BE49-F238E27FC236}">
                <a16:creationId xmlns:a16="http://schemas.microsoft.com/office/drawing/2014/main" id="{DDF53402-575C-C10C-7E8E-6C99DEA94988}"/>
              </a:ext>
            </a:extLst>
          </p:cNvPr>
          <p:cNvSpPr>
            <a:spLocks noGrp="1"/>
          </p:cNvSpPr>
          <p:nvPr>
            <p:ph sz="quarter" idx="48"/>
          </p:nvPr>
        </p:nvSpPr>
        <p:spPr>
          <a:xfrm>
            <a:off x="5050632" y="2715417"/>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1" name="Content Placeholder 20">
            <a:extLst>
              <a:ext uri="{FF2B5EF4-FFF2-40B4-BE49-F238E27FC236}">
                <a16:creationId xmlns:a16="http://schemas.microsoft.com/office/drawing/2014/main" id="{B95D6E10-7BC7-5B48-5FC8-AA3FBBF31296}"/>
              </a:ext>
            </a:extLst>
          </p:cNvPr>
          <p:cNvSpPr>
            <a:spLocks noGrp="1"/>
          </p:cNvSpPr>
          <p:nvPr>
            <p:ph sz="quarter" idx="49"/>
          </p:nvPr>
        </p:nvSpPr>
        <p:spPr>
          <a:xfrm>
            <a:off x="7298927" y="2716608"/>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34" name="Content Placeholder 33">
            <a:extLst>
              <a:ext uri="{FF2B5EF4-FFF2-40B4-BE49-F238E27FC236}">
                <a16:creationId xmlns:a16="http://schemas.microsoft.com/office/drawing/2014/main" id="{35D3FA32-E657-445D-AFF1-5F98826EF595}"/>
              </a:ext>
            </a:extLst>
          </p:cNvPr>
          <p:cNvSpPr>
            <a:spLocks noGrp="1"/>
          </p:cNvSpPr>
          <p:nvPr>
            <p:ph sz="quarter" idx="50"/>
          </p:nvPr>
        </p:nvSpPr>
        <p:spPr>
          <a:xfrm>
            <a:off x="9547222" y="2714624"/>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3" name="Freeform 5">
            <a:extLst>
              <a:ext uri="{FF2B5EF4-FFF2-40B4-BE49-F238E27FC236}">
                <a16:creationId xmlns:a16="http://schemas.microsoft.com/office/drawing/2014/main" id="{22FC28BE-F8D7-09E1-22AB-690FA3B1A1CF}"/>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951736063"/>
      </p:ext>
    </p:extLst>
  </p:cSld>
  <p:clrMapOvr>
    <a:masterClrMapping/>
  </p:clrMapOvr>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3 Column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0"/>
            <a:ext cx="12192000" cy="3429000"/>
          </a:xfrm>
          <a:solidFill>
            <a:schemeClr val="bg1">
              <a:lumMod val="65000"/>
            </a:schemeClr>
          </a:solidFill>
        </p:spPr>
        <p:txBody>
          <a:bodyPr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p:txBody>
          <a:bodyPr/>
          <a:lstStyle>
            <a:lvl1pPr>
              <a:defRPr b="1">
                <a:solidFill>
                  <a:schemeClr val="bg1"/>
                </a:solidFill>
              </a:defRPr>
            </a:lvl1pPr>
          </a:lstStyle>
          <a:p>
            <a:r>
              <a:rPr lang="en-US"/>
              <a:t>Click to edit Master title style</a:t>
            </a:r>
          </a:p>
        </p:txBody>
      </p:sp>
      <p:sp>
        <p:nvSpPr>
          <p:cNvPr id="13" name="Text Placeholder 10">
            <a:extLst>
              <a:ext uri="{FF2B5EF4-FFF2-40B4-BE49-F238E27FC236}">
                <a16:creationId xmlns:a16="http://schemas.microsoft.com/office/drawing/2014/main" id="{89B32E50-9450-0A92-9772-59EA93C40AE7}"/>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4" name="Text Placeholder 15">
            <a:extLst>
              <a:ext uri="{FF2B5EF4-FFF2-40B4-BE49-F238E27FC236}">
                <a16:creationId xmlns:a16="http://schemas.microsoft.com/office/drawing/2014/main" id="{81B1CE43-1A7D-92BC-9BE0-98FB6FC0D573}"/>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15" name="Content Placeholder 32">
            <a:extLst>
              <a:ext uri="{FF2B5EF4-FFF2-40B4-BE49-F238E27FC236}">
                <a16:creationId xmlns:a16="http://schemas.microsoft.com/office/drawing/2014/main" id="{BA6EB3DD-394B-9F7E-9B89-633914C3BBFB}"/>
              </a:ext>
            </a:extLst>
          </p:cNvPr>
          <p:cNvSpPr>
            <a:spLocks noGrp="1"/>
          </p:cNvSpPr>
          <p:nvPr>
            <p:ph sz="quarter" idx="40"/>
          </p:nvPr>
        </p:nvSpPr>
        <p:spPr>
          <a:xfrm>
            <a:off x="546100" y="3984625"/>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5">
            <a:extLst>
              <a:ext uri="{FF2B5EF4-FFF2-40B4-BE49-F238E27FC236}">
                <a16:creationId xmlns:a16="http://schemas.microsoft.com/office/drawing/2014/main" id="{5BB03F0A-D74D-D67C-7DAC-CF0BD1A2F886}"/>
              </a:ext>
            </a:extLst>
          </p:cNvPr>
          <p:cNvSpPr>
            <a:spLocks noGrp="1"/>
          </p:cNvSpPr>
          <p:nvPr>
            <p:ph sz="quarter" idx="47"/>
          </p:nvPr>
        </p:nvSpPr>
        <p:spPr>
          <a:xfrm>
            <a:off x="4328238"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0" name="Content Placeholder 17">
            <a:extLst>
              <a:ext uri="{FF2B5EF4-FFF2-40B4-BE49-F238E27FC236}">
                <a16:creationId xmlns:a16="http://schemas.microsoft.com/office/drawing/2014/main" id="{A4CFDEF4-9A06-FDBA-C4CA-F65EF5657C9A}"/>
              </a:ext>
            </a:extLst>
          </p:cNvPr>
          <p:cNvSpPr>
            <a:spLocks noGrp="1"/>
          </p:cNvSpPr>
          <p:nvPr>
            <p:ph sz="quarter" idx="48"/>
          </p:nvPr>
        </p:nvSpPr>
        <p:spPr>
          <a:xfrm>
            <a:off x="8117522"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 name="Freeform 5">
            <a:extLst>
              <a:ext uri="{FF2B5EF4-FFF2-40B4-BE49-F238E27FC236}">
                <a16:creationId xmlns:a16="http://schemas.microsoft.com/office/drawing/2014/main" id="{A4E09009-98DF-85B9-79D6-B5C6BE79B1C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780157701"/>
      </p:ext>
    </p:extLst>
  </p:cSld>
  <p:clrMapOvr>
    <a:masterClrMapping/>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3 Column - Photo Top/Icon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0"/>
            <a:ext cx="12192000" cy="2570163"/>
          </a:xfrm>
          <a:solidFill>
            <a:schemeClr val="bg1">
              <a:lumMod val="65000"/>
            </a:schemeClr>
          </a:solidFill>
        </p:spPr>
        <p:txBody>
          <a:bodyPr tIns="548640"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4" name="Title 3">
            <a:extLst>
              <a:ext uri="{FF2B5EF4-FFF2-40B4-BE49-F238E27FC236}">
                <a16:creationId xmlns:a16="http://schemas.microsoft.com/office/drawing/2014/main" id="{DBDE9691-3D56-DAA7-8818-1939ACD60B6C}"/>
              </a:ext>
            </a:extLst>
          </p:cNvPr>
          <p:cNvSpPr>
            <a:spLocks noGrp="1"/>
          </p:cNvSpPr>
          <p:nvPr>
            <p:ph type="title"/>
          </p:nvPr>
        </p:nvSpPr>
        <p:spPr/>
        <p:txBody>
          <a:bodyPr/>
          <a:lstStyle>
            <a:lvl1pPr>
              <a:defRPr b="1">
                <a:solidFill>
                  <a:schemeClr val="bg1"/>
                </a:solidFill>
              </a:defRPr>
            </a:lvl1pPr>
          </a:lstStyle>
          <a:p>
            <a:r>
              <a:rPr lang="en-US"/>
              <a:t>Click to edit Master title style</a:t>
            </a:r>
          </a:p>
        </p:txBody>
      </p:sp>
      <p:sp>
        <p:nvSpPr>
          <p:cNvPr id="16" name="Text Placeholder 10">
            <a:extLst>
              <a:ext uri="{FF2B5EF4-FFF2-40B4-BE49-F238E27FC236}">
                <a16:creationId xmlns:a16="http://schemas.microsoft.com/office/drawing/2014/main" id="{6805229E-B1FB-69C3-19F0-88C0E54FE8AD}"/>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8" name="Content Placeholder 32">
            <a:extLst>
              <a:ext uri="{FF2B5EF4-FFF2-40B4-BE49-F238E27FC236}">
                <a16:creationId xmlns:a16="http://schemas.microsoft.com/office/drawing/2014/main" id="{A987ED96-C80E-4781-0F7F-E940B58D1115}"/>
              </a:ext>
            </a:extLst>
          </p:cNvPr>
          <p:cNvSpPr>
            <a:spLocks noGrp="1"/>
          </p:cNvSpPr>
          <p:nvPr>
            <p:ph sz="quarter" idx="40"/>
          </p:nvPr>
        </p:nvSpPr>
        <p:spPr>
          <a:xfrm>
            <a:off x="546100" y="3984625"/>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5">
            <a:extLst>
              <a:ext uri="{FF2B5EF4-FFF2-40B4-BE49-F238E27FC236}">
                <a16:creationId xmlns:a16="http://schemas.microsoft.com/office/drawing/2014/main" id="{8E8CFD94-7258-5E47-4E33-9E574B7B0C33}"/>
              </a:ext>
            </a:extLst>
          </p:cNvPr>
          <p:cNvSpPr>
            <a:spLocks noGrp="1"/>
          </p:cNvSpPr>
          <p:nvPr>
            <p:ph sz="quarter" idx="47"/>
          </p:nvPr>
        </p:nvSpPr>
        <p:spPr>
          <a:xfrm>
            <a:off x="4328238"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0" name="Content Placeholder 17">
            <a:extLst>
              <a:ext uri="{FF2B5EF4-FFF2-40B4-BE49-F238E27FC236}">
                <a16:creationId xmlns:a16="http://schemas.microsoft.com/office/drawing/2014/main" id="{B9EFDEF9-B5E4-7A79-CE8B-DD409F6BDE1B}"/>
              </a:ext>
            </a:extLst>
          </p:cNvPr>
          <p:cNvSpPr>
            <a:spLocks noGrp="1"/>
          </p:cNvSpPr>
          <p:nvPr>
            <p:ph sz="quarter" idx="48"/>
          </p:nvPr>
        </p:nvSpPr>
        <p:spPr>
          <a:xfrm>
            <a:off x="8117522"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 name="Text Placeholder 15">
            <a:extLst>
              <a:ext uri="{FF2B5EF4-FFF2-40B4-BE49-F238E27FC236}">
                <a16:creationId xmlns:a16="http://schemas.microsoft.com/office/drawing/2014/main" id="{3D856A28-9B6E-E579-34D8-AD7CC03EA18D}"/>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a:t>Click to add footnotes or disclaimer information</a:t>
            </a:r>
          </a:p>
        </p:txBody>
      </p:sp>
      <p:sp>
        <p:nvSpPr>
          <p:cNvPr id="5" name="Freeform 5">
            <a:extLst>
              <a:ext uri="{FF2B5EF4-FFF2-40B4-BE49-F238E27FC236}">
                <a16:creationId xmlns:a16="http://schemas.microsoft.com/office/drawing/2014/main" id="{72C6C872-3D3A-684B-E907-A6014422EB5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368853472"/>
      </p:ext>
    </p:extLst>
  </p:cSld>
  <p:clrMapOvr>
    <a:masterClrMapping/>
  </p:clrMapOvr>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3x3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1"/>
            <a:ext cx="12192000" cy="1700212"/>
          </a:xfrm>
          <a:solidFill>
            <a:schemeClr val="bg1">
              <a:lumMod val="65000"/>
            </a:schemeClr>
          </a:solidFill>
        </p:spPr>
        <p:txBody>
          <a:bodyPr lIns="2560320"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4" name="Title 3">
            <a:extLst>
              <a:ext uri="{FF2B5EF4-FFF2-40B4-BE49-F238E27FC236}">
                <a16:creationId xmlns:a16="http://schemas.microsoft.com/office/drawing/2014/main" id="{38E069FA-BCFF-0525-82A8-9D43A0F7FFAD}"/>
              </a:ext>
            </a:extLst>
          </p:cNvPr>
          <p:cNvSpPr>
            <a:spLocks noGrp="1"/>
          </p:cNvSpPr>
          <p:nvPr>
            <p:ph type="title"/>
          </p:nvPr>
        </p:nvSpPr>
        <p:spPr/>
        <p:txBody>
          <a:bodyPr/>
          <a:lstStyle>
            <a:lvl1pPr>
              <a:defRPr b="1">
                <a:solidFill>
                  <a:schemeClr val="bg1"/>
                </a:solidFill>
              </a:defRPr>
            </a:lvl1pPr>
          </a:lstStyle>
          <a:p>
            <a:r>
              <a:rPr lang="en-US"/>
              <a:t>Click to edit Master title style</a:t>
            </a:r>
          </a:p>
        </p:txBody>
      </p:sp>
      <p:sp>
        <p:nvSpPr>
          <p:cNvPr id="13" name="Text Placeholder 10">
            <a:extLst>
              <a:ext uri="{FF2B5EF4-FFF2-40B4-BE49-F238E27FC236}">
                <a16:creationId xmlns:a16="http://schemas.microsoft.com/office/drawing/2014/main" id="{310489FA-6FE3-5196-57BA-4C39CF6D97C9}"/>
              </a:ext>
            </a:extLst>
          </p:cNvPr>
          <p:cNvSpPr>
            <a:spLocks noGrp="1"/>
          </p:cNvSpPr>
          <p:nvPr>
            <p:ph type="body" sz="quarter" idx="45"/>
          </p:nvPr>
        </p:nvSpPr>
        <p:spPr>
          <a:xfrm>
            <a:off x="548640" y="1127125"/>
            <a:ext cx="5442585"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9BA8EFE1-927F-55D6-A4B0-B8DDF6AF954B}"/>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0" name="Content Placeholder 32">
            <a:extLst>
              <a:ext uri="{FF2B5EF4-FFF2-40B4-BE49-F238E27FC236}">
                <a16:creationId xmlns:a16="http://schemas.microsoft.com/office/drawing/2014/main" id="{0C04A2DB-44E7-1779-7153-66AE7C17B9DA}"/>
              </a:ext>
            </a:extLst>
          </p:cNvPr>
          <p:cNvSpPr>
            <a:spLocks noGrp="1"/>
          </p:cNvSpPr>
          <p:nvPr>
            <p:ph sz="quarter" idx="49"/>
          </p:nvPr>
        </p:nvSpPr>
        <p:spPr>
          <a:xfrm>
            <a:off x="546100" y="2847975"/>
            <a:ext cx="3520440" cy="990598"/>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p:txBody>
      </p:sp>
      <p:sp>
        <p:nvSpPr>
          <p:cNvPr id="24" name="Content Placeholder 15">
            <a:extLst>
              <a:ext uri="{FF2B5EF4-FFF2-40B4-BE49-F238E27FC236}">
                <a16:creationId xmlns:a16="http://schemas.microsoft.com/office/drawing/2014/main" id="{CF9DFE53-830B-1A4C-F472-E0E7B9624139}"/>
              </a:ext>
            </a:extLst>
          </p:cNvPr>
          <p:cNvSpPr>
            <a:spLocks noGrp="1"/>
          </p:cNvSpPr>
          <p:nvPr>
            <p:ph sz="quarter" idx="50"/>
          </p:nvPr>
        </p:nvSpPr>
        <p:spPr>
          <a:xfrm>
            <a:off x="4335779" y="2847975"/>
            <a:ext cx="3520440" cy="990598"/>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5" name="Content Placeholder 17">
            <a:extLst>
              <a:ext uri="{FF2B5EF4-FFF2-40B4-BE49-F238E27FC236}">
                <a16:creationId xmlns:a16="http://schemas.microsoft.com/office/drawing/2014/main" id="{9C6C9551-6B74-0885-811D-B5B985D52982}"/>
              </a:ext>
            </a:extLst>
          </p:cNvPr>
          <p:cNvSpPr>
            <a:spLocks noGrp="1"/>
          </p:cNvSpPr>
          <p:nvPr>
            <p:ph sz="quarter" idx="51"/>
          </p:nvPr>
        </p:nvSpPr>
        <p:spPr>
          <a:xfrm>
            <a:off x="8125460" y="2847975"/>
            <a:ext cx="3520440" cy="9906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6" name="Content Placeholder 20">
            <a:extLst>
              <a:ext uri="{FF2B5EF4-FFF2-40B4-BE49-F238E27FC236}">
                <a16:creationId xmlns:a16="http://schemas.microsoft.com/office/drawing/2014/main" id="{2A0BC643-D0E4-E606-F236-457295E113C5}"/>
              </a:ext>
            </a:extLst>
          </p:cNvPr>
          <p:cNvSpPr>
            <a:spLocks noGrp="1"/>
          </p:cNvSpPr>
          <p:nvPr>
            <p:ph sz="quarter" idx="52"/>
          </p:nvPr>
        </p:nvSpPr>
        <p:spPr>
          <a:xfrm>
            <a:off x="546100" y="4942256"/>
            <a:ext cx="3529172" cy="10160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7" name="Content Placeholder 33">
            <a:extLst>
              <a:ext uri="{FF2B5EF4-FFF2-40B4-BE49-F238E27FC236}">
                <a16:creationId xmlns:a16="http://schemas.microsoft.com/office/drawing/2014/main" id="{A2615C15-0FEC-C591-F37F-CCD2AAD8F80C}"/>
              </a:ext>
            </a:extLst>
          </p:cNvPr>
          <p:cNvSpPr>
            <a:spLocks noGrp="1"/>
          </p:cNvSpPr>
          <p:nvPr>
            <p:ph sz="quarter" idx="53"/>
          </p:nvPr>
        </p:nvSpPr>
        <p:spPr>
          <a:xfrm>
            <a:off x="4335779" y="4942257"/>
            <a:ext cx="3520440" cy="1015999"/>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9" name="Content Placeholder 28">
            <a:extLst>
              <a:ext uri="{FF2B5EF4-FFF2-40B4-BE49-F238E27FC236}">
                <a16:creationId xmlns:a16="http://schemas.microsoft.com/office/drawing/2014/main" id="{9C9DFC81-DE9E-FF0E-B59B-9F9419556889}"/>
              </a:ext>
            </a:extLst>
          </p:cNvPr>
          <p:cNvSpPr>
            <a:spLocks noGrp="1"/>
          </p:cNvSpPr>
          <p:nvPr>
            <p:ph sz="quarter" idx="54"/>
          </p:nvPr>
        </p:nvSpPr>
        <p:spPr>
          <a:xfrm>
            <a:off x="8116726" y="4942256"/>
            <a:ext cx="3521237" cy="10160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 name="Freeform 5">
            <a:extLst>
              <a:ext uri="{FF2B5EF4-FFF2-40B4-BE49-F238E27FC236}">
                <a16:creationId xmlns:a16="http://schemas.microsoft.com/office/drawing/2014/main" id="{B8FAB545-20D3-B544-2110-57A5CE4B0C6D}"/>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099712279"/>
      </p:ext>
    </p:extLst>
  </p:cSld>
  <p:clrMapOvr>
    <a:masterClrMapping/>
  </p:clrMapOvr>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0" y="552450"/>
            <a:ext cx="11091861" cy="434975"/>
          </a:xfrm>
        </p:spPr>
        <p:txBody>
          <a:bodyPr/>
          <a:lstStyle>
            <a:lvl1pPr>
              <a:defRPr b="1"/>
            </a:lvl1pPr>
          </a:lstStyle>
          <a:p>
            <a:r>
              <a:rPr lang="en-US"/>
              <a:t>Click to edit Master title style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1109186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Freeform 5">
            <a:extLst>
              <a:ext uri="{FF2B5EF4-FFF2-40B4-BE49-F238E27FC236}">
                <a16:creationId xmlns:a16="http://schemas.microsoft.com/office/drawing/2014/main" id="{389CF949-356F-DAE1-321E-1CAE04873A6F}"/>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985576103"/>
      </p:ext>
    </p:extLst>
  </p:cSld>
  <p:clrMapOvr>
    <a:masterClrMapping/>
  </p:clrMapOvr>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Only - Dark mode">
    <p:bg>
      <p:bgPr>
        <a:solidFill>
          <a:schemeClr val="tx2"/>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0" y="552450"/>
            <a:ext cx="11091861" cy="434975"/>
          </a:xfrm>
        </p:spPr>
        <p:txBody>
          <a:bodyPr/>
          <a:lstStyle>
            <a:lvl1pPr>
              <a:defRPr b="1">
                <a:solidFill>
                  <a:schemeClr val="bg1"/>
                </a:solidFill>
              </a:defRPr>
            </a:lvl1pPr>
          </a:lstStyle>
          <a:p>
            <a:r>
              <a:rPr lang="en-US"/>
              <a:t>Click to edit Master title style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1109186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Freeform 5">
            <a:extLst>
              <a:ext uri="{FF2B5EF4-FFF2-40B4-BE49-F238E27FC236}">
                <a16:creationId xmlns:a16="http://schemas.microsoft.com/office/drawing/2014/main" id="{941D8C29-5EB8-6E4E-550A-C6874AEEF1A9}"/>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846183703"/>
      </p:ext>
    </p:extLst>
  </p:cSld>
  <p:clrMapOvr>
    <a:masterClrMapping/>
  </p:clrMapOvr>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Only - 2/3 -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58A6F4-B333-A552-568A-94CF983B89AB}"/>
              </a:ext>
            </a:extLst>
          </p:cNvPr>
          <p:cNvSpPr/>
          <p:nvPr/>
        </p:nvSpPr>
        <p:spPr>
          <a:xfrm>
            <a:off x="4060168" y="0"/>
            <a:ext cx="8131831"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1" y="6019800"/>
            <a:ext cx="334925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Title 8">
            <a:extLst>
              <a:ext uri="{FF2B5EF4-FFF2-40B4-BE49-F238E27FC236}">
                <a16:creationId xmlns:a16="http://schemas.microsoft.com/office/drawing/2014/main" id="{E812AC54-ED95-2411-5933-F69B13AD9D5C}"/>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 style</a:t>
            </a:r>
          </a:p>
        </p:txBody>
      </p:sp>
      <p:sp>
        <p:nvSpPr>
          <p:cNvPr id="7" name="Text Placeholder 10">
            <a:extLst>
              <a:ext uri="{FF2B5EF4-FFF2-40B4-BE49-F238E27FC236}">
                <a16:creationId xmlns:a16="http://schemas.microsoft.com/office/drawing/2014/main" id="{80AA0A29-18D9-940B-268C-735EF5D18A66}"/>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8" name="Freeform 5">
            <a:extLst>
              <a:ext uri="{FF2B5EF4-FFF2-40B4-BE49-F238E27FC236}">
                <a16:creationId xmlns:a16="http://schemas.microsoft.com/office/drawing/2014/main" id="{BABC2FA7-81C1-3BC7-A0F0-8076B900E408}"/>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844453534"/>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 2/3 - Content 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58A6F4-B333-A552-568A-94CF983B89AB}"/>
              </a:ext>
            </a:extLst>
          </p:cNvPr>
          <p:cNvSpPr/>
          <p:nvPr/>
        </p:nvSpPr>
        <p:spPr>
          <a:xfrm>
            <a:off x="4060168" y="0"/>
            <a:ext cx="8131831"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1" y="6019800"/>
            <a:ext cx="334925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Title 8">
            <a:extLst>
              <a:ext uri="{FF2B5EF4-FFF2-40B4-BE49-F238E27FC236}">
                <a16:creationId xmlns:a16="http://schemas.microsoft.com/office/drawing/2014/main" id="{0B98E3BC-5A9C-AE33-23C8-01AF7F3A29AB}"/>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 style</a:t>
            </a:r>
          </a:p>
        </p:txBody>
      </p:sp>
      <p:sp>
        <p:nvSpPr>
          <p:cNvPr id="7" name="Text Placeholder 10">
            <a:extLst>
              <a:ext uri="{FF2B5EF4-FFF2-40B4-BE49-F238E27FC236}">
                <a16:creationId xmlns:a16="http://schemas.microsoft.com/office/drawing/2014/main" id="{5D807125-9903-2D66-5655-9DD47C9B949A}"/>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8" name="Freeform 5">
            <a:extLst>
              <a:ext uri="{FF2B5EF4-FFF2-40B4-BE49-F238E27FC236}">
                <a16:creationId xmlns:a16="http://schemas.microsoft.com/office/drawing/2014/main" id="{F9E56318-7097-5BB0-FD06-D94DAE2E7E73}"/>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757848893"/>
      </p:ext>
    </p:extLst>
  </p:cSld>
  <p:clrMapOvr>
    <a:masterClrMapping/>
  </p:clrMapOvr>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 3/4 slide">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 style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3346704"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2" name="Freeform 5">
            <a:extLst>
              <a:ext uri="{FF2B5EF4-FFF2-40B4-BE49-F238E27FC236}">
                <a16:creationId xmlns:a16="http://schemas.microsoft.com/office/drawing/2014/main" id="{CEA39134-5463-1F32-F31E-FFFCADB24AB9}"/>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292567697"/>
      </p:ext>
    </p:extLst>
  </p:cSld>
  <p:clrMapOvr>
    <a:masterClrMapping/>
  </p:clrMapOvr>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Freeform">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5" name="Freeform 5">
            <a:extLst>
              <a:ext uri="{FF2B5EF4-FFF2-40B4-BE49-F238E27FC236}">
                <a16:creationId xmlns:a16="http://schemas.microsoft.com/office/drawing/2014/main" id="{D8BCFD94-9CA1-138D-D193-287045DB0C27}"/>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70745417"/>
      </p:ext>
    </p:extLst>
  </p:cSld>
  <p:clrMapOvr>
    <a:masterClrMapping/>
  </p:clrMapOvr>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tact Sheet 4-up">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p:nvSpPr>
        <p:spPr bwMode="ltGray">
          <a:xfrm>
            <a:off x="2029968" y="987425"/>
            <a:ext cx="2029968" cy="58705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2" name="Rectangle 11">
            <a:extLst>
              <a:ext uri="{FF2B5EF4-FFF2-40B4-BE49-F238E27FC236}">
                <a16:creationId xmlns:a16="http://schemas.microsoft.com/office/drawing/2014/main" id="{34E1A2AF-0ED4-BF22-E0B5-072609F36CD0}"/>
              </a:ext>
            </a:extLst>
          </p:cNvPr>
          <p:cNvSpPr/>
          <p:nvPr/>
        </p:nvSpPr>
        <p:spPr bwMode="ltGray">
          <a:xfrm>
            <a:off x="0" y="0"/>
            <a:ext cx="2030571" cy="55864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icture Placeholder 9">
            <a:extLst>
              <a:ext uri="{FF2B5EF4-FFF2-40B4-BE49-F238E27FC236}">
                <a16:creationId xmlns:a16="http://schemas.microsoft.com/office/drawing/2014/main" id="{9E00C7D1-33B8-8C13-3170-53723F9DC775}"/>
              </a:ext>
            </a:extLst>
          </p:cNvPr>
          <p:cNvSpPr>
            <a:spLocks noGrp="1"/>
          </p:cNvSpPr>
          <p:nvPr>
            <p:ph type="pic" sz="quarter" idx="29" hasCustomPrompt="1"/>
          </p:nvPr>
        </p:nvSpPr>
        <p:spPr>
          <a:xfrm>
            <a:off x="-1" y="3984625"/>
            <a:ext cx="2025945"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6" name="Rectangle 5">
            <a:extLst>
              <a:ext uri="{FF2B5EF4-FFF2-40B4-BE49-F238E27FC236}">
                <a16:creationId xmlns:a16="http://schemas.microsoft.com/office/drawing/2014/main" id="{DB4AF1C6-2110-AD3D-E932-BB93094FDE3E}"/>
              </a:ext>
            </a:extLst>
          </p:cNvPr>
          <p:cNvSpPr/>
          <p:nvPr/>
        </p:nvSpPr>
        <p:spPr bwMode="ltGray">
          <a:xfrm>
            <a:off x="4059936" y="1"/>
            <a:ext cx="2030571" cy="4419599"/>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FC37276-E616-FBAF-DF1A-61E3D82969B3}"/>
              </a:ext>
            </a:extLst>
          </p:cNvPr>
          <p:cNvSpPr/>
          <p:nvPr/>
        </p:nvSpPr>
        <p:spPr bwMode="ltGray">
          <a:xfrm>
            <a:off x="6089904" y="2146300"/>
            <a:ext cx="2030571" cy="47117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icture Placeholder 9">
            <a:extLst>
              <a:ext uri="{FF2B5EF4-FFF2-40B4-BE49-F238E27FC236}">
                <a16:creationId xmlns:a16="http://schemas.microsoft.com/office/drawing/2014/main" id="{6D983F6C-257C-6C67-6EC3-EBCA44E1E447}"/>
              </a:ext>
            </a:extLst>
          </p:cNvPr>
          <p:cNvSpPr>
            <a:spLocks noGrp="1"/>
          </p:cNvSpPr>
          <p:nvPr>
            <p:ph type="pic" sz="quarter" idx="34" hasCustomPrompt="1"/>
          </p:nvPr>
        </p:nvSpPr>
        <p:spPr>
          <a:xfrm>
            <a:off x="2029968" y="5256211"/>
            <a:ext cx="2029968"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26" name="Picture Placeholder 9">
            <a:extLst>
              <a:ext uri="{FF2B5EF4-FFF2-40B4-BE49-F238E27FC236}">
                <a16:creationId xmlns:a16="http://schemas.microsoft.com/office/drawing/2014/main" id="{B30A2EA1-9831-326D-A8C1-2D549EB4933B}"/>
              </a:ext>
            </a:extLst>
          </p:cNvPr>
          <p:cNvSpPr>
            <a:spLocks noGrp="1"/>
          </p:cNvSpPr>
          <p:nvPr>
            <p:ph type="pic" sz="quarter" idx="35" hasCustomPrompt="1"/>
          </p:nvPr>
        </p:nvSpPr>
        <p:spPr>
          <a:xfrm>
            <a:off x="4059936" y="2817812"/>
            <a:ext cx="2029968" cy="1601788"/>
          </a:xfrm>
          <a:noFill/>
          <a:ln>
            <a:noFill/>
          </a:ln>
        </p:spPr>
        <p:txBody>
          <a:bodyPr bIns="731520" anchor="ctr"/>
          <a:lstStyle>
            <a:lvl1pPr algn="ctr">
              <a:defRPr>
                <a:solidFill>
                  <a:schemeClr val="tx1"/>
                </a:solidFill>
                <a:latin typeface="+mn-lt"/>
              </a:defRPr>
            </a:lvl1pPr>
          </a:lstStyle>
          <a:p>
            <a:r>
              <a:rPr lang="en-US"/>
              <a:t>Silhouette</a:t>
            </a:r>
            <a:br>
              <a:rPr lang="en-US"/>
            </a:br>
            <a:r>
              <a:rPr lang="en-US"/>
              <a:t>portrait</a:t>
            </a:r>
          </a:p>
        </p:txBody>
      </p:sp>
      <p:sp>
        <p:nvSpPr>
          <p:cNvPr id="27" name="Picture Placeholder 9">
            <a:extLst>
              <a:ext uri="{FF2B5EF4-FFF2-40B4-BE49-F238E27FC236}">
                <a16:creationId xmlns:a16="http://schemas.microsoft.com/office/drawing/2014/main" id="{788C71B0-0D1B-0F88-EE68-676FD8926F88}"/>
              </a:ext>
            </a:extLst>
          </p:cNvPr>
          <p:cNvSpPr>
            <a:spLocks noGrp="1"/>
          </p:cNvSpPr>
          <p:nvPr>
            <p:ph type="pic" sz="quarter" idx="36" hasCustomPrompt="1"/>
          </p:nvPr>
        </p:nvSpPr>
        <p:spPr>
          <a:xfrm>
            <a:off x="6089904" y="5225465"/>
            <a:ext cx="2029968"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7" name="Title 6">
            <a:extLst>
              <a:ext uri="{FF2B5EF4-FFF2-40B4-BE49-F238E27FC236}">
                <a16:creationId xmlns:a16="http://schemas.microsoft.com/office/drawing/2014/main" id="{4E7DFA94-D58E-B043-9748-F5C033A80605}"/>
              </a:ext>
            </a:extLst>
          </p:cNvPr>
          <p:cNvSpPr>
            <a:spLocks noGrp="1"/>
          </p:cNvSpPr>
          <p:nvPr>
            <p:ph type="title"/>
          </p:nvPr>
        </p:nvSpPr>
        <p:spPr>
          <a:xfrm>
            <a:off x="7600950" y="548640"/>
            <a:ext cx="4044155" cy="873760"/>
          </a:xfrm>
        </p:spPr>
        <p:txBody>
          <a:bodyPr/>
          <a:lstStyle>
            <a:lvl1pPr>
              <a:defRPr b="1"/>
            </a:lvl1pPr>
          </a:lstStyle>
          <a:p>
            <a:r>
              <a:rPr lang="en-US"/>
              <a:t>Click to edit Master title style</a:t>
            </a:r>
          </a:p>
        </p:txBody>
      </p:sp>
      <p:sp>
        <p:nvSpPr>
          <p:cNvPr id="20" name="Text Placeholder 19">
            <a:extLst>
              <a:ext uri="{FF2B5EF4-FFF2-40B4-BE49-F238E27FC236}">
                <a16:creationId xmlns:a16="http://schemas.microsoft.com/office/drawing/2014/main" id="{FA57E2A5-07A4-7598-0417-7BDD1699473D}"/>
              </a:ext>
            </a:extLst>
          </p:cNvPr>
          <p:cNvSpPr>
            <a:spLocks noGrp="1"/>
          </p:cNvSpPr>
          <p:nvPr>
            <p:ph type="body" sz="quarter" idx="49" hasCustomPrompt="1"/>
          </p:nvPr>
        </p:nvSpPr>
        <p:spPr>
          <a:xfrm>
            <a:off x="274474" y="552452"/>
            <a:ext cx="1469626" cy="1014412"/>
          </a:xfrm>
        </p:spPr>
        <p:txBody>
          <a:bodyPr>
            <a:noAutofit/>
          </a:bodyPr>
          <a:lstStyle>
            <a:lvl1pPr>
              <a:spcAft>
                <a:spcPts val="200"/>
              </a:spcAft>
              <a:defRPr sz="1200" b="1">
                <a:solidFill>
                  <a:schemeClr val="bg1"/>
                </a:solidFill>
              </a:defRPr>
            </a:lvl1pPr>
            <a:lvl2pPr marL="0" indent="0">
              <a:spcAft>
                <a:spcPts val="0"/>
              </a:spcAft>
              <a:buNone/>
              <a:defRPr sz="1200">
                <a:solidFill>
                  <a:schemeClr val="bg1"/>
                </a:solidFill>
              </a:defRPr>
            </a:lvl2pPr>
            <a:lvl3pPr marL="0" indent="0">
              <a:spcAft>
                <a:spcPts val="0"/>
              </a:spcAft>
              <a:buNone/>
              <a:defRPr sz="1200">
                <a:solidFill>
                  <a:schemeClr val="bg1"/>
                </a:solidFill>
              </a:defRPr>
            </a:lvl3pPr>
            <a:lvl4pPr marL="0" indent="0">
              <a:spcAft>
                <a:spcPts val="0"/>
              </a:spcAft>
              <a:buNone/>
              <a:defRPr sz="1200">
                <a:solidFill>
                  <a:schemeClr val="bg1"/>
                </a:solidFill>
              </a:defRPr>
            </a:lvl4pPr>
            <a:lvl5pPr marL="0" indent="0">
              <a:spcAft>
                <a:spcPts val="0"/>
              </a:spcAft>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err="1"/>
              <a:t>Firstname</a:t>
            </a:r>
            <a:r>
              <a:rPr lang="en-US"/>
              <a:t> </a:t>
            </a:r>
            <a:r>
              <a:rPr lang="en-US" err="1"/>
              <a:t>Lastname</a:t>
            </a:r>
            <a:r>
              <a:rPr lang="en-US"/>
              <a:t>, L1</a:t>
            </a:r>
          </a:p>
          <a:p>
            <a:pPr lvl="1"/>
            <a:r>
              <a:rPr lang="en-US"/>
              <a:t>Title/department, L2</a:t>
            </a:r>
          </a:p>
        </p:txBody>
      </p:sp>
      <p:sp>
        <p:nvSpPr>
          <p:cNvPr id="33" name="Text Placeholder 32">
            <a:extLst>
              <a:ext uri="{FF2B5EF4-FFF2-40B4-BE49-F238E27FC236}">
                <a16:creationId xmlns:a16="http://schemas.microsoft.com/office/drawing/2014/main" id="{E601086B-49DB-91F4-74B7-19EC53EE3BBE}"/>
              </a:ext>
            </a:extLst>
          </p:cNvPr>
          <p:cNvSpPr>
            <a:spLocks noGrp="1"/>
          </p:cNvSpPr>
          <p:nvPr>
            <p:ph type="body" sz="quarter" idx="50"/>
          </p:nvPr>
        </p:nvSpPr>
        <p:spPr>
          <a:xfrm>
            <a:off x="2305451" y="1273175"/>
            <a:ext cx="1472184" cy="2416175"/>
          </a:xfrm>
        </p:spPr>
        <p:txBody>
          <a:bodyPr>
            <a:no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
        <p:nvSpPr>
          <p:cNvPr id="35" name="Text Placeholder 34">
            <a:extLst>
              <a:ext uri="{FF2B5EF4-FFF2-40B4-BE49-F238E27FC236}">
                <a16:creationId xmlns:a16="http://schemas.microsoft.com/office/drawing/2014/main" id="{91795EEA-E69F-C144-C1F3-C2414990FBA1}"/>
              </a:ext>
            </a:extLst>
          </p:cNvPr>
          <p:cNvSpPr>
            <a:spLocks noGrp="1"/>
          </p:cNvSpPr>
          <p:nvPr>
            <p:ph type="body" sz="quarter" idx="51"/>
          </p:nvPr>
        </p:nvSpPr>
        <p:spPr>
          <a:xfrm>
            <a:off x="4339080" y="548641"/>
            <a:ext cx="1472184" cy="1731010"/>
          </a:xfrm>
        </p:spPr>
        <p:txBody>
          <a:bodyPr>
            <a:noAutofit/>
          </a:bodyPr>
          <a:lstStyle>
            <a:lvl1pPr marL="0" indent="0">
              <a:buFont typeface="Arial" panose="020B0604020202020204" pitchFamily="34" charset="0"/>
              <a:buNone/>
              <a:defRPr sz="1200" b="1">
                <a:solidFill>
                  <a:schemeClr val="tx2"/>
                </a:solidFill>
              </a:defRPr>
            </a:lvl1pPr>
            <a:lvl2pPr marL="0" indent="0">
              <a:spcAft>
                <a:spcPts val="0"/>
              </a:spcAft>
              <a:buFont typeface="Arial" panose="020B0604020202020204" pitchFamily="34" charset="0"/>
              <a:buNone/>
              <a:defRPr sz="1200">
                <a:solidFill>
                  <a:schemeClr val="tx1"/>
                </a:solidFill>
              </a:defRPr>
            </a:lvl2pPr>
            <a:lvl3pPr marL="0" indent="0">
              <a:spcAft>
                <a:spcPts val="0"/>
              </a:spcAft>
              <a:buFont typeface="Arial" panose="020B0604020202020204" pitchFamily="34" charset="0"/>
              <a:buNone/>
              <a:defRPr sz="1200">
                <a:solidFill>
                  <a:schemeClr val="tx1"/>
                </a:solidFill>
              </a:defRPr>
            </a:lvl3pPr>
            <a:lvl4pPr marL="0" indent="0">
              <a:spcAft>
                <a:spcPts val="0"/>
              </a:spcAft>
              <a:buFont typeface="Arial" panose="020B0604020202020204" pitchFamily="34" charset="0"/>
              <a:buNone/>
              <a:defRPr sz="1200">
                <a:solidFill>
                  <a:schemeClr val="tx1"/>
                </a:solidFill>
              </a:defRPr>
            </a:lvl4pPr>
            <a:lvl5pPr marL="0" indent="0">
              <a:spcAft>
                <a:spcPts val="0"/>
              </a:spcAft>
              <a:buFont typeface="Arial" panose="020B0604020202020204" pitchFamily="34" charset="0"/>
              <a:buNone/>
              <a:defRPr sz="1200">
                <a:solidFill>
                  <a:schemeClr val="tx1"/>
                </a:solidFill>
              </a:defRPr>
            </a:lvl5pPr>
            <a:lvl6pPr marL="0" indent="0">
              <a:spcAft>
                <a:spcPts val="0"/>
              </a:spcAft>
              <a:buNone/>
              <a:defRPr/>
            </a:lvl6pPr>
            <a:lvl7pPr marL="0" indent="0">
              <a:spcAft>
                <a:spcPts val="0"/>
              </a:spcAft>
              <a:buNone/>
              <a:defRPr/>
            </a:lvl7pPr>
            <a:lvl8pPr marL="0" indent="0">
              <a:spcAft>
                <a:spcPts val="0"/>
              </a:spcAft>
              <a:buNone/>
              <a:defRPr/>
            </a:lvl8pPr>
            <a:lvl9pPr marL="0" indent="0">
              <a:spcAft>
                <a:spcPts val="0"/>
              </a:spcAft>
              <a:buNone/>
              <a:defRPr/>
            </a:lvl9pPr>
          </a:lstStyle>
          <a:p>
            <a:pPr lvl="0"/>
            <a:r>
              <a:rPr lang="en-US"/>
              <a:t>Click to edit Master text styles</a:t>
            </a:r>
          </a:p>
          <a:p>
            <a:pPr lvl="1"/>
            <a:r>
              <a:rPr lang="en-US"/>
              <a:t>Second level</a:t>
            </a:r>
          </a:p>
        </p:txBody>
      </p:sp>
      <p:sp>
        <p:nvSpPr>
          <p:cNvPr id="37" name="Text Placeholder 36">
            <a:extLst>
              <a:ext uri="{FF2B5EF4-FFF2-40B4-BE49-F238E27FC236}">
                <a16:creationId xmlns:a16="http://schemas.microsoft.com/office/drawing/2014/main" id="{2C46E456-167D-6954-BAD6-1AF9A45D1383}"/>
              </a:ext>
            </a:extLst>
          </p:cNvPr>
          <p:cNvSpPr>
            <a:spLocks noGrp="1"/>
          </p:cNvSpPr>
          <p:nvPr>
            <p:ph type="body" sz="quarter" idx="52"/>
          </p:nvPr>
        </p:nvSpPr>
        <p:spPr>
          <a:xfrm>
            <a:off x="6361123" y="2425701"/>
            <a:ext cx="1472184" cy="2141538"/>
          </a:xfrm>
        </p:spPr>
        <p:txBody>
          <a:bodyPr>
            <a:no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
        <p:nvSpPr>
          <p:cNvPr id="2" name="Freeform 5">
            <a:extLst>
              <a:ext uri="{FF2B5EF4-FFF2-40B4-BE49-F238E27FC236}">
                <a16:creationId xmlns:a16="http://schemas.microsoft.com/office/drawing/2014/main" id="{E6D8A75C-0D90-E260-EE24-68811D6B9C0E}"/>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530412287"/>
      </p:ext>
    </p:extLst>
  </p:cSld>
  <p:clrMapOvr>
    <a:masterClrMapping/>
  </p:clrMapOvr>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tact Sheet 5-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25" name="Picture Placeholder 9">
            <a:extLst>
              <a:ext uri="{FF2B5EF4-FFF2-40B4-BE49-F238E27FC236}">
                <a16:creationId xmlns:a16="http://schemas.microsoft.com/office/drawing/2014/main" id="{319024EE-ED5D-FFF1-5239-5C9EE26262F8}"/>
              </a:ext>
            </a:extLst>
          </p:cNvPr>
          <p:cNvSpPr>
            <a:spLocks noGrp="1"/>
          </p:cNvSpPr>
          <p:nvPr>
            <p:ph type="pic" sz="quarter" idx="35" hasCustomPrompt="1"/>
          </p:nvPr>
        </p:nvSpPr>
        <p:spPr>
          <a:xfrm>
            <a:off x="2605055" y="2146299"/>
            <a:ext cx="1970120" cy="1978025"/>
          </a:xfrm>
          <a:solidFill>
            <a:schemeClr val="tx2"/>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35" name="Picture Placeholder 9">
            <a:extLst>
              <a:ext uri="{FF2B5EF4-FFF2-40B4-BE49-F238E27FC236}">
                <a16:creationId xmlns:a16="http://schemas.microsoft.com/office/drawing/2014/main" id="{B9B029C9-1EA7-2BAF-AD5E-CED9490ECA94}"/>
              </a:ext>
            </a:extLst>
          </p:cNvPr>
          <p:cNvSpPr>
            <a:spLocks noGrp="1"/>
          </p:cNvSpPr>
          <p:nvPr>
            <p:ph type="pic" sz="quarter" idx="37" hasCustomPrompt="1"/>
          </p:nvPr>
        </p:nvSpPr>
        <p:spPr>
          <a:xfrm>
            <a:off x="4671913" y="2146299"/>
            <a:ext cx="1970120" cy="1978025"/>
          </a:xfrm>
          <a:solidFill>
            <a:srgbClr val="F0F0F1"/>
          </a:solidFill>
          <a:ln>
            <a:noFill/>
          </a:ln>
        </p:spPr>
        <p:txBody>
          <a:bodyPr bIns="822960" anchor="ctr"/>
          <a:lstStyle>
            <a:lvl1pPr algn="ctr">
              <a:defRPr>
                <a:solidFill>
                  <a:srgbClr val="010101"/>
                </a:solidFill>
                <a:latin typeface="+mn-lt"/>
              </a:defRPr>
            </a:lvl1pPr>
          </a:lstStyle>
          <a:p>
            <a:r>
              <a:rPr lang="en-US"/>
              <a:t>Silhouette</a:t>
            </a:r>
            <a:br>
              <a:rPr lang="en-US"/>
            </a:br>
            <a:r>
              <a:rPr lang="en-US"/>
              <a:t>portrait</a:t>
            </a:r>
          </a:p>
        </p:txBody>
      </p:sp>
      <p:sp>
        <p:nvSpPr>
          <p:cNvPr id="37" name="Picture Placeholder 9">
            <a:extLst>
              <a:ext uri="{FF2B5EF4-FFF2-40B4-BE49-F238E27FC236}">
                <a16:creationId xmlns:a16="http://schemas.microsoft.com/office/drawing/2014/main" id="{F673B5EA-D718-4722-DEAB-0821FF57B30E}"/>
              </a:ext>
            </a:extLst>
          </p:cNvPr>
          <p:cNvSpPr>
            <a:spLocks noGrp="1"/>
          </p:cNvSpPr>
          <p:nvPr>
            <p:ph type="pic" sz="quarter" idx="39" hasCustomPrompt="1"/>
          </p:nvPr>
        </p:nvSpPr>
        <p:spPr>
          <a:xfrm>
            <a:off x="6737217" y="2146299"/>
            <a:ext cx="1970120" cy="1978025"/>
          </a:xfrm>
          <a:solidFill>
            <a:schemeClr val="accent1"/>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39" name="Picture Placeholder 9">
            <a:extLst>
              <a:ext uri="{FF2B5EF4-FFF2-40B4-BE49-F238E27FC236}">
                <a16:creationId xmlns:a16="http://schemas.microsoft.com/office/drawing/2014/main" id="{E23557D9-4DEB-2508-E9FF-6F918636B4A4}"/>
              </a:ext>
            </a:extLst>
          </p:cNvPr>
          <p:cNvSpPr>
            <a:spLocks noGrp="1"/>
          </p:cNvSpPr>
          <p:nvPr>
            <p:ph type="pic" sz="quarter" idx="41" hasCustomPrompt="1"/>
          </p:nvPr>
        </p:nvSpPr>
        <p:spPr>
          <a:xfrm>
            <a:off x="8804075" y="2146299"/>
            <a:ext cx="1970120" cy="1978025"/>
          </a:xfrm>
          <a:solidFill>
            <a:srgbClr val="F0F0F1"/>
          </a:solidFill>
          <a:ln>
            <a:noFill/>
          </a:ln>
        </p:spPr>
        <p:txBody>
          <a:bodyPr bIns="822960" anchor="ctr"/>
          <a:lstStyle>
            <a:lvl1pPr algn="ctr">
              <a:defRPr>
                <a:solidFill>
                  <a:srgbClr val="010101"/>
                </a:solidFill>
                <a:latin typeface="+mn-lt"/>
              </a:defRPr>
            </a:lvl1pPr>
          </a:lstStyle>
          <a:p>
            <a:r>
              <a:rPr lang="en-US"/>
              <a:t>Silhouette</a:t>
            </a:r>
            <a:br>
              <a:rPr lang="en-US"/>
            </a:br>
            <a:r>
              <a:rPr lang="en-US"/>
              <a:t>portrait</a:t>
            </a:r>
          </a:p>
        </p:txBody>
      </p:sp>
      <p:sp>
        <p:nvSpPr>
          <p:cNvPr id="5" name="Title 4">
            <a:extLst>
              <a:ext uri="{FF2B5EF4-FFF2-40B4-BE49-F238E27FC236}">
                <a16:creationId xmlns:a16="http://schemas.microsoft.com/office/drawing/2014/main" id="{BD67EC75-3424-7B25-247E-1C6B770541DE}"/>
              </a:ext>
            </a:extLst>
          </p:cNvPr>
          <p:cNvSpPr>
            <a:spLocks noGrp="1"/>
          </p:cNvSpPr>
          <p:nvPr>
            <p:ph type="title"/>
          </p:nvPr>
        </p:nvSpPr>
        <p:spPr/>
        <p:txBody>
          <a:bodyPr/>
          <a:lstStyle>
            <a:lvl1pPr>
              <a:defRPr b="1"/>
            </a:lvl1pPr>
          </a:lstStyle>
          <a:p>
            <a:r>
              <a:rPr lang="en-US"/>
              <a:t>Click to edit Master title style</a:t>
            </a:r>
          </a:p>
        </p:txBody>
      </p:sp>
      <p:sp>
        <p:nvSpPr>
          <p:cNvPr id="19" name="Text Placeholder 10">
            <a:extLst>
              <a:ext uri="{FF2B5EF4-FFF2-40B4-BE49-F238E27FC236}">
                <a16:creationId xmlns:a16="http://schemas.microsoft.com/office/drawing/2014/main" id="{34072C05-AED5-2EFC-938E-482980433E09}"/>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1" name="Text Placeholder 30">
            <a:extLst>
              <a:ext uri="{FF2B5EF4-FFF2-40B4-BE49-F238E27FC236}">
                <a16:creationId xmlns:a16="http://schemas.microsoft.com/office/drawing/2014/main" id="{903611B5-888A-47D0-AF1C-FE9A83D8B5B5}"/>
              </a:ext>
            </a:extLst>
          </p:cNvPr>
          <p:cNvSpPr>
            <a:spLocks noGrp="1"/>
          </p:cNvSpPr>
          <p:nvPr>
            <p:ph type="body" sz="quarter" idx="46"/>
          </p:nvPr>
        </p:nvSpPr>
        <p:spPr>
          <a:xfrm>
            <a:off x="549274" y="4273549"/>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3" name="Text Placeholder 32">
            <a:extLst>
              <a:ext uri="{FF2B5EF4-FFF2-40B4-BE49-F238E27FC236}">
                <a16:creationId xmlns:a16="http://schemas.microsoft.com/office/drawing/2014/main" id="{BC98379C-7F1B-56B1-A3CE-AC2464AC4CCA}"/>
              </a:ext>
            </a:extLst>
          </p:cNvPr>
          <p:cNvSpPr>
            <a:spLocks noGrp="1"/>
          </p:cNvSpPr>
          <p:nvPr>
            <p:ph type="body" sz="quarter" idx="47"/>
          </p:nvPr>
        </p:nvSpPr>
        <p:spPr>
          <a:xfrm>
            <a:off x="2625857" y="4273549"/>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6" name="Text Placeholder 35">
            <a:extLst>
              <a:ext uri="{FF2B5EF4-FFF2-40B4-BE49-F238E27FC236}">
                <a16:creationId xmlns:a16="http://schemas.microsoft.com/office/drawing/2014/main" id="{84EC1E92-0954-710F-591A-C03311440651}"/>
              </a:ext>
            </a:extLst>
          </p:cNvPr>
          <p:cNvSpPr>
            <a:spLocks noGrp="1"/>
          </p:cNvSpPr>
          <p:nvPr>
            <p:ph type="body" sz="quarter" idx="48"/>
          </p:nvPr>
        </p:nvSpPr>
        <p:spPr>
          <a:xfrm>
            <a:off x="4671913" y="4273550"/>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0" name="Text Placeholder 39">
            <a:extLst>
              <a:ext uri="{FF2B5EF4-FFF2-40B4-BE49-F238E27FC236}">
                <a16:creationId xmlns:a16="http://schemas.microsoft.com/office/drawing/2014/main" id="{FCBF4A80-B697-CED7-AF3C-C632A2E25B53}"/>
              </a:ext>
            </a:extLst>
          </p:cNvPr>
          <p:cNvSpPr>
            <a:spLocks noGrp="1"/>
          </p:cNvSpPr>
          <p:nvPr>
            <p:ph type="body" sz="quarter" idx="49"/>
          </p:nvPr>
        </p:nvSpPr>
        <p:spPr>
          <a:xfrm>
            <a:off x="6737217" y="4273550"/>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2" name="Text Placeholder 41">
            <a:extLst>
              <a:ext uri="{FF2B5EF4-FFF2-40B4-BE49-F238E27FC236}">
                <a16:creationId xmlns:a16="http://schemas.microsoft.com/office/drawing/2014/main" id="{447A49B2-21EC-9A60-A49A-B88D32D6BCEA}"/>
              </a:ext>
            </a:extLst>
          </p:cNvPr>
          <p:cNvSpPr>
            <a:spLocks noGrp="1"/>
          </p:cNvSpPr>
          <p:nvPr>
            <p:ph type="body" sz="quarter" idx="50"/>
          </p:nvPr>
        </p:nvSpPr>
        <p:spPr>
          <a:xfrm>
            <a:off x="8813800" y="4281487"/>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0" indent="0">
              <a:buClrTx/>
              <a:buFont typeface="GT America" charset="0"/>
              <a:buNone/>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2" name="Freeform 5">
            <a:extLst>
              <a:ext uri="{FF2B5EF4-FFF2-40B4-BE49-F238E27FC236}">
                <a16:creationId xmlns:a16="http://schemas.microsoft.com/office/drawing/2014/main" id="{2D5FD8C2-6273-CDF7-5061-51B47155DF43}"/>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640174989"/>
      </p:ext>
    </p:extLst>
  </p:cSld>
  <p:clrMapOvr>
    <a:masterClrMapping/>
  </p:clrMapOvr>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tact sheet 9-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8640" y="184943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8" name="Picture Placeholder 9">
            <a:extLst>
              <a:ext uri="{FF2B5EF4-FFF2-40B4-BE49-F238E27FC236}">
                <a16:creationId xmlns:a16="http://schemas.microsoft.com/office/drawing/2014/main" id="{17A4289C-7601-5CA4-4C3A-5F28EB369581}"/>
              </a:ext>
            </a:extLst>
          </p:cNvPr>
          <p:cNvSpPr>
            <a:spLocks noGrp="1"/>
          </p:cNvSpPr>
          <p:nvPr>
            <p:ph type="pic" sz="quarter" idx="43" hasCustomPrompt="1"/>
          </p:nvPr>
        </p:nvSpPr>
        <p:spPr>
          <a:xfrm>
            <a:off x="548640" y="32956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1" name="Picture Placeholder 9">
            <a:extLst>
              <a:ext uri="{FF2B5EF4-FFF2-40B4-BE49-F238E27FC236}">
                <a16:creationId xmlns:a16="http://schemas.microsoft.com/office/drawing/2014/main" id="{A0C2F317-7D2F-8DB5-8348-18AA8221AAE9}"/>
              </a:ext>
            </a:extLst>
          </p:cNvPr>
          <p:cNvSpPr>
            <a:spLocks noGrp="1"/>
          </p:cNvSpPr>
          <p:nvPr>
            <p:ph type="pic" sz="quarter" idx="45" hasCustomPrompt="1"/>
          </p:nvPr>
        </p:nvSpPr>
        <p:spPr>
          <a:xfrm>
            <a:off x="548640" y="4743563"/>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55" name="Picture Placeholder 9">
            <a:extLst>
              <a:ext uri="{FF2B5EF4-FFF2-40B4-BE49-F238E27FC236}">
                <a16:creationId xmlns:a16="http://schemas.microsoft.com/office/drawing/2014/main" id="{4471B4C7-4613-EEB3-9308-87F186645DFC}"/>
              </a:ext>
            </a:extLst>
          </p:cNvPr>
          <p:cNvSpPr>
            <a:spLocks noGrp="1"/>
          </p:cNvSpPr>
          <p:nvPr>
            <p:ph type="pic" sz="quarter" idx="47" hasCustomPrompt="1"/>
          </p:nvPr>
        </p:nvSpPr>
        <p:spPr>
          <a:xfrm>
            <a:off x="4407408" y="1844676"/>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58" name="Picture Placeholder 9">
            <a:extLst>
              <a:ext uri="{FF2B5EF4-FFF2-40B4-BE49-F238E27FC236}">
                <a16:creationId xmlns:a16="http://schemas.microsoft.com/office/drawing/2014/main" id="{B81A6CC2-3FF5-E358-9361-9AA641684178}"/>
              </a:ext>
            </a:extLst>
          </p:cNvPr>
          <p:cNvSpPr>
            <a:spLocks noGrp="1"/>
          </p:cNvSpPr>
          <p:nvPr>
            <p:ph type="pic" sz="quarter" idx="49" hasCustomPrompt="1"/>
          </p:nvPr>
        </p:nvSpPr>
        <p:spPr>
          <a:xfrm>
            <a:off x="4404520" y="329088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1" name="Picture Placeholder 9">
            <a:extLst>
              <a:ext uri="{FF2B5EF4-FFF2-40B4-BE49-F238E27FC236}">
                <a16:creationId xmlns:a16="http://schemas.microsoft.com/office/drawing/2014/main" id="{3936CF0E-0A97-CA96-5F67-097CDDE826A2}"/>
              </a:ext>
            </a:extLst>
          </p:cNvPr>
          <p:cNvSpPr>
            <a:spLocks noGrp="1"/>
          </p:cNvSpPr>
          <p:nvPr>
            <p:ph type="pic" sz="quarter" idx="51" hasCustomPrompt="1"/>
          </p:nvPr>
        </p:nvSpPr>
        <p:spPr>
          <a:xfrm>
            <a:off x="4407408" y="473710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4" name="Picture Placeholder 9">
            <a:extLst>
              <a:ext uri="{FF2B5EF4-FFF2-40B4-BE49-F238E27FC236}">
                <a16:creationId xmlns:a16="http://schemas.microsoft.com/office/drawing/2014/main" id="{C1D5E855-FA17-F4D0-646B-35CD59AAC6A0}"/>
              </a:ext>
            </a:extLst>
          </p:cNvPr>
          <p:cNvSpPr>
            <a:spLocks noGrp="1"/>
          </p:cNvSpPr>
          <p:nvPr>
            <p:ph type="pic" sz="quarter" idx="53" hasCustomPrompt="1"/>
          </p:nvPr>
        </p:nvSpPr>
        <p:spPr>
          <a:xfrm>
            <a:off x="8211312" y="184943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7" name="Picture Placeholder 9">
            <a:extLst>
              <a:ext uri="{FF2B5EF4-FFF2-40B4-BE49-F238E27FC236}">
                <a16:creationId xmlns:a16="http://schemas.microsoft.com/office/drawing/2014/main" id="{D5751559-8E90-53E9-D2C3-6C9A57296D6D}"/>
              </a:ext>
            </a:extLst>
          </p:cNvPr>
          <p:cNvSpPr>
            <a:spLocks noGrp="1"/>
          </p:cNvSpPr>
          <p:nvPr>
            <p:ph type="pic" sz="quarter" idx="55" hasCustomPrompt="1"/>
          </p:nvPr>
        </p:nvSpPr>
        <p:spPr>
          <a:xfrm>
            <a:off x="8212138" y="32956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70" name="Picture Placeholder 9">
            <a:extLst>
              <a:ext uri="{FF2B5EF4-FFF2-40B4-BE49-F238E27FC236}">
                <a16:creationId xmlns:a16="http://schemas.microsoft.com/office/drawing/2014/main" id="{769EC156-0E51-CE48-5482-055D256909C5}"/>
              </a:ext>
            </a:extLst>
          </p:cNvPr>
          <p:cNvSpPr>
            <a:spLocks noGrp="1"/>
          </p:cNvSpPr>
          <p:nvPr>
            <p:ph type="pic" sz="quarter" idx="57" hasCustomPrompt="1"/>
          </p:nvPr>
        </p:nvSpPr>
        <p:spPr>
          <a:xfrm>
            <a:off x="8211312" y="4741862"/>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 name="Title 2">
            <a:extLst>
              <a:ext uri="{FF2B5EF4-FFF2-40B4-BE49-F238E27FC236}">
                <a16:creationId xmlns:a16="http://schemas.microsoft.com/office/drawing/2014/main" id="{D69619C9-5DB2-E39E-74FF-9877E61A97AB}"/>
              </a:ext>
            </a:extLst>
          </p:cNvPr>
          <p:cNvSpPr>
            <a:spLocks noGrp="1"/>
          </p:cNvSpPr>
          <p:nvPr>
            <p:ph type="title"/>
          </p:nvPr>
        </p:nvSpPr>
        <p:spPr/>
        <p:txBody>
          <a:bodyPr/>
          <a:lstStyle>
            <a:lvl1pPr>
              <a:defRPr b="1"/>
            </a:lvl1pPr>
          </a:lstStyle>
          <a:p>
            <a:r>
              <a:rPr lang="en-US"/>
              <a:t>Click to edit Master title style</a:t>
            </a:r>
          </a:p>
        </p:txBody>
      </p:sp>
      <p:sp>
        <p:nvSpPr>
          <p:cNvPr id="20" name="Text Placeholder 10">
            <a:extLst>
              <a:ext uri="{FF2B5EF4-FFF2-40B4-BE49-F238E27FC236}">
                <a16:creationId xmlns:a16="http://schemas.microsoft.com/office/drawing/2014/main" id="{1A8F5A52-2BB1-6E01-1280-D7B8E1530E75}"/>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47" name="Text Placeholder 28">
            <a:extLst>
              <a:ext uri="{FF2B5EF4-FFF2-40B4-BE49-F238E27FC236}">
                <a16:creationId xmlns:a16="http://schemas.microsoft.com/office/drawing/2014/main" id="{B33B65D6-52E4-77AB-4814-DB4CF93D6165}"/>
              </a:ext>
            </a:extLst>
          </p:cNvPr>
          <p:cNvSpPr>
            <a:spLocks noGrp="1"/>
          </p:cNvSpPr>
          <p:nvPr>
            <p:ph type="body" sz="quarter" idx="94"/>
          </p:nvPr>
        </p:nvSpPr>
        <p:spPr>
          <a:xfrm>
            <a:off x="1491371" y="1848982"/>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8" name="Text Placeholder 31">
            <a:extLst>
              <a:ext uri="{FF2B5EF4-FFF2-40B4-BE49-F238E27FC236}">
                <a16:creationId xmlns:a16="http://schemas.microsoft.com/office/drawing/2014/main" id="{EB65456B-8D08-C9BF-224B-B9C64A7F7CAA}"/>
              </a:ext>
            </a:extLst>
          </p:cNvPr>
          <p:cNvSpPr>
            <a:spLocks noGrp="1"/>
          </p:cNvSpPr>
          <p:nvPr>
            <p:ph type="body" sz="quarter" idx="60"/>
          </p:nvPr>
        </p:nvSpPr>
        <p:spPr>
          <a:xfrm>
            <a:off x="5347251" y="1851364"/>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9" name="Text Placeholder 33">
            <a:extLst>
              <a:ext uri="{FF2B5EF4-FFF2-40B4-BE49-F238E27FC236}">
                <a16:creationId xmlns:a16="http://schemas.microsoft.com/office/drawing/2014/main" id="{BBD5A27C-9B64-5396-B2F2-8BC953E60E1E}"/>
              </a:ext>
            </a:extLst>
          </p:cNvPr>
          <p:cNvSpPr>
            <a:spLocks noGrp="1"/>
          </p:cNvSpPr>
          <p:nvPr>
            <p:ph type="body" sz="quarter" idx="95"/>
          </p:nvPr>
        </p:nvSpPr>
        <p:spPr>
          <a:xfrm>
            <a:off x="9154043" y="185374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0" name="Text Placeholder 35">
            <a:extLst>
              <a:ext uri="{FF2B5EF4-FFF2-40B4-BE49-F238E27FC236}">
                <a16:creationId xmlns:a16="http://schemas.microsoft.com/office/drawing/2014/main" id="{4E24BE1D-A414-0921-6B24-228F418599DC}"/>
              </a:ext>
            </a:extLst>
          </p:cNvPr>
          <p:cNvSpPr>
            <a:spLocks noGrp="1"/>
          </p:cNvSpPr>
          <p:nvPr>
            <p:ph type="body" sz="quarter" idx="62"/>
          </p:nvPr>
        </p:nvSpPr>
        <p:spPr>
          <a:xfrm>
            <a:off x="1491371"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1" name="Text Placeholder 37">
            <a:extLst>
              <a:ext uri="{FF2B5EF4-FFF2-40B4-BE49-F238E27FC236}">
                <a16:creationId xmlns:a16="http://schemas.microsoft.com/office/drawing/2014/main" id="{C7229E1F-B221-29A9-4121-9AB7571172C8}"/>
              </a:ext>
            </a:extLst>
          </p:cNvPr>
          <p:cNvSpPr>
            <a:spLocks noGrp="1"/>
          </p:cNvSpPr>
          <p:nvPr>
            <p:ph type="body" sz="quarter" idx="96"/>
          </p:nvPr>
        </p:nvSpPr>
        <p:spPr>
          <a:xfrm>
            <a:off x="5347251"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2" name="Text Placeholder 39">
            <a:extLst>
              <a:ext uri="{FF2B5EF4-FFF2-40B4-BE49-F238E27FC236}">
                <a16:creationId xmlns:a16="http://schemas.microsoft.com/office/drawing/2014/main" id="{C9D12808-4957-032F-A845-94EEC2925E89}"/>
              </a:ext>
            </a:extLst>
          </p:cNvPr>
          <p:cNvSpPr>
            <a:spLocks noGrp="1"/>
          </p:cNvSpPr>
          <p:nvPr>
            <p:ph type="body" sz="quarter" idx="64"/>
          </p:nvPr>
        </p:nvSpPr>
        <p:spPr>
          <a:xfrm>
            <a:off x="9154043"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3" name="Text Placeholder 41">
            <a:extLst>
              <a:ext uri="{FF2B5EF4-FFF2-40B4-BE49-F238E27FC236}">
                <a16:creationId xmlns:a16="http://schemas.microsoft.com/office/drawing/2014/main" id="{B12AD652-87BB-53BF-14D1-7CADF3402526}"/>
              </a:ext>
            </a:extLst>
          </p:cNvPr>
          <p:cNvSpPr>
            <a:spLocks noGrp="1"/>
          </p:cNvSpPr>
          <p:nvPr>
            <p:ph type="body" sz="quarter" idx="97"/>
          </p:nvPr>
        </p:nvSpPr>
        <p:spPr>
          <a:xfrm>
            <a:off x="1491371" y="474832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4" name="Text Placeholder 43">
            <a:extLst>
              <a:ext uri="{FF2B5EF4-FFF2-40B4-BE49-F238E27FC236}">
                <a16:creationId xmlns:a16="http://schemas.microsoft.com/office/drawing/2014/main" id="{2F5D586D-E682-4214-BDFC-2381008A2DAD}"/>
              </a:ext>
            </a:extLst>
          </p:cNvPr>
          <p:cNvSpPr>
            <a:spLocks noGrp="1"/>
          </p:cNvSpPr>
          <p:nvPr>
            <p:ph type="body" sz="quarter" idx="66"/>
          </p:nvPr>
        </p:nvSpPr>
        <p:spPr>
          <a:xfrm>
            <a:off x="5347251" y="474832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6" name="Text Placeholder 45">
            <a:extLst>
              <a:ext uri="{FF2B5EF4-FFF2-40B4-BE49-F238E27FC236}">
                <a16:creationId xmlns:a16="http://schemas.microsoft.com/office/drawing/2014/main" id="{CED54B08-20E7-A541-B8ED-9C32BBF3A87B}"/>
              </a:ext>
            </a:extLst>
          </p:cNvPr>
          <p:cNvSpPr>
            <a:spLocks noGrp="1"/>
          </p:cNvSpPr>
          <p:nvPr>
            <p:ph type="body" sz="quarter" idx="98"/>
          </p:nvPr>
        </p:nvSpPr>
        <p:spPr>
          <a:xfrm>
            <a:off x="9154043" y="4732794"/>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2" name="Freeform 5">
            <a:extLst>
              <a:ext uri="{FF2B5EF4-FFF2-40B4-BE49-F238E27FC236}">
                <a16:creationId xmlns:a16="http://schemas.microsoft.com/office/drawing/2014/main" id="{D3C6828C-00BE-7F25-1FEA-FA3D01867A8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283420828"/>
      </p:ext>
    </p:extLst>
  </p:cSld>
  <p:clrMapOvr>
    <a:masterClrMapping/>
  </p:clrMapOvr>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tact Sheet 12-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6200"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 name="Picture Placeholder 9">
            <a:extLst>
              <a:ext uri="{FF2B5EF4-FFF2-40B4-BE49-F238E27FC236}">
                <a16:creationId xmlns:a16="http://schemas.microsoft.com/office/drawing/2014/main" id="{25876E2B-22D5-E023-0774-0D2E4727B88F}"/>
              </a:ext>
            </a:extLst>
          </p:cNvPr>
          <p:cNvSpPr>
            <a:spLocks noGrp="1"/>
          </p:cNvSpPr>
          <p:nvPr>
            <p:ph type="pic" sz="quarter" idx="59" hasCustomPrompt="1"/>
          </p:nvPr>
        </p:nvSpPr>
        <p:spPr>
          <a:xfrm>
            <a:off x="547356"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 name="Picture Placeholder 9">
            <a:extLst>
              <a:ext uri="{FF2B5EF4-FFF2-40B4-BE49-F238E27FC236}">
                <a16:creationId xmlns:a16="http://schemas.microsoft.com/office/drawing/2014/main" id="{D6976165-15B0-50D3-48A1-3EEF58B092C0}"/>
              </a:ext>
            </a:extLst>
          </p:cNvPr>
          <p:cNvSpPr>
            <a:spLocks noGrp="1"/>
          </p:cNvSpPr>
          <p:nvPr>
            <p:ph type="pic" sz="quarter" idx="61" hasCustomPrompt="1"/>
          </p:nvPr>
        </p:nvSpPr>
        <p:spPr>
          <a:xfrm>
            <a:off x="554788"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2" name="Picture Placeholder 9">
            <a:extLst>
              <a:ext uri="{FF2B5EF4-FFF2-40B4-BE49-F238E27FC236}">
                <a16:creationId xmlns:a16="http://schemas.microsoft.com/office/drawing/2014/main" id="{0CE498C5-374E-D8FE-F156-A53931D853E7}"/>
              </a:ext>
            </a:extLst>
          </p:cNvPr>
          <p:cNvSpPr>
            <a:spLocks noGrp="1"/>
          </p:cNvSpPr>
          <p:nvPr>
            <p:ph type="pic" sz="quarter" idx="63" hasCustomPrompt="1"/>
          </p:nvPr>
        </p:nvSpPr>
        <p:spPr>
          <a:xfrm>
            <a:off x="3365932"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5" name="Picture Placeholder 9">
            <a:extLst>
              <a:ext uri="{FF2B5EF4-FFF2-40B4-BE49-F238E27FC236}">
                <a16:creationId xmlns:a16="http://schemas.microsoft.com/office/drawing/2014/main" id="{1FCBF2C0-C112-B81E-0578-54F91D1D965D}"/>
              </a:ext>
            </a:extLst>
          </p:cNvPr>
          <p:cNvSpPr>
            <a:spLocks noGrp="1"/>
          </p:cNvSpPr>
          <p:nvPr>
            <p:ph type="pic" sz="quarter" idx="65" hasCustomPrompt="1"/>
          </p:nvPr>
        </p:nvSpPr>
        <p:spPr>
          <a:xfrm>
            <a:off x="3367088"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7" name="Picture Placeholder 9">
            <a:extLst>
              <a:ext uri="{FF2B5EF4-FFF2-40B4-BE49-F238E27FC236}">
                <a16:creationId xmlns:a16="http://schemas.microsoft.com/office/drawing/2014/main" id="{4C09C1F9-ECED-C5BA-42C5-0EE10E589CC6}"/>
              </a:ext>
            </a:extLst>
          </p:cNvPr>
          <p:cNvSpPr>
            <a:spLocks noGrp="1"/>
          </p:cNvSpPr>
          <p:nvPr>
            <p:ph type="pic" sz="quarter" idx="67" hasCustomPrompt="1"/>
          </p:nvPr>
        </p:nvSpPr>
        <p:spPr>
          <a:xfrm>
            <a:off x="3374520"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9" name="Picture Placeholder 9">
            <a:extLst>
              <a:ext uri="{FF2B5EF4-FFF2-40B4-BE49-F238E27FC236}">
                <a16:creationId xmlns:a16="http://schemas.microsoft.com/office/drawing/2014/main" id="{0042FFDF-513A-EC10-98FD-B9C57D062AE0}"/>
              </a:ext>
            </a:extLst>
          </p:cNvPr>
          <p:cNvSpPr>
            <a:spLocks noGrp="1"/>
          </p:cNvSpPr>
          <p:nvPr>
            <p:ph type="pic" sz="quarter" idx="69" hasCustomPrompt="1"/>
          </p:nvPr>
        </p:nvSpPr>
        <p:spPr>
          <a:xfrm>
            <a:off x="6185664"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2" name="Picture Placeholder 9">
            <a:extLst>
              <a:ext uri="{FF2B5EF4-FFF2-40B4-BE49-F238E27FC236}">
                <a16:creationId xmlns:a16="http://schemas.microsoft.com/office/drawing/2014/main" id="{8BC36A4B-DA0D-6BF1-C4D6-33880787409E}"/>
              </a:ext>
            </a:extLst>
          </p:cNvPr>
          <p:cNvSpPr>
            <a:spLocks noGrp="1"/>
          </p:cNvSpPr>
          <p:nvPr>
            <p:ph type="pic" sz="quarter" idx="71" hasCustomPrompt="1"/>
          </p:nvPr>
        </p:nvSpPr>
        <p:spPr>
          <a:xfrm>
            <a:off x="6186820"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4" name="Picture Placeholder 9">
            <a:extLst>
              <a:ext uri="{FF2B5EF4-FFF2-40B4-BE49-F238E27FC236}">
                <a16:creationId xmlns:a16="http://schemas.microsoft.com/office/drawing/2014/main" id="{76E7E740-2280-24BA-7A1B-AB4C8412EB3C}"/>
              </a:ext>
            </a:extLst>
          </p:cNvPr>
          <p:cNvSpPr>
            <a:spLocks noGrp="1"/>
          </p:cNvSpPr>
          <p:nvPr>
            <p:ph type="pic" sz="quarter" idx="73" hasCustomPrompt="1"/>
          </p:nvPr>
        </p:nvSpPr>
        <p:spPr>
          <a:xfrm>
            <a:off x="6194252"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6" name="Picture Placeholder 9">
            <a:extLst>
              <a:ext uri="{FF2B5EF4-FFF2-40B4-BE49-F238E27FC236}">
                <a16:creationId xmlns:a16="http://schemas.microsoft.com/office/drawing/2014/main" id="{CADD27F9-84C7-1DB2-249A-964A088830A2}"/>
              </a:ext>
            </a:extLst>
          </p:cNvPr>
          <p:cNvSpPr>
            <a:spLocks noGrp="1"/>
          </p:cNvSpPr>
          <p:nvPr>
            <p:ph type="pic" sz="quarter" idx="75" hasCustomPrompt="1"/>
          </p:nvPr>
        </p:nvSpPr>
        <p:spPr>
          <a:xfrm>
            <a:off x="9005396"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4" name="Picture Placeholder 9">
            <a:extLst>
              <a:ext uri="{FF2B5EF4-FFF2-40B4-BE49-F238E27FC236}">
                <a16:creationId xmlns:a16="http://schemas.microsoft.com/office/drawing/2014/main" id="{FF1E356A-47B8-BFE3-D4E2-B4F8BF65D253}"/>
              </a:ext>
            </a:extLst>
          </p:cNvPr>
          <p:cNvSpPr>
            <a:spLocks noGrp="1"/>
          </p:cNvSpPr>
          <p:nvPr>
            <p:ph type="pic" sz="quarter" idx="77" hasCustomPrompt="1"/>
          </p:nvPr>
        </p:nvSpPr>
        <p:spPr>
          <a:xfrm>
            <a:off x="9006552"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6" name="Picture Placeholder 9">
            <a:extLst>
              <a:ext uri="{FF2B5EF4-FFF2-40B4-BE49-F238E27FC236}">
                <a16:creationId xmlns:a16="http://schemas.microsoft.com/office/drawing/2014/main" id="{D13123F8-5707-1836-E32B-577B73747D46}"/>
              </a:ext>
            </a:extLst>
          </p:cNvPr>
          <p:cNvSpPr>
            <a:spLocks noGrp="1"/>
          </p:cNvSpPr>
          <p:nvPr>
            <p:ph type="pic" sz="quarter" idx="79" hasCustomPrompt="1"/>
          </p:nvPr>
        </p:nvSpPr>
        <p:spPr>
          <a:xfrm>
            <a:off x="9013984"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3" name="Title 12">
            <a:extLst>
              <a:ext uri="{FF2B5EF4-FFF2-40B4-BE49-F238E27FC236}">
                <a16:creationId xmlns:a16="http://schemas.microsoft.com/office/drawing/2014/main" id="{E6ED4069-4F51-A36D-255A-CF77628C85CE}"/>
              </a:ext>
            </a:extLst>
          </p:cNvPr>
          <p:cNvSpPr>
            <a:spLocks noGrp="1"/>
          </p:cNvSpPr>
          <p:nvPr>
            <p:ph type="title"/>
          </p:nvPr>
        </p:nvSpPr>
        <p:spPr/>
        <p:txBody>
          <a:bodyPr/>
          <a:lstStyle>
            <a:lvl1pPr>
              <a:defRPr b="1"/>
            </a:lvl1pPr>
          </a:lstStyle>
          <a:p>
            <a:r>
              <a:rPr lang="en-US"/>
              <a:t>Click to edit Master title style</a:t>
            </a:r>
          </a:p>
        </p:txBody>
      </p:sp>
      <p:sp>
        <p:nvSpPr>
          <p:cNvPr id="37" name="Text Placeholder 28">
            <a:extLst>
              <a:ext uri="{FF2B5EF4-FFF2-40B4-BE49-F238E27FC236}">
                <a16:creationId xmlns:a16="http://schemas.microsoft.com/office/drawing/2014/main" id="{20725060-FB97-FB2A-839C-88058950AD03}"/>
              </a:ext>
            </a:extLst>
          </p:cNvPr>
          <p:cNvSpPr>
            <a:spLocks noGrp="1"/>
          </p:cNvSpPr>
          <p:nvPr>
            <p:ph type="body" sz="quarter" idx="94"/>
          </p:nvPr>
        </p:nvSpPr>
        <p:spPr>
          <a:xfrm>
            <a:off x="545350" y="2421426"/>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8" name="Text Placeholder 31">
            <a:extLst>
              <a:ext uri="{FF2B5EF4-FFF2-40B4-BE49-F238E27FC236}">
                <a16:creationId xmlns:a16="http://schemas.microsoft.com/office/drawing/2014/main" id="{53AEDA35-ADD6-FCE3-846B-BF1E0A6CA883}"/>
              </a:ext>
            </a:extLst>
          </p:cNvPr>
          <p:cNvSpPr>
            <a:spLocks noGrp="1"/>
          </p:cNvSpPr>
          <p:nvPr>
            <p:ph type="body" sz="quarter" idx="60"/>
          </p:nvPr>
        </p:nvSpPr>
        <p:spPr>
          <a:xfrm>
            <a:off x="3357144" y="2426187"/>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9" name="Text Placeholder 33">
            <a:extLst>
              <a:ext uri="{FF2B5EF4-FFF2-40B4-BE49-F238E27FC236}">
                <a16:creationId xmlns:a16="http://schemas.microsoft.com/office/drawing/2014/main" id="{2C1C50A9-AF10-C8FA-22B4-FD7A9720D11F}"/>
              </a:ext>
            </a:extLst>
          </p:cNvPr>
          <p:cNvSpPr>
            <a:spLocks noGrp="1"/>
          </p:cNvSpPr>
          <p:nvPr>
            <p:ph type="body" sz="quarter" idx="95"/>
          </p:nvPr>
        </p:nvSpPr>
        <p:spPr>
          <a:xfrm>
            <a:off x="6174687" y="2426187"/>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0" name="Text Placeholder 35">
            <a:extLst>
              <a:ext uri="{FF2B5EF4-FFF2-40B4-BE49-F238E27FC236}">
                <a16:creationId xmlns:a16="http://schemas.microsoft.com/office/drawing/2014/main" id="{92186842-A495-47CB-E895-A3B746F32C1C}"/>
              </a:ext>
            </a:extLst>
          </p:cNvPr>
          <p:cNvSpPr>
            <a:spLocks noGrp="1"/>
          </p:cNvSpPr>
          <p:nvPr>
            <p:ph type="body" sz="quarter" idx="62"/>
          </p:nvPr>
        </p:nvSpPr>
        <p:spPr>
          <a:xfrm>
            <a:off x="9005296" y="2429974"/>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1" name="Text Placeholder 37">
            <a:extLst>
              <a:ext uri="{FF2B5EF4-FFF2-40B4-BE49-F238E27FC236}">
                <a16:creationId xmlns:a16="http://schemas.microsoft.com/office/drawing/2014/main" id="{6CA7FDF1-8EA1-3647-617E-68BBEC83B933}"/>
              </a:ext>
            </a:extLst>
          </p:cNvPr>
          <p:cNvSpPr>
            <a:spLocks noGrp="1"/>
          </p:cNvSpPr>
          <p:nvPr>
            <p:ph type="body" sz="quarter" idx="96"/>
          </p:nvPr>
        </p:nvSpPr>
        <p:spPr>
          <a:xfrm>
            <a:off x="543911"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2" name="Text Placeholder 39">
            <a:extLst>
              <a:ext uri="{FF2B5EF4-FFF2-40B4-BE49-F238E27FC236}">
                <a16:creationId xmlns:a16="http://schemas.microsoft.com/office/drawing/2014/main" id="{B0B8D82A-323A-DAD8-2FFF-306B1BD8A7B7}"/>
              </a:ext>
            </a:extLst>
          </p:cNvPr>
          <p:cNvSpPr>
            <a:spLocks noGrp="1"/>
          </p:cNvSpPr>
          <p:nvPr>
            <p:ph type="body" sz="quarter" idx="64"/>
          </p:nvPr>
        </p:nvSpPr>
        <p:spPr>
          <a:xfrm>
            <a:off x="3369875"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3" name="Text Placeholder 41">
            <a:extLst>
              <a:ext uri="{FF2B5EF4-FFF2-40B4-BE49-F238E27FC236}">
                <a16:creationId xmlns:a16="http://schemas.microsoft.com/office/drawing/2014/main" id="{7F998DD8-A4C0-EDC9-3264-47EC9ABA7F7E}"/>
              </a:ext>
            </a:extLst>
          </p:cNvPr>
          <p:cNvSpPr>
            <a:spLocks noGrp="1"/>
          </p:cNvSpPr>
          <p:nvPr>
            <p:ph type="body" sz="quarter" idx="97"/>
          </p:nvPr>
        </p:nvSpPr>
        <p:spPr>
          <a:xfrm>
            <a:off x="6185564" y="3988842"/>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4" name="Text Placeholder 43">
            <a:extLst>
              <a:ext uri="{FF2B5EF4-FFF2-40B4-BE49-F238E27FC236}">
                <a16:creationId xmlns:a16="http://schemas.microsoft.com/office/drawing/2014/main" id="{D6080B64-327A-4888-7E45-D37CB06BD006}"/>
              </a:ext>
            </a:extLst>
          </p:cNvPr>
          <p:cNvSpPr>
            <a:spLocks noGrp="1"/>
          </p:cNvSpPr>
          <p:nvPr>
            <p:ph type="body" sz="quarter" idx="66"/>
          </p:nvPr>
        </p:nvSpPr>
        <p:spPr>
          <a:xfrm>
            <a:off x="9013984"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5" name="Text Placeholder 45">
            <a:extLst>
              <a:ext uri="{FF2B5EF4-FFF2-40B4-BE49-F238E27FC236}">
                <a16:creationId xmlns:a16="http://schemas.microsoft.com/office/drawing/2014/main" id="{A553D40B-8982-89FD-71EF-AFB57D02AF77}"/>
              </a:ext>
            </a:extLst>
          </p:cNvPr>
          <p:cNvSpPr>
            <a:spLocks noGrp="1"/>
          </p:cNvSpPr>
          <p:nvPr>
            <p:ph type="body" sz="quarter" idx="98"/>
          </p:nvPr>
        </p:nvSpPr>
        <p:spPr>
          <a:xfrm>
            <a:off x="554038" y="5572433"/>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7" name="Text Placeholder 46">
            <a:extLst>
              <a:ext uri="{FF2B5EF4-FFF2-40B4-BE49-F238E27FC236}">
                <a16:creationId xmlns:a16="http://schemas.microsoft.com/office/drawing/2014/main" id="{CC20C2B1-E5AA-66A6-3529-09EBEC5AD9E7}"/>
              </a:ext>
            </a:extLst>
          </p:cNvPr>
          <p:cNvSpPr>
            <a:spLocks noGrp="1"/>
          </p:cNvSpPr>
          <p:nvPr>
            <p:ph type="body" sz="quarter" idx="99"/>
          </p:nvPr>
        </p:nvSpPr>
        <p:spPr>
          <a:xfrm>
            <a:off x="3375025" y="5572853"/>
            <a:ext cx="2616775" cy="588235"/>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9" name="Text Placeholder 48">
            <a:extLst>
              <a:ext uri="{FF2B5EF4-FFF2-40B4-BE49-F238E27FC236}">
                <a16:creationId xmlns:a16="http://schemas.microsoft.com/office/drawing/2014/main" id="{FAD7CA57-DD70-B459-15AA-F71085154014}"/>
              </a:ext>
            </a:extLst>
          </p:cNvPr>
          <p:cNvSpPr>
            <a:spLocks noGrp="1"/>
          </p:cNvSpPr>
          <p:nvPr>
            <p:ph type="body" sz="quarter" idx="100"/>
          </p:nvPr>
        </p:nvSpPr>
        <p:spPr>
          <a:xfrm>
            <a:off x="6194425" y="5588367"/>
            <a:ext cx="2623130" cy="572721"/>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1" name="Text Placeholder 50">
            <a:extLst>
              <a:ext uri="{FF2B5EF4-FFF2-40B4-BE49-F238E27FC236}">
                <a16:creationId xmlns:a16="http://schemas.microsoft.com/office/drawing/2014/main" id="{EC42BD93-D831-2404-6CB8-8837AFC980E9}"/>
              </a:ext>
            </a:extLst>
          </p:cNvPr>
          <p:cNvSpPr>
            <a:spLocks noGrp="1"/>
          </p:cNvSpPr>
          <p:nvPr>
            <p:ph type="body" sz="quarter" idx="101"/>
          </p:nvPr>
        </p:nvSpPr>
        <p:spPr>
          <a:xfrm>
            <a:off x="9013824" y="5572853"/>
            <a:ext cx="2612537" cy="588235"/>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2" name="Text Placeholder 10">
            <a:extLst>
              <a:ext uri="{FF2B5EF4-FFF2-40B4-BE49-F238E27FC236}">
                <a16:creationId xmlns:a16="http://schemas.microsoft.com/office/drawing/2014/main" id="{4094CC63-82FC-2C3B-297C-E0DA8033B303}"/>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 name="Freeform 5">
            <a:extLst>
              <a:ext uri="{FF2B5EF4-FFF2-40B4-BE49-F238E27FC236}">
                <a16:creationId xmlns:a16="http://schemas.microsoft.com/office/drawing/2014/main" id="{CFEF52EF-E8C0-B287-4EE6-AFF11A6B737F}"/>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138715990"/>
      </p:ext>
    </p:extLst>
  </p:cSld>
  <p:clrMapOvr>
    <a:masterClrMapping/>
  </p:clrMapOvr>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iography Spotlight 1">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3" name="Title 2">
            <a:extLst>
              <a:ext uri="{FF2B5EF4-FFF2-40B4-BE49-F238E27FC236}">
                <a16:creationId xmlns:a16="http://schemas.microsoft.com/office/drawing/2014/main" id="{1DC8F894-857C-8F07-E60C-2FD30A700DD0}"/>
              </a:ext>
            </a:extLst>
          </p:cNvPr>
          <p:cNvSpPr>
            <a:spLocks noGrp="1"/>
          </p:cNvSpPr>
          <p:nvPr>
            <p:ph type="title"/>
          </p:nvPr>
        </p:nvSpPr>
        <p:spPr/>
        <p:txBody>
          <a:bodyPr/>
          <a:lstStyle>
            <a:lvl1pPr>
              <a:defRPr b="1"/>
            </a:lvl1pPr>
          </a:lstStyle>
          <a:p>
            <a:r>
              <a:rPr lang="en-US"/>
              <a:t>Click to edit Master title style</a:t>
            </a:r>
          </a:p>
        </p:txBody>
      </p:sp>
      <p:sp>
        <p:nvSpPr>
          <p:cNvPr id="19" name="Text Placeholder 10">
            <a:extLst>
              <a:ext uri="{FF2B5EF4-FFF2-40B4-BE49-F238E27FC236}">
                <a16:creationId xmlns:a16="http://schemas.microsoft.com/office/drawing/2014/main" id="{59895743-E13E-B246-5F15-74FE000A889A}"/>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4" name="Content Placeholder 32">
            <a:extLst>
              <a:ext uri="{FF2B5EF4-FFF2-40B4-BE49-F238E27FC236}">
                <a16:creationId xmlns:a16="http://schemas.microsoft.com/office/drawing/2014/main" id="{AB8465BA-2F90-8B3C-157F-C533DC992638}"/>
              </a:ext>
            </a:extLst>
          </p:cNvPr>
          <p:cNvSpPr>
            <a:spLocks noGrp="1"/>
          </p:cNvSpPr>
          <p:nvPr>
            <p:ph sz="quarter" idx="103"/>
          </p:nvPr>
        </p:nvSpPr>
        <p:spPr>
          <a:xfrm>
            <a:off x="3367088" y="2146297"/>
            <a:ext cx="8270874" cy="3440115"/>
          </a:xfrm>
        </p:spPr>
        <p:txBody>
          <a:bodyPr>
            <a:noAutofit/>
          </a:bodyPr>
          <a:lstStyle>
            <a:lvl1pPr>
              <a:defRPr lang="en-US" sz="1200" b="1" i="0" kern="1200" dirty="0">
                <a:solidFill>
                  <a:schemeClr val="tx2"/>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marL="0" lvl="1" indent="0" algn="l" defTabSz="914400" rtl="0" eaLnBrk="1" latinLnBrk="0" hangingPunct="1">
              <a:lnSpc>
                <a:spcPct val="101000"/>
              </a:lnSpc>
              <a:spcBef>
                <a:spcPts val="0"/>
              </a:spcBef>
              <a:spcAft>
                <a:spcPts val="200"/>
              </a:spcAft>
              <a:buFont typeface="Arial" panose="020B0604020202020204" pitchFamily="34" charset="0"/>
              <a:buNone/>
            </a:pPr>
            <a:r>
              <a:rPr lang="en-US"/>
              <a:t>Second level</a:t>
            </a:r>
          </a:p>
          <a:p>
            <a:pPr marL="0" lvl="2" indent="0" algn="l" defTabSz="914400" rtl="0" eaLnBrk="1" latinLnBrk="0" hangingPunct="1">
              <a:lnSpc>
                <a:spcPct val="101000"/>
              </a:lnSpc>
              <a:spcBef>
                <a:spcPts val="0"/>
              </a:spcBef>
              <a:spcAft>
                <a:spcPts val="200"/>
              </a:spcAft>
              <a:buFont typeface="Arial" panose="020B0604020202020204" pitchFamily="34" charset="0"/>
              <a:buNone/>
            </a:pPr>
            <a:r>
              <a:rPr lang="en-US"/>
              <a:t>Third level</a:t>
            </a:r>
          </a:p>
          <a:p>
            <a:pPr marL="0" lvl="3" indent="0" algn="l" defTabSz="914400" rtl="0" eaLnBrk="1" latinLnBrk="0" hangingPunct="1">
              <a:lnSpc>
                <a:spcPct val="101000"/>
              </a:lnSpc>
              <a:spcBef>
                <a:spcPts val="0"/>
              </a:spcBef>
              <a:spcAft>
                <a:spcPts val="200"/>
              </a:spcAft>
              <a:buFont typeface="Arial" panose="020B0604020202020204" pitchFamily="34" charset="0"/>
              <a:buNone/>
            </a:pPr>
            <a:r>
              <a:rPr lang="en-US"/>
              <a:t>Fourth level</a:t>
            </a:r>
          </a:p>
          <a:p>
            <a:pPr marL="0" lvl="4" indent="0" algn="l" defTabSz="914400" rtl="0" eaLnBrk="1" latinLnBrk="0" hangingPunct="1">
              <a:lnSpc>
                <a:spcPct val="101000"/>
              </a:lnSpc>
              <a:spcBef>
                <a:spcPts val="0"/>
              </a:spcBef>
              <a:spcAft>
                <a:spcPts val="200"/>
              </a:spcAft>
              <a:buFont typeface="Arial" panose="020B0604020202020204" pitchFamily="34" charset="0"/>
              <a:buNone/>
            </a:pPr>
            <a:r>
              <a:rPr lang="en-US"/>
              <a:t>Fifth level</a:t>
            </a:r>
          </a:p>
        </p:txBody>
      </p:sp>
      <p:sp>
        <p:nvSpPr>
          <p:cNvPr id="5" name="Content Placeholder 32">
            <a:extLst>
              <a:ext uri="{FF2B5EF4-FFF2-40B4-BE49-F238E27FC236}">
                <a16:creationId xmlns:a16="http://schemas.microsoft.com/office/drawing/2014/main" id="{A839F1B7-11DF-B547-F156-26E4933C9AEE}"/>
              </a:ext>
            </a:extLst>
          </p:cNvPr>
          <p:cNvSpPr>
            <a:spLocks noGrp="1"/>
          </p:cNvSpPr>
          <p:nvPr>
            <p:ph sz="quarter" idx="104"/>
          </p:nvPr>
        </p:nvSpPr>
        <p:spPr>
          <a:xfrm>
            <a:off x="539751" y="4273551"/>
            <a:ext cx="2623978" cy="588286"/>
          </a:xfrm>
        </p:spPr>
        <p:txBody>
          <a:bodyPr>
            <a:no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marL="0" lvl="1" indent="0" algn="l" defTabSz="914400" rtl="0" eaLnBrk="1" latinLnBrk="0" hangingPunct="1">
              <a:lnSpc>
                <a:spcPct val="101000"/>
              </a:lnSpc>
              <a:spcBef>
                <a:spcPts val="0"/>
              </a:spcBef>
              <a:spcAft>
                <a:spcPts val="200"/>
              </a:spcAft>
              <a:buFont typeface="Arial" panose="020B0604020202020204" pitchFamily="34" charset="0"/>
              <a:buNone/>
            </a:pPr>
            <a:r>
              <a:rPr lang="en-US"/>
              <a:t>Second level</a:t>
            </a:r>
          </a:p>
          <a:p>
            <a:pPr marL="0" lvl="2" indent="0" algn="l" defTabSz="914400" rtl="0" eaLnBrk="1" latinLnBrk="0" hangingPunct="1">
              <a:lnSpc>
                <a:spcPct val="101000"/>
              </a:lnSpc>
              <a:spcBef>
                <a:spcPts val="0"/>
              </a:spcBef>
              <a:spcAft>
                <a:spcPts val="200"/>
              </a:spcAft>
              <a:buFont typeface="Arial" panose="020B0604020202020204" pitchFamily="34" charset="0"/>
              <a:buNone/>
            </a:pPr>
            <a:r>
              <a:rPr lang="en-US"/>
              <a:t>Third level</a:t>
            </a:r>
          </a:p>
          <a:p>
            <a:pPr marL="0" lvl="3" indent="0" algn="l" defTabSz="914400" rtl="0" eaLnBrk="1" latinLnBrk="0" hangingPunct="1">
              <a:lnSpc>
                <a:spcPct val="101000"/>
              </a:lnSpc>
              <a:spcBef>
                <a:spcPts val="0"/>
              </a:spcBef>
              <a:spcAft>
                <a:spcPts val="200"/>
              </a:spcAft>
              <a:buFont typeface="Arial" panose="020B0604020202020204" pitchFamily="34" charset="0"/>
              <a:buNone/>
            </a:pPr>
            <a:r>
              <a:rPr lang="en-US"/>
              <a:t>Fourth level</a:t>
            </a:r>
          </a:p>
          <a:p>
            <a:pPr marL="0" lvl="4" indent="0" algn="l" defTabSz="914400" rtl="0" eaLnBrk="1" latinLnBrk="0" hangingPunct="1">
              <a:lnSpc>
                <a:spcPct val="101000"/>
              </a:lnSpc>
              <a:spcBef>
                <a:spcPts val="0"/>
              </a:spcBef>
              <a:spcAft>
                <a:spcPts val="200"/>
              </a:spcAft>
              <a:buFont typeface="Arial" panose="020B0604020202020204" pitchFamily="34" charset="0"/>
              <a:buNone/>
            </a:pPr>
            <a:r>
              <a:rPr lang="en-US"/>
              <a:t>Fifth level</a:t>
            </a:r>
          </a:p>
        </p:txBody>
      </p:sp>
      <p:sp>
        <p:nvSpPr>
          <p:cNvPr id="6" name="Freeform 5">
            <a:extLst>
              <a:ext uri="{FF2B5EF4-FFF2-40B4-BE49-F238E27FC236}">
                <a16:creationId xmlns:a16="http://schemas.microsoft.com/office/drawing/2014/main" id="{8220394B-3676-A47D-2298-A38B48BED14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765510799"/>
      </p:ext>
    </p:extLst>
  </p:cSld>
  <p:clrMapOvr>
    <a:masterClrMapping/>
  </p:clrMapOvr>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iography Spotligh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0" y="2391176"/>
            <a:ext cx="4057649" cy="4466823"/>
          </a:xfrm>
          <a:no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17" name="Text Placeholder 28">
            <a:extLst>
              <a:ext uri="{FF2B5EF4-FFF2-40B4-BE49-F238E27FC236}">
                <a16:creationId xmlns:a16="http://schemas.microsoft.com/office/drawing/2014/main" id="{C3433E12-13DE-2F76-CD91-AD464AFB9124}"/>
              </a:ext>
            </a:extLst>
          </p:cNvPr>
          <p:cNvSpPr>
            <a:spLocks noGrp="1"/>
          </p:cNvSpPr>
          <p:nvPr>
            <p:ph type="body" sz="quarter" idx="94"/>
          </p:nvPr>
        </p:nvSpPr>
        <p:spPr>
          <a:xfrm>
            <a:off x="4784011" y="697706"/>
            <a:ext cx="2623978" cy="1448594"/>
          </a:xfrm>
        </p:spPr>
        <p:txBody>
          <a:bodyPr>
            <a:noAutofit/>
          </a:bodyPr>
          <a:lstStyle>
            <a:lvl1pPr marL="0" indent="0">
              <a:spcAft>
                <a:spcPts val="200"/>
              </a:spcAft>
              <a:buFont typeface="Arial" panose="020B0604020202020204" pitchFamily="34" charset="0"/>
              <a:buNone/>
              <a:defRPr sz="1800" b="1"/>
            </a:lvl1pPr>
            <a:lvl2pPr marL="0" indent="0">
              <a:spcAft>
                <a:spcPts val="600"/>
              </a:spcAft>
              <a:buNone/>
              <a:defRPr sz="1800"/>
            </a:lvl2pPr>
            <a:lvl3pPr marL="228600" indent="-228600">
              <a:spcAft>
                <a:spcPts val="600"/>
              </a:spcAft>
              <a:buClrTx/>
              <a:buFont typeface="GT America" charset="0"/>
              <a:buChar char="→"/>
              <a:defRPr sz="1800"/>
            </a:lvl3pPr>
            <a:lvl4pPr marL="228600" indent="-228600">
              <a:spcAft>
                <a:spcPts val="600"/>
              </a:spcAft>
              <a:buClrTx/>
              <a:buFont typeface="GT America" charset="0"/>
              <a:buChar char="→"/>
              <a:defRPr sz="1800"/>
            </a:lvl4pPr>
            <a:lvl5pPr marL="228600" indent="-228600">
              <a:spcAft>
                <a:spcPts val="600"/>
              </a:spcAft>
              <a:buClrTx/>
              <a:buFont typeface="GT America" charset="0"/>
              <a:buChar char="→"/>
              <a:defRPr sz="1800"/>
            </a:lvl5pPr>
            <a:lvl6pPr marL="228600" indent="-228600">
              <a:spcAft>
                <a:spcPts val="600"/>
              </a:spcAft>
              <a:buClrTx/>
              <a:buFont typeface="GT America" charset="0"/>
              <a:buChar char="→"/>
              <a:defRPr sz="1800"/>
            </a:lvl6pPr>
            <a:lvl7pPr marL="228600" indent="-228600">
              <a:spcAft>
                <a:spcPts val="600"/>
              </a:spcAft>
              <a:buClrTx/>
              <a:buFont typeface="GT America" charset="0"/>
              <a:buChar char="→"/>
              <a:defRPr sz="1800"/>
            </a:lvl7pPr>
            <a:lvl8pPr marL="228600" indent="-228600">
              <a:spcAft>
                <a:spcPts val="600"/>
              </a:spcAft>
              <a:buClrTx/>
              <a:buFont typeface="GT America" charset="0"/>
              <a:buChar char="→"/>
              <a:defRPr sz="1800"/>
            </a:lvl8pPr>
            <a:lvl9pPr marL="228600" indent="-228600">
              <a:spcAft>
                <a:spcPts val="600"/>
              </a:spcAft>
              <a:buClrTx/>
              <a:buFont typeface="GT America" charset="0"/>
              <a:buChar char="→"/>
              <a:defRPr sz="1800"/>
            </a:lvl9pPr>
          </a:lstStyle>
          <a:p>
            <a:pPr lvl="0"/>
            <a:r>
              <a:rPr lang="en-US"/>
              <a:t>Click to edit Master text styles</a:t>
            </a:r>
          </a:p>
          <a:p>
            <a:pPr lvl="1"/>
            <a:r>
              <a:rPr lang="en-US"/>
              <a:t>Second level</a:t>
            </a:r>
          </a:p>
          <a:p>
            <a:pPr lvl="2"/>
            <a:r>
              <a:rPr lang="en-US"/>
              <a:t>Third level</a:t>
            </a:r>
          </a:p>
        </p:txBody>
      </p:sp>
      <p:sp>
        <p:nvSpPr>
          <p:cNvPr id="19" name="Text Placeholder 18">
            <a:extLst>
              <a:ext uri="{FF2B5EF4-FFF2-40B4-BE49-F238E27FC236}">
                <a16:creationId xmlns:a16="http://schemas.microsoft.com/office/drawing/2014/main" id="{A5CC0331-67E4-97F1-FFCC-045A5FC24A40}"/>
              </a:ext>
            </a:extLst>
          </p:cNvPr>
          <p:cNvSpPr>
            <a:spLocks noGrp="1"/>
          </p:cNvSpPr>
          <p:nvPr>
            <p:ph type="body" sz="quarter" idx="95"/>
          </p:nvPr>
        </p:nvSpPr>
        <p:spPr>
          <a:xfrm>
            <a:off x="7600950" y="697706"/>
            <a:ext cx="4037013" cy="4744244"/>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8">
            <a:extLst>
              <a:ext uri="{FF2B5EF4-FFF2-40B4-BE49-F238E27FC236}">
                <a16:creationId xmlns:a16="http://schemas.microsoft.com/office/drawing/2014/main" id="{5E6F9140-B540-5013-5831-F1E9C81243B3}"/>
              </a:ext>
            </a:extLst>
          </p:cNvPr>
          <p:cNvSpPr>
            <a:spLocks noGrp="1"/>
          </p:cNvSpPr>
          <p:nvPr>
            <p:ph type="title"/>
          </p:nvPr>
        </p:nvSpPr>
        <p:spPr>
          <a:xfrm>
            <a:off x="546101" y="552450"/>
            <a:ext cx="3346704" cy="928909"/>
          </a:xfrm>
        </p:spPr>
        <p:txBody>
          <a:bodyPr>
            <a:spAutoFit/>
          </a:bodyPr>
          <a:lstStyle>
            <a:lvl1pPr algn="l">
              <a:defRPr b="1">
                <a:solidFill>
                  <a:schemeClr val="bg1"/>
                </a:solidFill>
              </a:defRPr>
            </a:lvl1pPr>
          </a:lstStyle>
          <a:p>
            <a:r>
              <a:rPr lang="en-US"/>
              <a:t>Click to edit Master title style</a:t>
            </a:r>
          </a:p>
        </p:txBody>
      </p:sp>
      <p:sp>
        <p:nvSpPr>
          <p:cNvPr id="4" name="Text Placeholder 10">
            <a:extLst>
              <a:ext uri="{FF2B5EF4-FFF2-40B4-BE49-F238E27FC236}">
                <a16:creationId xmlns:a16="http://schemas.microsoft.com/office/drawing/2014/main" id="{6729DA4E-55B8-5A9B-E5DF-CA71583D323E}"/>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5" name="Freeform 5">
            <a:extLst>
              <a:ext uri="{FF2B5EF4-FFF2-40B4-BE49-F238E27FC236}">
                <a16:creationId xmlns:a16="http://schemas.microsoft.com/office/drawing/2014/main" id="{E1135D2B-9B8D-C0CC-7E29-3095E5284DC8}"/>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78825690"/>
      </p:ext>
    </p:extLst>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iography Spotligh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70C12960-6E85-460F-B6E3-5B82CB31AF3D}" type="slidenum">
              <a:rPr lang="en-US" smtClean="0"/>
              <a:t>‹#›</a:t>
            </a:fld>
            <a:endParaRPr lang="en-US"/>
          </a:p>
        </p:txBody>
      </p:sp>
      <p:sp>
        <p:nvSpPr>
          <p:cNvPr id="4" name="Content Placeholder 14">
            <a:extLst>
              <a:ext uri="{FF2B5EF4-FFF2-40B4-BE49-F238E27FC236}">
                <a16:creationId xmlns:a16="http://schemas.microsoft.com/office/drawing/2014/main" id="{0F4207BC-188D-C830-B83A-98B60C773C10}"/>
              </a:ext>
            </a:extLst>
          </p:cNvPr>
          <p:cNvSpPr>
            <a:spLocks noGrp="1"/>
          </p:cNvSpPr>
          <p:nvPr>
            <p:ph sz="quarter" idx="18" hasCustomPrompt="1"/>
          </p:nvPr>
        </p:nvSpPr>
        <p:spPr>
          <a:xfrm>
            <a:off x="4781551" y="697706"/>
            <a:ext cx="6856412" cy="5469732"/>
          </a:xfrm>
        </p:spPr>
        <p:txBody>
          <a:bodyPr numCol="1" spcCol="219456"/>
          <a:lstStyle>
            <a:lvl1pPr>
              <a:spcAft>
                <a:spcPts val="0"/>
              </a:spcAft>
              <a:defRPr sz="1800" b="1">
                <a:solidFill>
                  <a:schemeClr val="tx1"/>
                </a:solidFill>
                <a:latin typeface="+mn-lt"/>
              </a:defRPr>
            </a:lvl1pPr>
            <a:lvl2pPr marL="0" indent="0">
              <a:buNone/>
              <a:defRPr sz="1800" b="0">
                <a:solidFill>
                  <a:schemeClr val="tx1"/>
                </a:solidFill>
              </a:defRPr>
            </a:lvl2pPr>
            <a:lvl3pPr marL="3175" indent="0">
              <a:buFont typeface="GT America Regular" charset="0"/>
              <a:buNone/>
              <a:defRPr sz="1400" b="1">
                <a:solidFill>
                  <a:schemeClr val="tx2"/>
                </a:solidFill>
              </a:defRPr>
            </a:lvl3pPr>
            <a:lvl4pPr marL="0" indent="0">
              <a:buClrTx/>
              <a:buFont typeface="GT America Regular" charset="0"/>
              <a:buNone/>
              <a:defRPr sz="1400"/>
            </a:lvl4pPr>
            <a:lvl5pPr marL="287338" indent="-287338">
              <a:buClrTx/>
              <a:buFont typeface="GT America Regular" charset="0"/>
              <a:buChar char="→"/>
              <a:defRPr sz="1400"/>
            </a:lvl5pPr>
            <a:lvl6pPr marL="458788" indent="-171450">
              <a:buClr>
                <a:schemeClr val="accent1"/>
              </a:buClr>
              <a:buFont typeface="Arial" panose="020B0604020202020204" pitchFamily="34" charset="0"/>
              <a:buChar char="•"/>
              <a:defRPr sz="1300"/>
            </a:lvl6pPr>
            <a:lvl7pPr marL="627063" indent="-174625">
              <a:buClrTx/>
              <a:buFont typeface="GT America Regular" pitchFamily="50" charset="0"/>
              <a:buChar char="–"/>
              <a:defRPr sz="1300"/>
            </a:lvl7pPr>
            <a:lvl8pPr marL="800100" indent="-174625">
              <a:buClr>
                <a:schemeClr val="accent1"/>
              </a:buClr>
              <a:buFont typeface="GT America Regular" charset="0"/>
              <a:buChar char="–"/>
              <a:defRPr sz="1200"/>
            </a:lvl8pPr>
            <a:lvl9pPr marL="973138" indent="-171450">
              <a:buClrTx/>
              <a:buFont typeface="GT America Regular" pitchFamily="50" charset="0"/>
              <a:buChar char="»"/>
              <a:defRPr sz="1200"/>
            </a:lvl9pPr>
          </a:lstStyle>
          <a:p>
            <a:pPr lvl="0"/>
            <a:r>
              <a:rPr lang="en-US" err="1"/>
              <a:t>Firstname</a:t>
            </a:r>
            <a:r>
              <a:rPr lang="en-US"/>
              <a:t> </a:t>
            </a:r>
            <a:r>
              <a:rPr lang="en-US" err="1"/>
              <a:t>Lastname</a:t>
            </a:r>
            <a:r>
              <a:rPr lang="en-US"/>
              <a:t>, first level</a:t>
            </a:r>
          </a:p>
          <a:p>
            <a:pPr lvl="1"/>
            <a:r>
              <a:rPr lang="en-US"/>
              <a:t>Title/department, second level</a:t>
            </a:r>
          </a:p>
          <a:p>
            <a:pPr lvl="2"/>
            <a:r>
              <a:rPr lang="en-US"/>
              <a:t>Introduction or highlighted passage, 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Picture Placeholder 9">
            <a:extLst>
              <a:ext uri="{FF2B5EF4-FFF2-40B4-BE49-F238E27FC236}">
                <a16:creationId xmlns:a16="http://schemas.microsoft.com/office/drawing/2014/main" id="{FB14F9FF-819F-A907-0A8B-A72101BD116F}"/>
              </a:ext>
            </a:extLst>
          </p:cNvPr>
          <p:cNvSpPr>
            <a:spLocks noGrp="1"/>
          </p:cNvSpPr>
          <p:nvPr>
            <p:ph type="pic" sz="quarter" idx="29" hasCustomPrompt="1"/>
          </p:nvPr>
        </p:nvSpPr>
        <p:spPr>
          <a:xfrm>
            <a:off x="0" y="2391176"/>
            <a:ext cx="4057649" cy="4466823"/>
          </a:xfrm>
          <a:no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6" name="Title 8">
            <a:extLst>
              <a:ext uri="{FF2B5EF4-FFF2-40B4-BE49-F238E27FC236}">
                <a16:creationId xmlns:a16="http://schemas.microsoft.com/office/drawing/2014/main" id="{D9CADC76-6396-AF54-8796-7A15A6DD18BE}"/>
              </a:ext>
            </a:extLst>
          </p:cNvPr>
          <p:cNvSpPr>
            <a:spLocks noGrp="1"/>
          </p:cNvSpPr>
          <p:nvPr>
            <p:ph type="title"/>
          </p:nvPr>
        </p:nvSpPr>
        <p:spPr>
          <a:xfrm>
            <a:off x="546101" y="552450"/>
            <a:ext cx="3346704" cy="928909"/>
          </a:xfrm>
        </p:spPr>
        <p:txBody>
          <a:bodyPr>
            <a:spAutoFit/>
          </a:bodyPr>
          <a:lstStyle>
            <a:lvl1pPr algn="l">
              <a:defRPr b="1">
                <a:solidFill>
                  <a:schemeClr val="bg1"/>
                </a:solidFill>
              </a:defRPr>
            </a:lvl1pPr>
          </a:lstStyle>
          <a:p>
            <a:r>
              <a:rPr lang="en-US"/>
              <a:t>Click to edit Master title style</a:t>
            </a:r>
          </a:p>
        </p:txBody>
      </p:sp>
      <p:sp>
        <p:nvSpPr>
          <p:cNvPr id="7" name="Text Placeholder 10">
            <a:extLst>
              <a:ext uri="{FF2B5EF4-FFF2-40B4-BE49-F238E27FC236}">
                <a16:creationId xmlns:a16="http://schemas.microsoft.com/office/drawing/2014/main" id="{C461A934-EA9F-C921-D401-6A693313325C}"/>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5" name="Freeform 5">
            <a:extLst>
              <a:ext uri="{FF2B5EF4-FFF2-40B4-BE49-F238E27FC236}">
                <a16:creationId xmlns:a16="http://schemas.microsoft.com/office/drawing/2014/main" id="{6B3339D0-0F6C-82C7-8438-B70031C5C7D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97197089"/>
      </p:ext>
    </p:extLst>
  </p:cSld>
  <p:clrMapOvr>
    <a:masterClrMapping/>
  </p:clrMapOvr>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ack Cover 1">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3" name="Freeform 5">
            <a:extLst>
              <a:ext uri="{FF2B5EF4-FFF2-40B4-BE49-F238E27FC236}">
                <a16:creationId xmlns:a16="http://schemas.microsoft.com/office/drawing/2014/main" id="{DBEF819D-FDFF-C217-9B0B-68E353B7B355}"/>
              </a:ext>
            </a:extLst>
          </p:cNvPr>
          <p:cNvSpPr/>
          <p:nvPr/>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5" name="Text Placeholder 9">
            <a:extLst>
              <a:ext uri="{FF2B5EF4-FFF2-40B4-BE49-F238E27FC236}">
                <a16:creationId xmlns:a16="http://schemas.microsoft.com/office/drawing/2014/main" id="{5FB2903F-88A1-83A6-3840-2C6F40ADA372}"/>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14" name="Text Placeholder 28">
            <a:extLst>
              <a:ext uri="{FF2B5EF4-FFF2-40B4-BE49-F238E27FC236}">
                <a16:creationId xmlns:a16="http://schemas.microsoft.com/office/drawing/2014/main" id="{E9355155-D34A-C8FB-FD7F-D8F2AFB05465}"/>
              </a:ext>
            </a:extLst>
          </p:cNvPr>
          <p:cNvSpPr>
            <a:spLocks noGrp="1"/>
          </p:cNvSpPr>
          <p:nvPr>
            <p:ph type="body" sz="quarter" idx="94"/>
          </p:nvPr>
        </p:nvSpPr>
        <p:spPr>
          <a:xfrm>
            <a:off x="534487"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5" name="Text Placeholder 31">
            <a:extLst>
              <a:ext uri="{FF2B5EF4-FFF2-40B4-BE49-F238E27FC236}">
                <a16:creationId xmlns:a16="http://schemas.microsoft.com/office/drawing/2014/main" id="{C7ABDCD6-3B21-724A-2B90-283DF93F2DD4}"/>
              </a:ext>
            </a:extLst>
          </p:cNvPr>
          <p:cNvSpPr>
            <a:spLocks noGrp="1"/>
          </p:cNvSpPr>
          <p:nvPr>
            <p:ph type="body" sz="quarter" idx="95"/>
          </p:nvPr>
        </p:nvSpPr>
        <p:spPr>
          <a:xfrm>
            <a:off x="3373598" y="6001088"/>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6" name="Text Placeholder 33">
            <a:extLst>
              <a:ext uri="{FF2B5EF4-FFF2-40B4-BE49-F238E27FC236}">
                <a16:creationId xmlns:a16="http://schemas.microsoft.com/office/drawing/2014/main" id="{9B2F4F16-C191-1C55-93DF-40C406D4E32E}"/>
              </a:ext>
            </a:extLst>
          </p:cNvPr>
          <p:cNvSpPr>
            <a:spLocks noGrp="1"/>
          </p:cNvSpPr>
          <p:nvPr>
            <p:ph type="body" sz="quarter" idx="96"/>
          </p:nvPr>
        </p:nvSpPr>
        <p:spPr>
          <a:xfrm>
            <a:off x="6194425"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 name="Title 1">
            <a:extLst>
              <a:ext uri="{FF2B5EF4-FFF2-40B4-BE49-F238E27FC236}">
                <a16:creationId xmlns:a16="http://schemas.microsoft.com/office/drawing/2014/main" id="{1352C076-8712-4C5D-E1C5-1571EB4128B5}"/>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Tree>
    <p:extLst>
      <p:ext uri="{BB962C8B-B14F-4D97-AF65-F5344CB8AC3E}">
        <p14:creationId xmlns:p14="http://schemas.microsoft.com/office/powerpoint/2010/main" val="1524523333"/>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ack 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8" name="Title 1">
            <a:extLst>
              <a:ext uri="{FF2B5EF4-FFF2-40B4-BE49-F238E27FC236}">
                <a16:creationId xmlns:a16="http://schemas.microsoft.com/office/drawing/2014/main" id="{77A47E2D-BD30-C818-22DF-44FA108B4771}"/>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Freeform 5">
            <a:extLst>
              <a:ext uri="{FF2B5EF4-FFF2-40B4-BE49-F238E27FC236}">
                <a16:creationId xmlns:a16="http://schemas.microsoft.com/office/drawing/2014/main" id="{BFA9807F-AFDD-9C54-B84B-1C8AD0D832F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12820637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Back Cover 3">
    <p:bg>
      <p:bgPr>
        <a:solidFill>
          <a:schemeClr val="bg2"/>
        </a:solidFill>
        <a:effectLst/>
      </p:bgPr>
    </p:bg>
    <p:spTree>
      <p:nvGrpSpPr>
        <p:cNvPr id="1" name=""/>
        <p:cNvGrpSpPr/>
        <p:nvPr/>
      </p:nvGrpSpPr>
      <p:grpSpPr>
        <a:xfrm>
          <a:off x="0" y="0"/>
          <a:ext cx="0" cy="0"/>
          <a:chOff x="0" y="0"/>
          <a:chExt cx="0" cy="0"/>
        </a:xfrm>
      </p:grpSpPr>
      <p:pic>
        <p:nvPicPr>
          <p:cNvPr id="3" name="Picture 2" descr="A blue and black background&#10;&#10;Description automatically generated">
            <a:extLst>
              <a:ext uri="{FF2B5EF4-FFF2-40B4-BE49-F238E27FC236}">
                <a16:creationId xmlns:a16="http://schemas.microsoft.com/office/drawing/2014/main" id="{0D6E9EB7-DA68-6FEF-F74F-A0D61C26CA0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hidden">
          <a:xfrm>
            <a:off x="0" y="-1"/>
            <a:ext cx="12192000" cy="6858000"/>
          </a:xfrm>
          <a:prstGeom prst="rect">
            <a:avLst/>
          </a:prstGeom>
        </p:spPr>
      </p:pic>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7" name="Title 1">
            <a:extLst>
              <a:ext uri="{FF2B5EF4-FFF2-40B4-BE49-F238E27FC236}">
                <a16:creationId xmlns:a16="http://schemas.microsoft.com/office/drawing/2014/main" id="{D5FBA839-3BBA-0F89-EDC8-F3651EE49BD4}"/>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Freeform 5">
            <a:extLst>
              <a:ext uri="{FF2B5EF4-FFF2-40B4-BE49-F238E27FC236}">
                <a16:creationId xmlns:a16="http://schemas.microsoft.com/office/drawing/2014/main" id="{7F77997E-75DB-B44B-A05C-1FA794457730}"/>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629317415"/>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Back Cover 4">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3" name="Text Placeholder 9">
            <a:extLst>
              <a:ext uri="{FF2B5EF4-FFF2-40B4-BE49-F238E27FC236}">
                <a16:creationId xmlns:a16="http://schemas.microsoft.com/office/drawing/2014/main" id="{2C4DFBF5-AF25-74B3-E64C-151E88405CCD}"/>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2" name="Freeform 5">
            <a:extLst>
              <a:ext uri="{FF2B5EF4-FFF2-40B4-BE49-F238E27FC236}">
                <a16:creationId xmlns:a16="http://schemas.microsoft.com/office/drawing/2014/main" id="{6FED2A2E-7E2C-170E-AC57-174283AFEB9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9200848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Back Cover 5">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8142973" y="0"/>
            <a:ext cx="2029968" cy="6167438"/>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10162032" y="0"/>
            <a:ext cx="2029968" cy="3984625"/>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7" name="Text Placeholder 9">
            <a:extLst>
              <a:ext uri="{FF2B5EF4-FFF2-40B4-BE49-F238E27FC236}">
                <a16:creationId xmlns:a16="http://schemas.microsoft.com/office/drawing/2014/main" id="{E60D21F8-DDF8-0ABD-B77A-99A1823A2B21}"/>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4" name="Freeform 5">
            <a:extLst>
              <a:ext uri="{FF2B5EF4-FFF2-40B4-BE49-F238E27FC236}">
                <a16:creationId xmlns:a16="http://schemas.microsoft.com/office/drawing/2014/main" id="{4CEA83F8-DF7E-5D88-4F21-FD4880BAE4FB}"/>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728847614"/>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Back Cover 6">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4" name="Text Placeholder 9">
            <a:extLst>
              <a:ext uri="{FF2B5EF4-FFF2-40B4-BE49-F238E27FC236}">
                <a16:creationId xmlns:a16="http://schemas.microsoft.com/office/drawing/2014/main" id="{0A81BF85-E531-3686-907C-CABBA5BF278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7" name="Freeform 5">
            <a:extLst>
              <a:ext uri="{FF2B5EF4-FFF2-40B4-BE49-F238E27FC236}">
                <a16:creationId xmlns:a16="http://schemas.microsoft.com/office/drawing/2014/main" id="{4D067683-A753-EBE2-7800-5D3A848080CB}"/>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484127633"/>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E376998-4040-9761-674E-D9535BFB68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B98ADA5-8554-9765-F77A-EDEF8AC9DCA3}"/>
              </a:ext>
            </a:extLst>
          </p:cNvPr>
          <p:cNvSpPr>
            <a:spLocks noGrp="1"/>
          </p:cNvSpPr>
          <p:nvPr>
            <p:ph type="sldNum" sz="quarter" idx="12"/>
          </p:nvPr>
        </p:nvSpPr>
        <p:spPr/>
        <p:txBody>
          <a:bodyPr/>
          <a:lstStyle/>
          <a:p>
            <a:fld id="{70C12960-6E85-460F-B6E3-5B82CB31AF3D}" type="slidenum">
              <a:rPr lang="en-US" smtClean="0"/>
              <a:t>‹#›</a:t>
            </a:fld>
            <a:endParaRPr lang="en-US"/>
          </a:p>
        </p:txBody>
      </p:sp>
      <p:sp>
        <p:nvSpPr>
          <p:cNvPr id="12" name="TextBox 11">
            <a:extLst>
              <a:ext uri="{FF2B5EF4-FFF2-40B4-BE49-F238E27FC236}">
                <a16:creationId xmlns:a16="http://schemas.microsoft.com/office/drawing/2014/main" id="{3E8F0C73-A398-6456-DB05-CBC41E2EBB3E}"/>
              </a:ext>
            </a:extLst>
          </p:cNvPr>
          <p:cNvSpPr txBox="1"/>
          <p:nvPr/>
        </p:nvSpPr>
        <p:spPr>
          <a:xfrm>
            <a:off x="548639" y="552450"/>
            <a:ext cx="11089323" cy="5626363"/>
          </a:xfrm>
          <a:prstGeom prst="rect">
            <a:avLst/>
          </a:prstGeom>
          <a:noFill/>
        </p:spPr>
        <p:txBody>
          <a:bodyPr wrap="square" lIns="0" tIns="0" rIns="0" bIns="0" numCol="2" spcCol="182880">
            <a:noAutofit/>
          </a:bodyPr>
          <a:lstStyle/>
          <a:p>
            <a:pPr>
              <a:lnSpc>
                <a:spcPct val="95000"/>
              </a:lnSpc>
              <a:spcAft>
                <a:spcPts val="400"/>
              </a:spcAft>
            </a:pPr>
            <a:r>
              <a:rPr lang="en-US" sz="740">
                <a:effectLst/>
                <a:latin typeface="+mn-lt"/>
                <a:ea typeface="Calibri" panose="020F0502020204030204" pitchFamily="34" charset="0"/>
                <a:cs typeface="Calibri" panose="020F0502020204030204" pitchFamily="34" charset="0"/>
              </a:rPr>
              <a:t>© 2025</a:t>
            </a:r>
            <a:r>
              <a:rPr lang="en-US" sz="740">
                <a:solidFill>
                  <a:srgbClr val="FF0000"/>
                </a:solidFill>
                <a:effectLst/>
                <a:latin typeface="+mn-lt"/>
                <a:ea typeface="Calibri" panose="020F0502020204030204" pitchFamily="34" charset="0"/>
                <a:cs typeface="Calibri" panose="020F0502020204030204" pitchFamily="34" charset="0"/>
              </a:rPr>
              <a:t> </a:t>
            </a:r>
            <a:r>
              <a:rPr lang="en-US" sz="740">
                <a:effectLst/>
                <a:latin typeface="+mn-lt"/>
                <a:ea typeface="Calibri" panose="020F0502020204030204" pitchFamily="34" charset="0"/>
                <a:cs typeface="Calibri" panose="020F0502020204030204" pitchFamily="34" charset="0"/>
              </a:rPr>
              <a:t>Moody’s Corporation, Moody’s Investors Service, Inc., Moody’s Analytics, Inc. and/or their licensors and affiliates (collectively, “MOODY’S”). All rights reserved.</a:t>
            </a:r>
            <a:endParaRPr lang="en-CR" sz="740">
              <a:effectLst/>
              <a:latin typeface="+mn-lt"/>
              <a:ea typeface="Calibri" panose="020F0502020204030204" pitchFamily="34" charset="0"/>
              <a:cs typeface="Calibri" panose="020F0502020204030204" pitchFamily="34" charset="0"/>
            </a:endParaRPr>
          </a:p>
          <a:p>
            <a:pPr marL="9525" marR="142240" indent="0">
              <a:tabLst/>
            </a:pPr>
            <a:r>
              <a:rPr lang="en-US" sz="740" u="none" strike="noStrike">
                <a:effectLst/>
                <a:latin typeface="+mn-lt"/>
                <a:ea typeface="DengXian" panose="02010600030101010101" pitchFamily="2" charset="-122"/>
              </a:rPr>
              <a:t>CREDIT RATINGS ISSUED BY MOODY'S CREDIT RATINGS AFFILIATES ARE THEIR CURRENT OPINIONS OF THE RELATIVE FUTURE CREDIT RISK OF ENTITIES, CREDIT COMMITMENTS, OR DEBT OR DEBT-LIKE SECURITIES, AND MATERIALS, PRODUCTS, SERVICES AND INFORMATION PUBLISHED OR OTHERWISE MADE AVAILABLE BY MOODY’S (COLLECTIVELY, “MATERIALS”) MAY INCLUDE SUCH CURRENT OPINIONS. MOODY’S DEFINES CREDIT RISK AS THE RISK THAT AN ENTITY MAY NOT MEET ITS CONTRACTUAL FINANCIAL OBLIGATIONS AS THEY COME DUE AND ANY ESTIMATED FINANCIAL LOSS IN THE EVENT OF DEFAULT OR IMPAIRMENT. SEE APPLICABLE MOODY’S RATING SYMBOLS AND DEFINITIONS PUBLICATION FOR INFORMATION ON THE TYPES OF CONTRACTUAL FINANCIAL OBLIGATIONS ADDRESSED BY MOODY’S CREDIT RATINGS. CREDIT RATINGS DO NOT ADDRESS ANY OTHER RISK, INCLUDING BUT NOT LIMITED TO: LIQUIDITY RISK, MARKET VALUE RISK, OR PRICE VOLATILITY. CREDIT RATINGS, NON-CREDIT ASSESSMENTS (“ASSESSMENTS”), AND OTHER OPINIONS INCLUDED IN MOODY’S MATERIALS ARE NOT STATEMENTS OF CURRENT OR HISTORICAL FACT. MOODY’S MATERIALS MAY ALSO INCLUDE QUANTITATIVE MODEL-BASED ESTIMATES OF CREDIT RISK AND RELATED OPINIONS OR COMMENTARY PUBLISHED BY MOODY’S ANALYTICS, INC. AND/OR ITS AFFILIATES. MOODY’S CREDIT RATINGS, ASSESSMENTS, OTHER OPINIONS AND MATERIALS DO NOT CONSTITUTE OR PROVIDE INVESTMENT OR FINANCIAL ADVICE, AND MOODY’S CREDIT RATINGS, ASSESSMENTS, OTHER OPINIONS AND MATERIALS ARE NOT AND DO NOT PROVIDE RECOMMENDATIONS TO PURCHASE, SELL, OR HOLD PARTICULAR SECURITIES. MOODY’S CREDIT RATINGS, ASSESSMENTS, OTHER OPINIONS AND MATERIALS DO NOT COMMENT ON THE SUITABILITY OF AN INVESTMENT FOR ANY PARTICULAR INVESTOR. MOODY’S ISSUES ITS CREDIT RATINGS, ASSESSMENTS AND OTHER OPINIONS AND PUBLISHES OR OTHERWISE MAKES AVAILABLE ITS MATERIALS WITH THE EXPECTATION AND UNDERSTANDING THAT EACH INVESTOR WILL, WITH DUE CARE, MAKE ITS OWN STUDY AND EVALUATION OF EACH SECURITY THAT IS UNDER CONSIDERATION FOR PURCHASE, HOLDING, OR SALE. </a:t>
            </a:r>
            <a:endParaRPr lang="en-CR" sz="740" u="none" strike="noStrike">
              <a:effectLst/>
              <a:latin typeface="+mn-lt"/>
              <a:ea typeface="DengXian" panose="02010600030101010101" pitchFamily="2" charset="-122"/>
              <a:cs typeface="Calibri" panose="020F0502020204030204" pitchFamily="34" charset="0"/>
            </a:endParaRPr>
          </a:p>
          <a:p>
            <a:pPr marL="9525" marR="142240" indent="0">
              <a:tabLst/>
            </a:pPr>
            <a:endParaRPr lang="en-CR" sz="740" u="none" strike="noStrike">
              <a:effectLst/>
              <a:latin typeface="+mn-lt"/>
              <a:ea typeface="DengXian" panose="02010600030101010101" pitchFamily="2" charset="-122"/>
              <a:cs typeface="Calibri" panose="020F0502020204030204" pitchFamily="34" charset="0"/>
            </a:endParaRPr>
          </a:p>
          <a:p>
            <a:pPr marL="9525" marR="142240" indent="0">
              <a:tabLst/>
            </a:pPr>
            <a:r>
              <a:rPr lang="en-US" sz="740">
                <a:effectLst/>
                <a:latin typeface="+mn-lt"/>
                <a:ea typeface="Calibri" panose="020F0502020204030204" pitchFamily="34" charset="0"/>
                <a:cs typeface="Calibri" panose="020F0502020204030204" pitchFamily="34" charset="0"/>
              </a:rPr>
              <a:t>MOODY’S CREDIT RATINGS</a:t>
            </a:r>
            <a:r>
              <a:rPr lang="en-US" sz="740" b="1">
                <a:effectLst/>
                <a:latin typeface="+mn-lt"/>
                <a:ea typeface="Calibri" panose="020F0502020204030204" pitchFamily="34" charset="0"/>
                <a:cs typeface="Calibri" panose="020F0502020204030204" pitchFamily="34" charset="0"/>
              </a:rPr>
              <a:t>, </a:t>
            </a:r>
            <a:r>
              <a:rPr lang="en-US" sz="740">
                <a:effectLst/>
                <a:latin typeface="+mn-lt"/>
                <a:ea typeface="Calibri" panose="020F0502020204030204" pitchFamily="34" charset="0"/>
                <a:cs typeface="Calibri" panose="020F0502020204030204" pitchFamily="34" charset="0"/>
              </a:rPr>
              <a:t>ASSESSMENTS, OTHER OPINIONS, AND MATERIALS ARE NOT INTENDED FOR USE BY RETAIL INVESTORS AND IT WOULD BE RECKLESS AND INAPPROPRIATE FOR RETAIL INVESTORS TO USE MOODY’S CREDIT RATINGS, ASSESSMENTS, OTHER OPINIONS OR MATERIALS WHEN MAKING AN INVESTMENT DECISION. IF IN DOUBT YOU SHOULD CONTACT YOUR FINANCIAL OR OTHER PROFESSIONAL ADVISER.</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ALL INFORMATION CONTAINED HEREIN IS PROTECTED BY LAW, INCLUDING BUT NOT LIMITED TO, COPYRIGHT LAW, AND NONE OF SUCH INFORMATION MAY BE COPIED OR OTHERWISE REPRODUCED, REPACKAGED, FURTHER TRANSMITTED, TRANSFERRED, DISSEMINATED, REDISTRIBUTED OR RESOLD, OR STORED FOR SUBSEQUENT USE FOR ANY SUCH PURPOSE, IN WHOLE OR IN PART, IN ANY FORM OR MANNER OR BY ANY MEANS WHATSOEVER, BY ANY PERSON WITHOUT MOODY’S PRIOR WRITTEN CONSENT.  FOR CLARITY, NO INFORMATION CONTAINED HEREIN MAY BE USED TO DEVELOP, IMPROVE, TRAIN OR RETRAIN ANY SOFTWARE PROGRAM OR DATABASE, INCLUDING, BUT NOT LIMITED TO, FOR ANY ARTIFICIAL INTELLIGENCE, MACHINE LEARNING OR NATURAL LANGUAGE PROCESSING SOFTWARE, ALGORITHM, METHODOLOGY AND/OR MODEL.  </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MOODY’S CREDIT RATINGS</a:t>
            </a:r>
            <a:r>
              <a:rPr lang="en-US" sz="740" b="1">
                <a:effectLst/>
                <a:latin typeface="+mn-lt"/>
                <a:ea typeface="Calibri" panose="020F0502020204030204" pitchFamily="34" charset="0"/>
                <a:cs typeface="Calibri" panose="020F0502020204030204" pitchFamily="34" charset="0"/>
              </a:rPr>
              <a:t>, </a:t>
            </a:r>
            <a:r>
              <a:rPr lang="en-US" sz="740">
                <a:effectLst/>
                <a:latin typeface="+mn-lt"/>
                <a:ea typeface="Calibri" panose="020F0502020204030204" pitchFamily="34" charset="0"/>
                <a:cs typeface="Calibri" panose="020F0502020204030204" pitchFamily="34" charset="0"/>
              </a:rPr>
              <a:t>ASSESSMENTS, OTHER OPINIONS AND MATERIALS ARE NOT INTENDED FOR USE BY ANY PERSON AS A BENCHMARK AS THAT TERM IS DEFINED FOR REGULATORY PURPOSES AND MUST NOT BE USED IN ANY WAY THAT COULD RESULT IN THEM BEING CONSIDERED A BENCHMARK.</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All information contained herein is obtained by MOODY’S from sources believed by it to be accurate and reliable. Because of the possibility of human or mechanical error as well as other factors, however, all information contained herein is provided “AS IS” without warranty of any kind. MOODY'S adopts all necessary measures so that the information it uses in assigning a credit rating is of sufficient quality and from sources MOODY'S considers to be reliable including, when appropriate, independent third-party sources. However, MOODY’S is not an auditor and cannot in every instance independently verify or validate information received in the credit rating process or in preparing its Materials. </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To the extent permitted by law, MOODY’S and its directors, officers, employees, agents, representatives, licensors and suppliers disclaim liability to any person or entity for any indirect, special, consequential, or incidental losses or damages whatsoever arising from or in connection with the information contained herein or the use of or inability to use any such information, even if MOODY’S or any of its directors, officers, employees, agents, representatives, licensors or suppliers is advised in advance of the possibility of such losses or damages, including but not limited to: (a) any loss of present or prospective profits or (b) any loss or damage arising where the relevant financial instrument is not the subject of a particular credit rating assigned by MOODY’S.</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To the extent permitted by law, MOODY’S and its directors, officers, employees, agents, representatives, licensors and suppliers disclaim liability for any direct or compensatory losses or damages caused to any person or entity, including but not limited to by any negligence (but excluding fraud, willful misconduct or any other type of liability that, for the avoidance of doubt, by law cannot be excluded) on the part of, or any contingency within or beyond the control of, MOODY’S or any of its directors, officers, employees, agents, representatives, licensors or suppliers, arising from or in connection with the information contained herein or the use of or inability to use any such information.</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NO WARRANTY, EXPRESS OR IMPLIED, AS TO THE ACCURACY, TIMELINESS, COMPLETENESS, MERCHANTABILITY OR FITNESS FOR ANY PARTICULAR PURPOSE OF ANY CREDIT RATING, ASSESSMENT, OTHER OPINION OR INFORMATION IS GIVEN OR MADE BY MOODY’S IN ANY FORM OR MANNER WHATSOEVER.</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Moody’s Investors Service, Inc., a wholly-owned credit rating agency subsidiary of Moody’s Corporation (“MCO”), hereby discloses that most issuers of debt securities (including corporate and municipal bonds, debentures, notes and commercial paper) and preferred stock rated by Moody’s Investors Service, Inc. have, prior to assignment of any credit rating, agreed to pay Moody’s Investors Service, Inc. for credit ratings opinions and services rendered by it. MCO and all MCO entities that issue ratings under the “Moody’s Ratings” brand name (“Moody’s Ratings”), also maintain policies and procedures to address the independence of Moody’s Ratings’ credit ratings and credit rating processes. Information regarding certain affiliations that may exist between directors of MCO and rated entities, and between entities who hold credit ratings from Moody’s Investors Service, Inc. and have also publicly reported to the SEC an ownership interest in MCO of more than 5%, is posted annually at </a:t>
            </a:r>
            <a:r>
              <a:rPr lang="en-US" sz="740" err="1">
                <a:effectLst/>
                <a:latin typeface="+mn-lt"/>
                <a:ea typeface="Calibri" panose="020F0502020204030204" pitchFamily="34" charset="0"/>
                <a:cs typeface="Calibri" panose="020F0502020204030204" pitchFamily="34" charset="0"/>
              </a:rPr>
              <a:t>ir.moodys.com</a:t>
            </a:r>
            <a:r>
              <a:rPr lang="en-US" sz="740">
                <a:effectLst/>
                <a:latin typeface="+mn-lt"/>
                <a:ea typeface="Calibri" panose="020F0502020204030204" pitchFamily="34" charset="0"/>
                <a:cs typeface="Calibri" panose="020F0502020204030204" pitchFamily="34" charset="0"/>
              </a:rPr>
              <a:t> under the heading “Investor Relations — Corporate Governance — Charter and Governance Documents - Director and Shareholder Affiliation Policy.”</a:t>
            </a:r>
            <a:r>
              <a:rPr lang="en-US" sz="740">
                <a:solidFill>
                  <a:srgbClr val="1F497D"/>
                </a:solidFill>
                <a:effectLst/>
                <a:latin typeface="+mn-lt"/>
                <a:ea typeface="Calibri" panose="020F0502020204030204" pitchFamily="34" charset="0"/>
                <a:cs typeface="Calibri" panose="020F0502020204030204" pitchFamily="34" charset="0"/>
              </a:rPr>
              <a:t>  </a:t>
            </a:r>
            <a:endParaRPr lang="en-CR" sz="740">
              <a:effectLst/>
              <a:latin typeface="+mn-lt"/>
              <a:ea typeface="Calibri" panose="020F0502020204030204" pitchFamily="34" charset="0"/>
            </a:endParaRPr>
          </a:p>
          <a:p>
            <a:r>
              <a:rPr lang="en-US" sz="740">
                <a:effectLst/>
                <a:latin typeface="+mn-lt"/>
                <a:ea typeface="Calibri" panose="020F0502020204030204" pitchFamily="34" charset="0"/>
              </a:rPr>
              <a:t>Moody's SF Japan K.K., Moody's Local AR </a:t>
            </a:r>
            <a:r>
              <a:rPr lang="en-US" sz="740" err="1">
                <a:effectLst/>
                <a:latin typeface="+mn-lt"/>
                <a:ea typeface="Calibri" panose="020F0502020204030204" pitchFamily="34" charset="0"/>
              </a:rPr>
              <a:t>Agente</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Calificación</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Riesgo</a:t>
            </a:r>
            <a:r>
              <a:rPr lang="en-US" sz="740">
                <a:effectLst/>
                <a:latin typeface="+mn-lt"/>
                <a:ea typeface="Calibri" panose="020F0502020204030204" pitchFamily="34" charset="0"/>
              </a:rPr>
              <a:t> S.A., Moody’s Local BR </a:t>
            </a:r>
            <a:r>
              <a:rPr lang="en-US" sz="740" err="1">
                <a:effectLst/>
                <a:latin typeface="+mn-lt"/>
                <a:ea typeface="Calibri" panose="020F0502020204030204" pitchFamily="34" charset="0"/>
              </a:rPr>
              <a:t>Agência</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Classificação</a:t>
            </a:r>
            <a:r>
              <a:rPr lang="en-US" sz="740">
                <a:effectLst/>
                <a:latin typeface="+mn-lt"/>
                <a:ea typeface="Calibri" panose="020F0502020204030204" pitchFamily="34" charset="0"/>
              </a:rPr>
              <a:t> de Risco LTDA, Moody’s Local MX S.A. de C.V, I.C.V., Moody's Local PE </a:t>
            </a:r>
            <a:r>
              <a:rPr lang="en-US" sz="740" err="1">
                <a:effectLst/>
                <a:latin typeface="+mn-lt"/>
                <a:ea typeface="Calibri" panose="020F0502020204030204" pitchFamily="34" charset="0"/>
              </a:rPr>
              <a:t>Clasificadora</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Riesgo</a:t>
            </a:r>
            <a:r>
              <a:rPr lang="en-US" sz="740">
                <a:effectLst/>
                <a:latin typeface="+mn-lt"/>
                <a:ea typeface="Calibri" panose="020F0502020204030204" pitchFamily="34" charset="0"/>
              </a:rPr>
              <a:t> S.A., and Moody's Local PA </a:t>
            </a:r>
            <a:r>
              <a:rPr lang="en-US" sz="740" err="1">
                <a:effectLst/>
                <a:latin typeface="+mn-lt"/>
                <a:ea typeface="Calibri" panose="020F0502020204030204" pitchFamily="34" charset="0"/>
              </a:rPr>
              <a:t>Calificadora</a:t>
            </a:r>
            <a:r>
              <a:rPr lang="en-US" sz="740">
                <a:effectLst/>
                <a:latin typeface="+mn-lt"/>
                <a:ea typeface="Calibri" panose="020F0502020204030204" pitchFamily="34" charset="0"/>
              </a:rPr>
              <a:t> de </a:t>
            </a:r>
            <a:r>
              <a:rPr lang="en-US" sz="740" err="1">
                <a:effectLst/>
                <a:latin typeface="+mn-lt"/>
                <a:ea typeface="Calibri" panose="020F0502020204030204" pitchFamily="34" charset="0"/>
              </a:rPr>
              <a:t>Riesgo</a:t>
            </a:r>
            <a:r>
              <a:rPr lang="en-US" sz="740">
                <a:effectLst/>
                <a:latin typeface="+mn-lt"/>
                <a:ea typeface="Calibri" panose="020F0502020204030204" pitchFamily="34" charset="0"/>
              </a:rPr>
              <a:t> S.A. (collectively, the “Moody’s Non-NRSRO CRAs”) are all indirectly wholly-owned credit rating agency subsidiaries of MCO. None of the Moody’s Non-NRSRO CRAs is a Nationally Recognized Statistical Rating Organization.</a:t>
            </a:r>
            <a:br>
              <a:rPr lang="en-CR" sz="740">
                <a:effectLst/>
                <a:latin typeface="+mn-lt"/>
                <a:ea typeface="Calibri" panose="020F0502020204030204" pitchFamily="34" charset="0"/>
                <a:cs typeface="+mn-cs"/>
              </a:rPr>
            </a:b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Additional terms for Australia only: Any publication into Australia of this document is pursuant to the Australian Financial Services License of MOODY’S affiliate, Moody’s Investors Service Pty Limited ABN 61 003 399 657AFSL 336969 and/or Moody’s Analytics Australia Pty Ltd ABN 94 105 136 972 AFSL 383569 (as applicable). This document is intended to be provided only to “wholesale clients” within the meaning of section 761G of the Corporations Act 2001. By continuing to access this document from within Australia, you represent to MOODY’S that you are, or are accessing the document as a representative of, a “wholesale client” and that neither you nor the entity you represent will directly or indirectly disseminate this document or its contents to “retail clients” within the meaning of section 761G of the Corporations Act 2001. MOODY’S credit rating is an opinion as to the creditworthiness of a debt obligation of the issuer, not on the equity securities of the issuer or any form of security that is available to retail investors.</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Additional terms for India only:  Moody’s credit ratings, Assessments, other opinions and Materials are not intended to be and shall not be relied upon or used by any users located in India in relation to securities listed or proposed to be listed on Indian stock exchanges. </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Additional terms with respect to Second Party Opinions and Net Zero Assessments (as defined in Moody’s Ratings Rating Symbols and Definitions): Please note that neither a Second Party Opinion (“SPO”) nor a Net Zero Assessment (“NZA”) is a “credit rating”. The issuance of SPOs and NZAs is not a regulated activity in many jurisdictions, including Singapore. JAPAN: In Japan, development and provision of SPOs and NZAs fall under the category of “Ancillary Businesses”, not “Credit Rating Business”, and are not subject to the regulations applicable to “Credit Rating Business” under the Financial Instruments and Exchange Act of Japan and its relevant regulation. PRC: Any SPO: (1) does not constitute a PRC Green Bond Assessment as defined under any relevant PRC laws or regulations; (2) cannot be included in any registration statement, offering circular, prospectus or any other documents submitted to the PRC regulatory authorities or otherwise used to satisfy any PRC regulatory disclosure requirement; and (3) cannot be used within the PRC for any regulatory purpose or for any other purpose which is not permitted under relevant PRC laws or regulations. For the purposes of this disclaimer, “PRC” refers to the mainland of the People’s Republic of China, excluding Hong Kong, Macau and Taiwan.</a:t>
            </a:r>
            <a:endParaRPr lang="en-CR" sz="740">
              <a:effectLst/>
              <a:latin typeface="+mn-lt"/>
              <a:ea typeface="Calibri" panose="020F0502020204030204" pitchFamily="34" charset="0"/>
              <a:cs typeface="Calibri" panose="020F0502020204030204" pitchFamily="34" charset="0"/>
            </a:endParaRPr>
          </a:p>
          <a:p>
            <a:pPr>
              <a:lnSpc>
                <a:spcPct val="95000"/>
              </a:lnSpc>
              <a:spcAft>
                <a:spcPts val="400"/>
              </a:spcAft>
            </a:pPr>
            <a:r>
              <a:rPr lang="en-US" sz="740">
                <a:effectLst/>
                <a:latin typeface="+mn-lt"/>
                <a:ea typeface="Calibri" panose="020F0502020204030204" pitchFamily="34" charset="0"/>
                <a:cs typeface="Calibri" panose="020F0502020204030204" pitchFamily="34" charset="0"/>
              </a:rPr>
              <a:t> </a:t>
            </a:r>
            <a:endParaRPr lang="en-CR" sz="740">
              <a:effectLst/>
              <a:latin typeface="+mn-lt"/>
              <a:ea typeface="Calibri" panose="020F0502020204030204" pitchFamily="34" charset="0"/>
              <a:cs typeface="Calibri" panose="020F0502020204030204" pitchFamily="34" charset="0"/>
            </a:endParaRPr>
          </a:p>
        </p:txBody>
      </p:sp>
      <p:sp>
        <p:nvSpPr>
          <p:cNvPr id="3" name="Freeform 5">
            <a:extLst>
              <a:ext uri="{FF2B5EF4-FFF2-40B4-BE49-F238E27FC236}">
                <a16:creationId xmlns:a16="http://schemas.microsoft.com/office/drawing/2014/main" id="{F1F6E4C1-C039-2676-3506-F084F00FD8D5}"/>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74008354"/>
      </p:ext>
    </p:extLst>
  </p:cSld>
  <p:clrMapOvr>
    <a:masterClrMapping/>
  </p:clrMapOvr>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2 Column, Photo">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p:nvPr>
        </p:nvSpPr>
        <p:spPr>
          <a:xfrm>
            <a:off x="6191886" y="0"/>
            <a:ext cx="6000113" cy="6858000"/>
          </a:xfrm>
          <a:solidFill>
            <a:schemeClr val="bg1">
              <a:lumMod val="65000"/>
            </a:schemeClr>
          </a:solidFill>
        </p:spPr>
        <p:txBody>
          <a:bodyPr anchor="ctr"/>
          <a:lstStyle>
            <a:lvl1pPr algn="ctr">
              <a:defRPr>
                <a:solidFill>
                  <a:schemeClr val="bg1"/>
                </a:solidFill>
              </a:defRPr>
            </a:lvl1pPr>
          </a:lstStyle>
          <a:p>
            <a:r>
              <a:rPr lang="en-US"/>
              <a:t>Click icon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70C12960-6E85-460F-B6E3-5B82CB31AF3D}" type="slidenum">
              <a:rPr lang="en-US" smtClean="0"/>
              <a:t>‹#›</a:t>
            </a:fld>
            <a:endParaRPr lang="en-US"/>
          </a:p>
        </p:txBody>
      </p:sp>
      <p:sp>
        <p:nvSpPr>
          <p:cNvPr id="5" name="Title 4">
            <a:extLst>
              <a:ext uri="{FF2B5EF4-FFF2-40B4-BE49-F238E27FC236}">
                <a16:creationId xmlns:a16="http://schemas.microsoft.com/office/drawing/2014/main" id="{37E1B056-6E37-0195-3E1E-328A2FEFCC8B}"/>
              </a:ext>
            </a:extLst>
          </p:cNvPr>
          <p:cNvSpPr>
            <a:spLocks noGrp="1"/>
          </p:cNvSpPr>
          <p:nvPr>
            <p:ph type="title"/>
          </p:nvPr>
        </p:nvSpPr>
        <p:spPr>
          <a:xfrm>
            <a:off x="546101" y="552450"/>
            <a:ext cx="5445124" cy="434975"/>
          </a:xfrm>
        </p:spPr>
        <p:txBody>
          <a:bodyPr/>
          <a:lstStyle/>
          <a:p>
            <a:r>
              <a:rPr lang="en-US"/>
              <a:t>Click to edit Master title style</a:t>
            </a:r>
          </a:p>
        </p:txBody>
      </p:sp>
      <p:sp>
        <p:nvSpPr>
          <p:cNvPr id="4" name="Freeform 5">
            <a:extLst>
              <a:ext uri="{FF2B5EF4-FFF2-40B4-BE49-F238E27FC236}">
                <a16:creationId xmlns:a16="http://schemas.microsoft.com/office/drawing/2014/main" id="{90FFE920-B320-B303-4558-0F631F476859}"/>
              </a:ext>
            </a:extLst>
          </p:cNvPr>
          <p:cNvSpPr/>
          <p:nvPr/>
        </p:nvSpPr>
        <p:spPr bwMode="black">
          <a:xfrm>
            <a:off x="554038" y="6469335"/>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2"/>
          </a:solidFill>
          <a:ln w="0" cap="flat">
            <a:noFill/>
            <a:prstDash val="solid"/>
            <a:miter/>
          </a:ln>
        </p:spPr>
        <p:txBody>
          <a:bodyPr rtlCol="0" anchor="ctr"/>
          <a:lstStyle/>
          <a:p>
            <a:endParaRPr lang="en-US"/>
          </a:p>
        </p:txBody>
      </p:sp>
      <p:sp>
        <p:nvSpPr>
          <p:cNvPr id="15" name="Text Placeholder 11">
            <a:extLst>
              <a:ext uri="{FF2B5EF4-FFF2-40B4-BE49-F238E27FC236}">
                <a16:creationId xmlns:a16="http://schemas.microsoft.com/office/drawing/2014/main" id="{5E92B4B8-6955-9D30-1BC3-A16EF74E8AD5}"/>
              </a:ext>
            </a:extLst>
          </p:cNvPr>
          <p:cNvSpPr>
            <a:spLocks noGrp="1"/>
          </p:cNvSpPr>
          <p:nvPr>
            <p:ph type="body" sz="quarter" idx="18"/>
          </p:nvPr>
        </p:nvSpPr>
        <p:spPr>
          <a:xfrm>
            <a:off x="546100" y="1127125"/>
            <a:ext cx="5445125" cy="295275"/>
          </a:xfrm>
        </p:spPr>
        <p:txBody>
          <a:bodyPr>
            <a:noAutofit/>
          </a:bodyPr>
          <a:lstStyle>
            <a:lvl1pPr marL="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AA9F4984-857B-C872-E78B-8D7B49A19FCB}"/>
              </a:ext>
            </a:extLst>
          </p:cNvPr>
          <p:cNvSpPr>
            <a:spLocks noGrp="1"/>
          </p:cNvSpPr>
          <p:nvPr>
            <p:ph type="body" sz="quarter" idx="19" hasCustomPrompt="1"/>
          </p:nvPr>
        </p:nvSpPr>
        <p:spPr>
          <a:xfrm>
            <a:off x="546100" y="6019800"/>
            <a:ext cx="5445125"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7" name="Content Placeholder 25">
            <a:extLst>
              <a:ext uri="{FF2B5EF4-FFF2-40B4-BE49-F238E27FC236}">
                <a16:creationId xmlns:a16="http://schemas.microsoft.com/office/drawing/2014/main" id="{5C8016BC-6435-33AA-70C0-6D27BA55395C}"/>
              </a:ext>
            </a:extLst>
          </p:cNvPr>
          <p:cNvSpPr>
            <a:spLocks noGrp="1"/>
          </p:cNvSpPr>
          <p:nvPr>
            <p:ph sz="quarter" idx="23"/>
          </p:nvPr>
        </p:nvSpPr>
        <p:spPr>
          <a:xfrm>
            <a:off x="546100" y="1849438"/>
            <a:ext cx="5445125" cy="4017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1887360"/>
      </p:ext>
    </p:extLst>
  </p:cSld>
  <p:clrMapOvr>
    <a:masterClrMapping/>
  </p:clrMapOvr>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9/3/2025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17383727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ack 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8" name="Title 1">
            <a:extLst>
              <a:ext uri="{FF2B5EF4-FFF2-40B4-BE49-F238E27FC236}">
                <a16:creationId xmlns:a16="http://schemas.microsoft.com/office/drawing/2014/main" id="{77A47E2D-BD30-C818-22DF-44FA108B4771}"/>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Freeform 5">
            <a:extLst>
              <a:ext uri="{FF2B5EF4-FFF2-40B4-BE49-F238E27FC236}">
                <a16:creationId xmlns:a16="http://schemas.microsoft.com/office/drawing/2014/main" id="{BFA9807F-AFDD-9C54-B84B-1C8AD0D832F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364025283"/>
      </p:ext>
    </p:extLst>
  </p:cSld>
  <p:clrMapOvr>
    <a:overrideClrMapping bg1="dk1" tx1="lt1" bg2="dk2" tx2="lt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Executive Summary/Key Takeaways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F220F211-F00A-3592-8474-A66D511E950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F09DC10E-18F7-F606-AA7D-1F193D692076}"/>
              </a:ext>
            </a:extLst>
          </p:cNvPr>
          <p:cNvSpPr>
            <a:spLocks noGrp="1"/>
          </p:cNvSpPr>
          <p:nvPr>
            <p:ph sz="quarter" idx="18"/>
          </p:nvPr>
        </p:nvSpPr>
        <p:spPr>
          <a:xfrm>
            <a:off x="4794909" y="550862"/>
            <a:ext cx="6843053" cy="5616576"/>
          </a:xfrm>
        </p:spPr>
        <p:txBody>
          <a:bodyPr/>
          <a:lstStyle>
            <a:lvl1pPr>
              <a:defRPr sz="1800" b="1">
                <a:solidFill>
                  <a:schemeClr val="tx2"/>
                </a:solidFill>
              </a:defRPr>
            </a:lvl1pPr>
            <a:lvl5pPr>
              <a:defRPr/>
            </a:lvl5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5675E2C-12F0-6E54-DD61-08CD2AF33EB6}"/>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7" name="Title 6">
            <a:extLst>
              <a:ext uri="{FF2B5EF4-FFF2-40B4-BE49-F238E27FC236}">
                <a16:creationId xmlns:a16="http://schemas.microsoft.com/office/drawing/2014/main" id="{C229B0EB-DA23-CA0E-CBCD-C8E9F08B8E8F}"/>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2" name="Freeform 5">
            <a:extLst>
              <a:ext uri="{FF2B5EF4-FFF2-40B4-BE49-F238E27FC236}">
                <a16:creationId xmlns:a16="http://schemas.microsoft.com/office/drawing/2014/main" id="{234D3584-418D-3148-61FA-2D069CDDE2EA}"/>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55058858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Executive Summary/Key Takeaways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52482AC7-FB54-E014-C3C0-45AEDF0A6AF6}"/>
              </a:ext>
            </a:extLst>
          </p:cNvPr>
          <p:cNvSpPr>
            <a:spLocks noGrp="1"/>
          </p:cNvSpPr>
          <p:nvPr>
            <p:ph type="body" sz="quarter" idx="13" hasCustomPrompt="1"/>
          </p:nvPr>
        </p:nvSpPr>
        <p:spPr>
          <a:xfrm>
            <a:off x="546102"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5"/>
            <a:r>
              <a:rPr lang="en-US"/>
              <a:t>Click to add footnotes or disclaimer information</a:t>
            </a:r>
          </a:p>
        </p:txBody>
      </p:sp>
      <p:sp>
        <p:nvSpPr>
          <p:cNvPr id="8" name="Content Placeholder 14">
            <a:extLst>
              <a:ext uri="{FF2B5EF4-FFF2-40B4-BE49-F238E27FC236}">
                <a16:creationId xmlns:a16="http://schemas.microsoft.com/office/drawing/2014/main" id="{236722AC-0E89-9D63-9FAE-23FD3FEFCEE5}"/>
              </a:ext>
            </a:extLst>
          </p:cNvPr>
          <p:cNvSpPr>
            <a:spLocks noGrp="1"/>
          </p:cNvSpPr>
          <p:nvPr>
            <p:ph sz="quarter" idx="19"/>
          </p:nvPr>
        </p:nvSpPr>
        <p:spPr>
          <a:xfrm>
            <a:off x="4794909" y="2714625"/>
            <a:ext cx="6843053" cy="3452813"/>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4">
            <a:extLst>
              <a:ext uri="{FF2B5EF4-FFF2-40B4-BE49-F238E27FC236}">
                <a16:creationId xmlns:a16="http://schemas.microsoft.com/office/drawing/2014/main" id="{A30EF87B-5A48-3E5D-B7D1-5EC1FEC7DE51}"/>
              </a:ext>
            </a:extLst>
          </p:cNvPr>
          <p:cNvSpPr>
            <a:spLocks noGrp="1"/>
          </p:cNvSpPr>
          <p:nvPr>
            <p:ph sz="quarter" idx="20"/>
          </p:nvPr>
        </p:nvSpPr>
        <p:spPr>
          <a:xfrm>
            <a:off x="4060556" y="0"/>
            <a:ext cx="8131443" cy="2425700"/>
          </a:xfrm>
          <a:solidFill>
            <a:schemeClr val="accent1"/>
          </a:solidFill>
        </p:spPr>
        <p:txBody>
          <a:bodyPr lIns="731520" tIns="548640" rIns="548640"/>
          <a:lstStyle>
            <a:lvl1pPr>
              <a:defRPr sz="1800" b="1">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
                <a:srgbClr val="FEFEFE"/>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89AAFAA9-5AFB-6E67-56FB-1590A25DCD7E}"/>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2" name="Title 6">
            <a:extLst>
              <a:ext uri="{FF2B5EF4-FFF2-40B4-BE49-F238E27FC236}">
                <a16:creationId xmlns:a16="http://schemas.microsoft.com/office/drawing/2014/main" id="{72E40A24-F112-048E-2670-E270A9ABC67A}"/>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3497A463-08F1-3A4B-A706-B87CBDA2E0A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9952413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Executive Summary/Key Takeaways 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287913A0-E5F8-8CDA-9C09-B31372EAF98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2" name="Content Placeholder 30">
            <a:extLst>
              <a:ext uri="{FF2B5EF4-FFF2-40B4-BE49-F238E27FC236}">
                <a16:creationId xmlns:a16="http://schemas.microsoft.com/office/drawing/2014/main" id="{F0F02397-A9A7-9451-4B86-0093DE0C5DAC}"/>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tx1"/>
                </a:solidFill>
              </a:defRPr>
            </a:lvl2pPr>
            <a:lvl3pPr>
              <a:buClr>
                <a:schemeClr val="accent1"/>
              </a:buClr>
              <a:defRPr>
                <a:solidFill>
                  <a:schemeClr val="tx1"/>
                </a:solidFill>
              </a:defRPr>
            </a:lvl3pPr>
            <a:lvl4pPr marL="457200" indent="0">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1" name="Content Placeholder 33">
            <a:extLst>
              <a:ext uri="{FF2B5EF4-FFF2-40B4-BE49-F238E27FC236}">
                <a16:creationId xmlns:a16="http://schemas.microsoft.com/office/drawing/2014/main" id="{E08A6D02-5787-2EA8-5353-86CF167EE5C0}"/>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3" name="Content Placeholder 35">
            <a:extLst>
              <a:ext uri="{FF2B5EF4-FFF2-40B4-BE49-F238E27FC236}">
                <a16:creationId xmlns:a16="http://schemas.microsoft.com/office/drawing/2014/main" id="{F25358D4-61D4-B82A-AA95-040B8023E1BF}"/>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5" name="Content Placeholder 37">
            <a:extLst>
              <a:ext uri="{FF2B5EF4-FFF2-40B4-BE49-F238E27FC236}">
                <a16:creationId xmlns:a16="http://schemas.microsoft.com/office/drawing/2014/main" id="{28D07FDD-A130-72D7-5662-2F5893A2F61C}"/>
              </a:ext>
            </a:extLst>
          </p:cNvPr>
          <p:cNvSpPr>
            <a:spLocks noGrp="1"/>
          </p:cNvSpPr>
          <p:nvPr>
            <p:ph sz="quarter" idx="52" hasCustomPrompt="1"/>
          </p:nvPr>
        </p:nvSpPr>
        <p:spPr>
          <a:xfrm>
            <a:off x="4768285" y="3013075"/>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a:buClrTx/>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a:t>
            </a:r>
            <a:r>
              <a:rPr lang="en-US" err="1"/>
              <a:t>leve</a:t>
            </a:r>
            <a:endParaRPr lang="en-US"/>
          </a:p>
        </p:txBody>
      </p:sp>
      <p:sp>
        <p:nvSpPr>
          <p:cNvPr id="17" name="Content Placeholder 39">
            <a:extLst>
              <a:ext uri="{FF2B5EF4-FFF2-40B4-BE49-F238E27FC236}">
                <a16:creationId xmlns:a16="http://schemas.microsoft.com/office/drawing/2014/main" id="{A58291F8-7E75-1EB3-64FC-0B3465A92BFE}"/>
              </a:ext>
            </a:extLst>
          </p:cNvPr>
          <p:cNvSpPr>
            <a:spLocks noGrp="1"/>
          </p:cNvSpPr>
          <p:nvPr>
            <p:ph sz="quarter" idx="53" hasCustomPrompt="1"/>
          </p:nvPr>
        </p:nvSpPr>
        <p:spPr>
          <a:xfrm>
            <a:off x="7138252" y="3013074"/>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8" name="Content Placeholder 41">
            <a:extLst>
              <a:ext uri="{FF2B5EF4-FFF2-40B4-BE49-F238E27FC236}">
                <a16:creationId xmlns:a16="http://schemas.microsoft.com/office/drawing/2014/main" id="{2C124D70-1F9D-DF72-C740-7D33E7E919BB}"/>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4" name="Text Placeholder 9">
            <a:extLst>
              <a:ext uri="{FF2B5EF4-FFF2-40B4-BE49-F238E27FC236}">
                <a16:creationId xmlns:a16="http://schemas.microsoft.com/office/drawing/2014/main" id="{22272C70-ABBC-EEA2-285E-3BD345EFC0D5}"/>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8" name="Title 6">
            <a:extLst>
              <a:ext uri="{FF2B5EF4-FFF2-40B4-BE49-F238E27FC236}">
                <a16:creationId xmlns:a16="http://schemas.microsoft.com/office/drawing/2014/main" id="{E1D6F330-952D-2D88-799F-3D68035BEE16}"/>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1041BA5F-E785-E961-BA33-7F9F0D5BC7BA}"/>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30478396"/>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9.xml"/><Relationship Id="rId2" Type="http://schemas.openxmlformats.org/officeDocument/2006/relationships/slideLayout" Target="../slideLayouts/slideLayout68.xml"/><Relationship Id="rId1" Type="http://schemas.openxmlformats.org/officeDocument/2006/relationships/slideLayout" Target="../slideLayouts/slideLayout67.xml"/><Relationship Id="rId5" Type="http://schemas.openxmlformats.org/officeDocument/2006/relationships/theme" Target="../theme/theme2.xml"/><Relationship Id="rId4" Type="http://schemas.openxmlformats.org/officeDocument/2006/relationships/slideLayout" Target="../slideLayouts/slideLayout7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390E15-2431-A873-A654-7B321106DAE2}"/>
              </a:ext>
            </a:extLst>
          </p:cNvPr>
          <p:cNvSpPr>
            <a:spLocks noGrp="1"/>
          </p:cNvSpPr>
          <p:nvPr>
            <p:ph type="title"/>
          </p:nvPr>
        </p:nvSpPr>
        <p:spPr>
          <a:xfrm>
            <a:off x="546100" y="548640"/>
            <a:ext cx="11091862" cy="438785"/>
          </a:xfrm>
          <a:prstGeom prst="rect">
            <a:avLst/>
          </a:prstGeom>
        </p:spPr>
        <p:txBody>
          <a:bodyPr vert="horz" lIns="0" tIns="0" rIns="0" bIns="0" rtlCol="0" anchor="t">
            <a:noAutofit/>
          </a:bodyPr>
          <a:lstStyle/>
          <a:p>
            <a:r>
              <a:rPr lang="en-US"/>
              <a:t>Click to edit Master title</a:t>
            </a:r>
          </a:p>
        </p:txBody>
      </p:sp>
      <p:sp>
        <p:nvSpPr>
          <p:cNvPr id="3" name="Text Placeholder 2">
            <a:extLst>
              <a:ext uri="{FF2B5EF4-FFF2-40B4-BE49-F238E27FC236}">
                <a16:creationId xmlns:a16="http://schemas.microsoft.com/office/drawing/2014/main" id="{9A89620C-A07A-2A72-857A-735B5C91AA54}"/>
              </a:ext>
            </a:extLst>
          </p:cNvPr>
          <p:cNvSpPr>
            <a:spLocks noGrp="1"/>
          </p:cNvSpPr>
          <p:nvPr>
            <p:ph type="body" idx="1"/>
          </p:nvPr>
        </p:nvSpPr>
        <p:spPr>
          <a:xfrm>
            <a:off x="546100" y="2146300"/>
            <a:ext cx="11091862" cy="3721101"/>
          </a:xfrm>
          <a:prstGeom prst="rect">
            <a:avLst/>
          </a:prstGeom>
        </p:spPr>
        <p:txBody>
          <a:bodyPr vert="horz" lIns="0" tIns="0" rIns="0" bIns="0" rtlCol="0">
            <a:noAutofit/>
          </a:bodyPr>
          <a:lstStyle/>
          <a:p>
            <a:pPr lvl="0"/>
            <a:r>
              <a:rPr lang="en-US"/>
              <a:t>Click to edit Master text styles, 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a:extLst>
              <a:ext uri="{FF2B5EF4-FFF2-40B4-BE49-F238E27FC236}">
                <a16:creationId xmlns:a16="http://schemas.microsoft.com/office/drawing/2014/main" id="{9286892E-5C75-BB2B-DC86-3D98574CDC6C}"/>
              </a:ext>
            </a:extLst>
          </p:cNvPr>
          <p:cNvSpPr>
            <a:spLocks noGrp="1"/>
          </p:cNvSpPr>
          <p:nvPr>
            <p:ph type="ftr" sz="quarter" idx="3"/>
          </p:nvPr>
        </p:nvSpPr>
        <p:spPr>
          <a:xfrm>
            <a:off x="4781550" y="6311900"/>
            <a:ext cx="5448300"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a:defRPr sz="1000"/>
            </a:lvl2pPr>
            <a:lvl3pPr>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Slide Number Placeholder 5">
            <a:extLst>
              <a:ext uri="{FF2B5EF4-FFF2-40B4-BE49-F238E27FC236}">
                <a16:creationId xmlns:a16="http://schemas.microsoft.com/office/drawing/2014/main" id="{9396C1FA-EF28-95E6-0423-F59B26A6F1F8}"/>
              </a:ext>
            </a:extLst>
          </p:cNvPr>
          <p:cNvSpPr>
            <a:spLocks noGrp="1"/>
          </p:cNvSpPr>
          <p:nvPr>
            <p:ph type="sldNum" sz="quarter" idx="4"/>
          </p:nvPr>
        </p:nvSpPr>
        <p:spPr>
          <a:xfrm>
            <a:off x="10428288" y="6311900"/>
            <a:ext cx="1209674"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marL="0" indent="0" algn="r">
              <a:defRPr sz="1000"/>
            </a:lvl2pPr>
            <a:lvl3pPr marL="0" indent="0">
              <a:defRPr sz="1000"/>
            </a:lvl3pPr>
            <a:lvl4pPr marL="0">
              <a:defRPr sz="1000"/>
            </a:lvl4pPr>
            <a:lvl5pPr marL="0">
              <a:defRPr sz="1000"/>
            </a:lvl5pPr>
            <a:lvl6pPr marL="0">
              <a:defRPr sz="1000"/>
            </a:lvl6pPr>
            <a:lvl7pPr marL="0">
              <a:defRPr sz="1000"/>
            </a:lvl7pPr>
            <a:lvl8pPr marL="0">
              <a:defRPr sz="1000"/>
            </a:lvl8pPr>
            <a:lvl9pPr marL="0">
              <a:defRPr sz="1000"/>
            </a:lvl9pPr>
          </a:lstStyle>
          <a:p>
            <a:fld id="{70C12960-6E85-460F-B6E3-5B82CB31AF3D}" type="slidenum">
              <a:rPr lang="en-US" smtClean="0"/>
              <a:t>‹#›</a:t>
            </a:fld>
            <a:endParaRPr lang="en-US"/>
          </a:p>
        </p:txBody>
      </p:sp>
      <p:sp>
        <p:nvSpPr>
          <p:cNvPr id="4" name="Date Placeholder 3">
            <a:extLst>
              <a:ext uri="{FF2B5EF4-FFF2-40B4-BE49-F238E27FC236}">
                <a16:creationId xmlns:a16="http://schemas.microsoft.com/office/drawing/2014/main" id="{B74C9D9E-F1D3-BF13-32B3-2BDFE3E4F7BC}"/>
              </a:ext>
            </a:extLst>
          </p:cNvPr>
          <p:cNvSpPr>
            <a:spLocks noGrp="1"/>
          </p:cNvSpPr>
          <p:nvPr>
            <p:ph type="dt" sz="half" idx="2"/>
          </p:nvPr>
        </p:nvSpPr>
        <p:spPr>
          <a:xfrm>
            <a:off x="546100" y="6332764"/>
            <a:ext cx="2619375" cy="249011"/>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fld id="{7DA38F49-B3E2-4BF0-BEC7-C30D34ABBB8D}" type="datetime1">
              <a:rPr lang="en-US" smtClean="0"/>
              <a:t>9/3/2025</a:t>
            </a:fld>
            <a:endParaRPr lang="en-US"/>
          </a:p>
        </p:txBody>
      </p:sp>
    </p:spTree>
    <p:extLst>
      <p:ext uri="{BB962C8B-B14F-4D97-AF65-F5344CB8AC3E}">
        <p14:creationId xmlns:p14="http://schemas.microsoft.com/office/powerpoint/2010/main" val="281757379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01" r:id="rId29"/>
    <p:sldLayoutId id="2147483702" r:id="rId30"/>
    <p:sldLayoutId id="2147483703" r:id="rId31"/>
    <p:sldLayoutId id="2147483704" r:id="rId32"/>
    <p:sldLayoutId id="2147483705" r:id="rId33"/>
    <p:sldLayoutId id="2147483706" r:id="rId34"/>
    <p:sldLayoutId id="2147483707" r:id="rId35"/>
    <p:sldLayoutId id="2147483708" r:id="rId36"/>
    <p:sldLayoutId id="2147483709" r:id="rId37"/>
    <p:sldLayoutId id="2147483710" r:id="rId38"/>
    <p:sldLayoutId id="2147483711" r:id="rId39"/>
    <p:sldLayoutId id="2147483712" r:id="rId40"/>
    <p:sldLayoutId id="2147483713" r:id="rId41"/>
    <p:sldLayoutId id="2147483714" r:id="rId42"/>
    <p:sldLayoutId id="2147483715" r:id="rId43"/>
    <p:sldLayoutId id="2147483716" r:id="rId44"/>
    <p:sldLayoutId id="2147483717" r:id="rId45"/>
    <p:sldLayoutId id="2147483746" r:id="rId46"/>
    <p:sldLayoutId id="2147483719" r:id="rId47"/>
    <p:sldLayoutId id="2147483720" r:id="rId48"/>
    <p:sldLayoutId id="2147483721" r:id="rId49"/>
    <p:sldLayoutId id="2147483744" r:id="rId50"/>
    <p:sldLayoutId id="2147483723" r:id="rId51"/>
    <p:sldLayoutId id="2147483724" r:id="rId52"/>
    <p:sldLayoutId id="2147483725" r:id="rId53"/>
    <p:sldLayoutId id="2147483726" r:id="rId54"/>
    <p:sldLayoutId id="2147483727" r:id="rId55"/>
    <p:sldLayoutId id="2147483728" r:id="rId56"/>
    <p:sldLayoutId id="2147483729" r:id="rId57"/>
    <p:sldLayoutId id="2147483730" r:id="rId58"/>
    <p:sldLayoutId id="2147483731" r:id="rId59"/>
    <p:sldLayoutId id="2147483732" r:id="rId60"/>
    <p:sldLayoutId id="2147483733" r:id="rId61"/>
    <p:sldLayoutId id="2147483734" r:id="rId62"/>
    <p:sldLayoutId id="2147483735" r:id="rId63"/>
    <p:sldLayoutId id="2147483736" r:id="rId64"/>
    <p:sldLayoutId id="2147483737" r:id="rId65"/>
    <p:sldLayoutId id="2147483740" r:id="rId66"/>
  </p:sldLayoutIdLst>
  <p:hf sldNum="0" hdr="0" ftr="0" dt="0"/>
  <p:txStyles>
    <p:titleStyle>
      <a:lvl1pPr algn="l" defTabSz="914400" rtl="0" eaLnBrk="1" latinLnBrk="0" hangingPunct="1">
        <a:lnSpc>
          <a:spcPts val="3600"/>
        </a:lnSpc>
        <a:spcBef>
          <a:spcPct val="0"/>
        </a:spcBef>
        <a:buNone/>
        <a:defRPr sz="3600" b="1" i="0" kern="1200">
          <a:solidFill>
            <a:schemeClr val="tx2"/>
          </a:solidFill>
          <a:latin typeface="+mj-lt"/>
          <a:ea typeface="+mj-ea"/>
          <a:cs typeface="+mj-cs"/>
        </a:defRPr>
      </a:lvl1pPr>
    </p:titleStyle>
    <p:body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7" orient="horz" pos="3976">
          <p15:clr>
            <a:srgbClr val="F26B43"/>
          </p15:clr>
        </p15:guide>
        <p15:guide id="68" pos="7331">
          <p15:clr>
            <a:srgbClr val="F26B43"/>
          </p15:clr>
        </p15:guide>
        <p15:guide id="69" orient="horz" pos="348">
          <p15:clr>
            <a:srgbClr val="F26B43"/>
          </p15:clr>
        </p15:guide>
        <p15:guide id="70" pos="344">
          <p15:clr>
            <a:srgbClr val="F26B43"/>
          </p15:clr>
        </p15:guide>
        <p15:guide id="71" orient="horz" pos="170">
          <p15:clr>
            <a:srgbClr val="F26B43"/>
          </p15:clr>
        </p15:guide>
        <p15:guide id="72" orient="horz" pos="439">
          <p15:clr>
            <a:srgbClr val="F26B43"/>
          </p15:clr>
        </p15:guide>
        <p15:guide id="73" orient="horz" pos="4146">
          <p15:clr>
            <a:srgbClr val="F26B43"/>
          </p15:clr>
        </p15:guide>
        <p15:guide id="74" orient="horz" pos="3885">
          <p15:clr>
            <a:srgbClr val="F26B43"/>
          </p15:clr>
        </p15:guide>
        <p15:guide id="75" orient="horz" pos="530">
          <p15:clr>
            <a:srgbClr val="F26B43"/>
          </p15:clr>
        </p15:guide>
        <p15:guide id="76" orient="horz" pos="622">
          <p15:clr>
            <a:srgbClr val="F26B43"/>
          </p15:clr>
        </p15:guide>
        <p15:guide id="77" orient="horz" pos="710">
          <p15:clr>
            <a:srgbClr val="F26B43"/>
          </p15:clr>
        </p15:guide>
        <p15:guide id="78" orient="horz" pos="802">
          <p15:clr>
            <a:srgbClr val="F26B43"/>
          </p15:clr>
        </p15:guide>
        <p15:guide id="79" orient="horz" pos="896">
          <p15:clr>
            <a:srgbClr val="F26B43"/>
          </p15:clr>
        </p15:guide>
        <p15:guide id="80" orient="horz" pos="987">
          <p15:clr>
            <a:srgbClr val="F26B43"/>
          </p15:clr>
        </p15:guide>
        <p15:guide id="81" orient="horz" pos="1071">
          <p15:clr>
            <a:srgbClr val="F26B43"/>
          </p15:clr>
        </p15:guide>
        <p15:guide id="82" orient="horz" pos="3792">
          <p15:clr>
            <a:srgbClr val="F26B43"/>
          </p15:clr>
        </p15:guide>
        <p15:guide id="83" orient="horz" pos="3696">
          <p15:clr>
            <a:srgbClr val="F26B43"/>
          </p15:clr>
        </p15:guide>
        <p15:guide id="84" orient="horz" pos="3611">
          <p15:clr>
            <a:srgbClr val="F26B43"/>
          </p15:clr>
        </p15:guide>
        <p15:guide id="85" orient="horz" pos="3519">
          <p15:clr>
            <a:srgbClr val="F26B43"/>
          </p15:clr>
        </p15:guide>
        <p15:guide id="86" orient="horz" pos="3428">
          <p15:clr>
            <a:srgbClr val="F26B43"/>
          </p15:clr>
        </p15:guide>
        <p15:guide id="87" orient="horz" pos="3334">
          <p15:clr>
            <a:srgbClr val="F26B43"/>
          </p15:clr>
        </p15:guide>
        <p15:guide id="88" orient="horz" pos="3245">
          <p15:clr>
            <a:srgbClr val="F26B43"/>
          </p15:clr>
        </p15:guide>
        <p15:guide id="89" orient="horz" pos="1165">
          <p15:clr>
            <a:srgbClr val="F26B43"/>
          </p15:clr>
        </p15:guide>
        <p15:guide id="90" orient="horz" pos="1259">
          <p15:clr>
            <a:srgbClr val="F26B43"/>
          </p15:clr>
        </p15:guide>
        <p15:guide id="91" orient="horz" pos="1352">
          <p15:clr>
            <a:srgbClr val="F26B43"/>
          </p15:clr>
        </p15:guide>
        <p15:guide id="92" orient="horz" pos="1436">
          <p15:clr>
            <a:srgbClr val="F26B43"/>
          </p15:clr>
        </p15:guide>
        <p15:guide id="93" orient="horz" pos="3152">
          <p15:clr>
            <a:srgbClr val="F26B43"/>
          </p15:clr>
        </p15:guide>
        <p15:guide id="94" orient="horz" pos="3058">
          <p15:clr>
            <a:srgbClr val="F26B43"/>
          </p15:clr>
        </p15:guide>
        <p15:guide id="95" orient="horz" pos="2964">
          <p15:clr>
            <a:srgbClr val="F26B43"/>
          </p15:clr>
        </p15:guide>
        <p15:guide id="96" orient="horz" pos="2877">
          <p15:clr>
            <a:srgbClr val="F26B43"/>
          </p15:clr>
        </p15:guide>
        <p15:guide id="97" orient="horz" pos="1528">
          <p15:clr>
            <a:srgbClr val="F26B43"/>
          </p15:clr>
        </p15:guide>
        <p15:guide id="98" orient="horz" pos="1619">
          <p15:clr>
            <a:srgbClr val="F26B43"/>
          </p15:clr>
        </p15:guide>
        <p15:guide id="99" orient="horz" pos="1710">
          <p15:clr>
            <a:srgbClr val="F26B43"/>
          </p15:clr>
        </p15:guide>
        <p15:guide id="100" orient="horz" pos="1794">
          <p15:clr>
            <a:srgbClr val="F26B43"/>
          </p15:clr>
        </p15:guide>
        <p15:guide id="101" orient="horz" pos="2784">
          <p15:clr>
            <a:srgbClr val="F26B43"/>
          </p15:clr>
        </p15:guide>
        <p15:guide id="102" orient="horz" pos="2692">
          <p15:clr>
            <a:srgbClr val="F26B43"/>
          </p15:clr>
        </p15:guide>
        <p15:guide id="103" orient="horz" pos="2598">
          <p15:clr>
            <a:srgbClr val="F26B43"/>
          </p15:clr>
        </p15:guide>
        <p15:guide id="104" orient="horz" pos="2510">
          <p15:clr>
            <a:srgbClr val="F26B43"/>
          </p15:clr>
        </p15:guide>
        <p15:guide id="105" orient="horz" pos="1896">
          <p15:clr>
            <a:srgbClr val="F26B43"/>
          </p15:clr>
        </p15:guide>
        <p15:guide id="106" orient="horz" pos="1982">
          <p15:clr>
            <a:srgbClr val="F26B43"/>
          </p15:clr>
        </p15:guide>
        <p15:guide id="107" orient="horz" pos="2076">
          <p15:clr>
            <a:srgbClr val="F26B43"/>
          </p15:clr>
        </p15:guide>
        <p15:guide id="108" orient="horz" pos="2162">
          <p15:clr>
            <a:srgbClr val="F26B43"/>
          </p15:clr>
        </p15:guide>
        <p15:guide id="109" orient="horz" pos="2418">
          <p15:clr>
            <a:srgbClr val="F26B43"/>
          </p15:clr>
        </p15:guide>
        <p15:guide id="110" orient="horz" pos="2324">
          <p15:clr>
            <a:srgbClr val="F26B43"/>
          </p15:clr>
        </p15:guide>
        <p15:guide id="111" orient="horz" pos="2238">
          <p15:clr>
            <a:srgbClr val="F26B43"/>
          </p15:clr>
        </p15:guide>
        <p15:guide id="112" pos="1104">
          <p15:clr>
            <a:srgbClr val="F26B43"/>
          </p15:clr>
        </p15:guide>
        <p15:guide id="113" pos="6570">
          <p15:clr>
            <a:srgbClr val="F26B43"/>
          </p15:clr>
        </p15:guide>
        <p15:guide id="115" pos="1234">
          <p15:clr>
            <a:srgbClr val="F26B43"/>
          </p15:clr>
        </p15:guide>
        <p15:guide id="116" pos="1994">
          <p15:clr>
            <a:srgbClr val="F26B43"/>
          </p15:clr>
        </p15:guide>
        <p15:guide id="117" pos="2121">
          <p15:clr>
            <a:srgbClr val="F26B43"/>
          </p15:clr>
        </p15:guide>
        <p15:guide id="118" pos="5679">
          <p15:clr>
            <a:srgbClr val="F26B43"/>
          </p15:clr>
        </p15:guide>
        <p15:guide id="119" pos="5552">
          <p15:clr>
            <a:srgbClr val="F26B43"/>
          </p15:clr>
        </p15:guide>
        <p15:guide id="120" pos="4788">
          <p15:clr>
            <a:srgbClr val="F26B43"/>
          </p15:clr>
        </p15:guide>
        <p15:guide id="121" pos="4660">
          <p15:clr>
            <a:srgbClr val="F26B43"/>
          </p15:clr>
        </p15:guide>
        <p15:guide id="122" pos="2882">
          <p15:clr>
            <a:srgbClr val="F26B43"/>
          </p15:clr>
        </p15:guide>
        <p15:guide id="123" pos="3012">
          <p15:clr>
            <a:srgbClr val="F26B43"/>
          </p15:clr>
        </p15:guide>
        <p15:guide id="124" pos="3774">
          <p15:clr>
            <a:srgbClr val="F26B43"/>
          </p15:clr>
        </p15:guide>
        <p15:guide id="125" pos="3902">
          <p15:clr>
            <a:srgbClr val="F26B43"/>
          </p15:clr>
        </p15:guide>
        <p15:guide id="126" pos="644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390E15-2431-A873-A654-7B321106DAE2}"/>
              </a:ext>
            </a:extLst>
          </p:cNvPr>
          <p:cNvSpPr>
            <a:spLocks noGrp="1"/>
          </p:cNvSpPr>
          <p:nvPr>
            <p:ph type="title"/>
          </p:nvPr>
        </p:nvSpPr>
        <p:spPr>
          <a:xfrm>
            <a:off x="546100" y="548640"/>
            <a:ext cx="11091862" cy="438785"/>
          </a:xfrm>
          <a:prstGeom prst="rect">
            <a:avLst/>
          </a:prstGeom>
        </p:spPr>
        <p:txBody>
          <a:bodyPr vert="horz" lIns="0" tIns="0" rIns="0" bIns="0" rtlCol="0" anchor="t">
            <a:noAutofit/>
          </a:bodyPr>
          <a:lstStyle/>
          <a:p>
            <a:r>
              <a:rPr lang="en-US"/>
              <a:t>Click to edit Master title</a:t>
            </a:r>
          </a:p>
        </p:txBody>
      </p:sp>
      <p:sp>
        <p:nvSpPr>
          <p:cNvPr id="3" name="Text Placeholder 2">
            <a:extLst>
              <a:ext uri="{FF2B5EF4-FFF2-40B4-BE49-F238E27FC236}">
                <a16:creationId xmlns:a16="http://schemas.microsoft.com/office/drawing/2014/main" id="{9A89620C-A07A-2A72-857A-735B5C91AA54}"/>
              </a:ext>
            </a:extLst>
          </p:cNvPr>
          <p:cNvSpPr>
            <a:spLocks noGrp="1"/>
          </p:cNvSpPr>
          <p:nvPr>
            <p:ph type="body" idx="1"/>
          </p:nvPr>
        </p:nvSpPr>
        <p:spPr>
          <a:xfrm>
            <a:off x="546100" y="2146300"/>
            <a:ext cx="11091862" cy="3721101"/>
          </a:xfrm>
          <a:prstGeom prst="rect">
            <a:avLst/>
          </a:prstGeom>
        </p:spPr>
        <p:txBody>
          <a:bodyPr vert="horz" lIns="0" tIns="0" rIns="0" bIns="0" rtlCol="0">
            <a:noAutofit/>
          </a:bodyPr>
          <a:lstStyle/>
          <a:p>
            <a:pPr lvl="0"/>
            <a:r>
              <a:rPr lang="en-US"/>
              <a:t>Click to edit Master text styles, 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a:extLst>
              <a:ext uri="{FF2B5EF4-FFF2-40B4-BE49-F238E27FC236}">
                <a16:creationId xmlns:a16="http://schemas.microsoft.com/office/drawing/2014/main" id="{9286892E-5C75-BB2B-DC86-3D98574CDC6C}"/>
              </a:ext>
            </a:extLst>
          </p:cNvPr>
          <p:cNvSpPr>
            <a:spLocks noGrp="1"/>
          </p:cNvSpPr>
          <p:nvPr>
            <p:ph type="ftr" sz="quarter" idx="3"/>
          </p:nvPr>
        </p:nvSpPr>
        <p:spPr>
          <a:xfrm>
            <a:off x="4781550" y="6311900"/>
            <a:ext cx="5448300"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a:defRPr sz="1000"/>
            </a:lvl2pPr>
            <a:lvl3pPr>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Slide Number Placeholder 5">
            <a:extLst>
              <a:ext uri="{FF2B5EF4-FFF2-40B4-BE49-F238E27FC236}">
                <a16:creationId xmlns:a16="http://schemas.microsoft.com/office/drawing/2014/main" id="{9396C1FA-EF28-95E6-0423-F59B26A6F1F8}"/>
              </a:ext>
            </a:extLst>
          </p:cNvPr>
          <p:cNvSpPr>
            <a:spLocks noGrp="1"/>
          </p:cNvSpPr>
          <p:nvPr>
            <p:ph type="sldNum" sz="quarter" idx="4"/>
          </p:nvPr>
        </p:nvSpPr>
        <p:spPr>
          <a:xfrm>
            <a:off x="10428288" y="6311900"/>
            <a:ext cx="1209674"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marL="0" indent="0" algn="r">
              <a:defRPr sz="1000"/>
            </a:lvl2pPr>
            <a:lvl3pPr marL="0" indent="0">
              <a:defRPr sz="1000"/>
            </a:lvl3pPr>
            <a:lvl4pPr marL="0">
              <a:defRPr sz="1000"/>
            </a:lvl4pPr>
            <a:lvl5pPr marL="0">
              <a:defRPr sz="1000"/>
            </a:lvl5pPr>
            <a:lvl6pPr marL="0">
              <a:defRPr sz="1000"/>
            </a:lvl6pPr>
            <a:lvl7pPr marL="0">
              <a:defRPr sz="1000"/>
            </a:lvl7pPr>
            <a:lvl8pPr marL="0">
              <a:defRPr sz="1000"/>
            </a:lvl8pPr>
            <a:lvl9pPr marL="0">
              <a:defRPr sz="1000"/>
            </a:lvl9pPr>
          </a:lstStyle>
          <a:p>
            <a:fld id="{862A5111-985B-C14D-9115-5787026182A8}" type="slidenum">
              <a:rPr lang="en-US" smtClean="0"/>
              <a:pPr/>
              <a:t>‹#›</a:t>
            </a:fld>
            <a:endParaRPr lang="en-US"/>
          </a:p>
        </p:txBody>
      </p:sp>
      <p:sp>
        <p:nvSpPr>
          <p:cNvPr id="4" name="Date Placeholder 3">
            <a:extLst>
              <a:ext uri="{FF2B5EF4-FFF2-40B4-BE49-F238E27FC236}">
                <a16:creationId xmlns:a16="http://schemas.microsoft.com/office/drawing/2014/main" id="{B74C9D9E-F1D3-BF13-32B3-2BDFE3E4F7BC}"/>
              </a:ext>
            </a:extLst>
          </p:cNvPr>
          <p:cNvSpPr>
            <a:spLocks noGrp="1"/>
          </p:cNvSpPr>
          <p:nvPr>
            <p:ph type="dt" sz="half" idx="2"/>
          </p:nvPr>
        </p:nvSpPr>
        <p:spPr>
          <a:xfrm>
            <a:off x="546100" y="6332764"/>
            <a:ext cx="2619375" cy="249011"/>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Tree>
    <p:extLst>
      <p:ext uri="{BB962C8B-B14F-4D97-AF65-F5344CB8AC3E}">
        <p14:creationId xmlns:p14="http://schemas.microsoft.com/office/powerpoint/2010/main" val="2703121335"/>
      </p:ext>
    </p:extLst>
  </p:cSld>
  <p:clrMap bg1="lt1" tx1="dk1" bg2="lt2" tx2="dk2" accent1="accent1" accent2="accent2" accent3="accent3" accent4="accent4" accent5="accent5" accent6="accent6" hlink="hlink" folHlink="folHlink"/>
  <p:sldLayoutIdLst>
    <p:sldLayoutId id="2147483718" r:id="rId1"/>
    <p:sldLayoutId id="2147483739" r:id="rId2"/>
    <p:sldLayoutId id="2147483722" r:id="rId3"/>
    <p:sldLayoutId id="2147483742" r:id="rId4"/>
  </p:sldLayoutIdLst>
  <p:hf hdr="0" ftr="0" dt="0"/>
  <p:txStyles>
    <p:titleStyle>
      <a:lvl1pPr algn="l" defTabSz="914400" rtl="0" eaLnBrk="1" latinLnBrk="0" hangingPunct="1">
        <a:lnSpc>
          <a:spcPts val="3600"/>
        </a:lnSpc>
        <a:spcBef>
          <a:spcPct val="0"/>
        </a:spcBef>
        <a:buNone/>
        <a:defRPr sz="3600" b="1" i="0" kern="1200">
          <a:solidFill>
            <a:schemeClr val="tx2"/>
          </a:solidFill>
          <a:latin typeface="+mj-lt"/>
          <a:ea typeface="+mj-ea"/>
          <a:cs typeface="+mj-cs"/>
        </a:defRPr>
      </a:lvl1pPr>
    </p:titleStyle>
    <p:body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7" orient="horz" pos="3976" userDrawn="1">
          <p15:clr>
            <a:srgbClr val="F26B43"/>
          </p15:clr>
        </p15:guide>
        <p15:guide id="68" pos="7331" userDrawn="1">
          <p15:clr>
            <a:srgbClr val="F26B43"/>
          </p15:clr>
        </p15:guide>
        <p15:guide id="69" orient="horz" pos="348" userDrawn="1">
          <p15:clr>
            <a:srgbClr val="F26B43"/>
          </p15:clr>
        </p15:guide>
        <p15:guide id="70" pos="344" userDrawn="1">
          <p15:clr>
            <a:srgbClr val="F26B43"/>
          </p15:clr>
        </p15:guide>
        <p15:guide id="71" orient="horz" pos="170" userDrawn="1">
          <p15:clr>
            <a:srgbClr val="F26B43"/>
          </p15:clr>
        </p15:guide>
        <p15:guide id="72" orient="horz" pos="439" userDrawn="1">
          <p15:clr>
            <a:srgbClr val="F26B43"/>
          </p15:clr>
        </p15:guide>
        <p15:guide id="73" orient="horz" pos="4146" userDrawn="1">
          <p15:clr>
            <a:srgbClr val="F26B43"/>
          </p15:clr>
        </p15:guide>
        <p15:guide id="74" orient="horz" pos="3885" userDrawn="1">
          <p15:clr>
            <a:srgbClr val="F26B43"/>
          </p15:clr>
        </p15:guide>
        <p15:guide id="75" orient="horz" pos="530" userDrawn="1">
          <p15:clr>
            <a:srgbClr val="F26B43"/>
          </p15:clr>
        </p15:guide>
        <p15:guide id="76" orient="horz" pos="622" userDrawn="1">
          <p15:clr>
            <a:srgbClr val="F26B43"/>
          </p15:clr>
        </p15:guide>
        <p15:guide id="77" orient="horz" pos="710" userDrawn="1">
          <p15:clr>
            <a:srgbClr val="F26B43"/>
          </p15:clr>
        </p15:guide>
        <p15:guide id="78" orient="horz" pos="802" userDrawn="1">
          <p15:clr>
            <a:srgbClr val="F26B43"/>
          </p15:clr>
        </p15:guide>
        <p15:guide id="79" orient="horz" pos="896" userDrawn="1">
          <p15:clr>
            <a:srgbClr val="F26B43"/>
          </p15:clr>
        </p15:guide>
        <p15:guide id="80" orient="horz" pos="987" userDrawn="1">
          <p15:clr>
            <a:srgbClr val="F26B43"/>
          </p15:clr>
        </p15:guide>
        <p15:guide id="81" orient="horz" pos="1071" userDrawn="1">
          <p15:clr>
            <a:srgbClr val="F26B43"/>
          </p15:clr>
        </p15:guide>
        <p15:guide id="82" orient="horz" pos="3792" userDrawn="1">
          <p15:clr>
            <a:srgbClr val="F26B43"/>
          </p15:clr>
        </p15:guide>
        <p15:guide id="83" orient="horz" pos="3696" userDrawn="1">
          <p15:clr>
            <a:srgbClr val="F26B43"/>
          </p15:clr>
        </p15:guide>
        <p15:guide id="84" orient="horz" pos="3611" userDrawn="1">
          <p15:clr>
            <a:srgbClr val="F26B43"/>
          </p15:clr>
        </p15:guide>
        <p15:guide id="85" orient="horz" pos="3519" userDrawn="1">
          <p15:clr>
            <a:srgbClr val="F26B43"/>
          </p15:clr>
        </p15:guide>
        <p15:guide id="86" orient="horz" pos="3428" userDrawn="1">
          <p15:clr>
            <a:srgbClr val="F26B43"/>
          </p15:clr>
        </p15:guide>
        <p15:guide id="87" orient="horz" pos="3334" userDrawn="1">
          <p15:clr>
            <a:srgbClr val="F26B43"/>
          </p15:clr>
        </p15:guide>
        <p15:guide id="88" orient="horz" pos="3245" userDrawn="1">
          <p15:clr>
            <a:srgbClr val="F26B43"/>
          </p15:clr>
        </p15:guide>
        <p15:guide id="89" orient="horz" pos="1165" userDrawn="1">
          <p15:clr>
            <a:srgbClr val="F26B43"/>
          </p15:clr>
        </p15:guide>
        <p15:guide id="90" orient="horz" pos="1259" userDrawn="1">
          <p15:clr>
            <a:srgbClr val="F26B43"/>
          </p15:clr>
        </p15:guide>
        <p15:guide id="91" orient="horz" pos="1352" userDrawn="1">
          <p15:clr>
            <a:srgbClr val="F26B43"/>
          </p15:clr>
        </p15:guide>
        <p15:guide id="92" orient="horz" pos="1436" userDrawn="1">
          <p15:clr>
            <a:srgbClr val="F26B43"/>
          </p15:clr>
        </p15:guide>
        <p15:guide id="93" orient="horz" pos="3152" userDrawn="1">
          <p15:clr>
            <a:srgbClr val="F26B43"/>
          </p15:clr>
        </p15:guide>
        <p15:guide id="94" orient="horz" pos="3058" userDrawn="1">
          <p15:clr>
            <a:srgbClr val="F26B43"/>
          </p15:clr>
        </p15:guide>
        <p15:guide id="95" orient="horz" pos="2964" userDrawn="1">
          <p15:clr>
            <a:srgbClr val="F26B43"/>
          </p15:clr>
        </p15:guide>
        <p15:guide id="96" orient="horz" pos="2877" userDrawn="1">
          <p15:clr>
            <a:srgbClr val="F26B43"/>
          </p15:clr>
        </p15:guide>
        <p15:guide id="97" orient="horz" pos="1528" userDrawn="1">
          <p15:clr>
            <a:srgbClr val="F26B43"/>
          </p15:clr>
        </p15:guide>
        <p15:guide id="98" orient="horz" pos="1619" userDrawn="1">
          <p15:clr>
            <a:srgbClr val="F26B43"/>
          </p15:clr>
        </p15:guide>
        <p15:guide id="99" orient="horz" pos="1710" userDrawn="1">
          <p15:clr>
            <a:srgbClr val="F26B43"/>
          </p15:clr>
        </p15:guide>
        <p15:guide id="100" orient="horz" pos="1794" userDrawn="1">
          <p15:clr>
            <a:srgbClr val="F26B43"/>
          </p15:clr>
        </p15:guide>
        <p15:guide id="101" orient="horz" pos="2784" userDrawn="1">
          <p15:clr>
            <a:srgbClr val="F26B43"/>
          </p15:clr>
        </p15:guide>
        <p15:guide id="102" orient="horz" pos="2692" userDrawn="1">
          <p15:clr>
            <a:srgbClr val="F26B43"/>
          </p15:clr>
        </p15:guide>
        <p15:guide id="103" orient="horz" pos="2598" userDrawn="1">
          <p15:clr>
            <a:srgbClr val="F26B43"/>
          </p15:clr>
        </p15:guide>
        <p15:guide id="104" orient="horz" pos="2510" userDrawn="1">
          <p15:clr>
            <a:srgbClr val="F26B43"/>
          </p15:clr>
        </p15:guide>
        <p15:guide id="105" orient="horz" pos="1896" userDrawn="1">
          <p15:clr>
            <a:srgbClr val="F26B43"/>
          </p15:clr>
        </p15:guide>
        <p15:guide id="106" orient="horz" pos="1982" userDrawn="1">
          <p15:clr>
            <a:srgbClr val="F26B43"/>
          </p15:clr>
        </p15:guide>
        <p15:guide id="107" orient="horz" pos="2076" userDrawn="1">
          <p15:clr>
            <a:srgbClr val="F26B43"/>
          </p15:clr>
        </p15:guide>
        <p15:guide id="108" orient="horz" pos="2162" userDrawn="1">
          <p15:clr>
            <a:srgbClr val="F26B43"/>
          </p15:clr>
        </p15:guide>
        <p15:guide id="109" orient="horz" pos="2418" userDrawn="1">
          <p15:clr>
            <a:srgbClr val="F26B43"/>
          </p15:clr>
        </p15:guide>
        <p15:guide id="110" orient="horz" pos="2324" userDrawn="1">
          <p15:clr>
            <a:srgbClr val="F26B43"/>
          </p15:clr>
        </p15:guide>
        <p15:guide id="111" orient="horz" pos="2238" userDrawn="1">
          <p15:clr>
            <a:srgbClr val="F26B43"/>
          </p15:clr>
        </p15:guide>
        <p15:guide id="112" pos="1104" userDrawn="1">
          <p15:clr>
            <a:srgbClr val="F26B43"/>
          </p15:clr>
        </p15:guide>
        <p15:guide id="113" pos="6570" userDrawn="1">
          <p15:clr>
            <a:srgbClr val="F26B43"/>
          </p15:clr>
        </p15:guide>
        <p15:guide id="115" pos="1234" userDrawn="1">
          <p15:clr>
            <a:srgbClr val="F26B43"/>
          </p15:clr>
        </p15:guide>
        <p15:guide id="116" pos="1994" userDrawn="1">
          <p15:clr>
            <a:srgbClr val="F26B43"/>
          </p15:clr>
        </p15:guide>
        <p15:guide id="117" pos="2121" userDrawn="1">
          <p15:clr>
            <a:srgbClr val="F26B43"/>
          </p15:clr>
        </p15:guide>
        <p15:guide id="118" pos="5679" userDrawn="1">
          <p15:clr>
            <a:srgbClr val="F26B43"/>
          </p15:clr>
        </p15:guide>
        <p15:guide id="119" pos="5552" userDrawn="1">
          <p15:clr>
            <a:srgbClr val="F26B43"/>
          </p15:clr>
        </p15:guide>
        <p15:guide id="120" pos="4788" userDrawn="1">
          <p15:clr>
            <a:srgbClr val="F26B43"/>
          </p15:clr>
        </p15:guide>
        <p15:guide id="121" pos="4660" userDrawn="1">
          <p15:clr>
            <a:srgbClr val="F26B43"/>
          </p15:clr>
        </p15:guide>
        <p15:guide id="122" pos="2882" userDrawn="1">
          <p15:clr>
            <a:srgbClr val="F26B43"/>
          </p15:clr>
        </p15:guide>
        <p15:guide id="123" pos="3012" userDrawn="1">
          <p15:clr>
            <a:srgbClr val="F26B43"/>
          </p15:clr>
        </p15:guide>
        <p15:guide id="124" pos="3774" userDrawn="1">
          <p15:clr>
            <a:srgbClr val="F26B43"/>
          </p15:clr>
        </p15:guide>
        <p15:guide id="125" pos="3902" userDrawn="1">
          <p15:clr>
            <a:srgbClr val="F26B43"/>
          </p15:clr>
        </p15:guide>
        <p15:guide id="126" pos="644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0.jpeg"/><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2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3.xml"/><Relationship Id="rId5" Type="http://schemas.openxmlformats.org/officeDocument/2006/relationships/image" Target="../media/image12.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0.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0.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0.xml"/><Relationship Id="rId6" Type="http://schemas.openxmlformats.org/officeDocument/2006/relationships/image" Target="../media/image20.png"/><Relationship Id="rId5" Type="http://schemas.openxmlformats.org/officeDocument/2006/relationships/image" Target="../media/image19.png"/><Relationship Id="rId4" Type="http://schemas.microsoft.com/office/2007/relationships/hdphoto" Target="../media/hdphoto2.wdp"/></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0.xml"/></Relationships>
</file>

<file path=ppt/slides/_rels/slide1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3.png"/><Relationship Id="rId1" Type="http://schemas.openxmlformats.org/officeDocument/2006/relationships/slideLayout" Target="../slideLayouts/slideLayout70.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0.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0.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D13E8-3718-D301-6464-237B495EE26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3DAED1B-01A7-C2F0-8076-90C3613C222E}"/>
              </a:ext>
            </a:extLst>
          </p:cNvPr>
          <p:cNvSpPr txBox="1">
            <a:spLocks/>
          </p:cNvSpPr>
          <p:nvPr/>
        </p:nvSpPr>
        <p:spPr>
          <a:xfrm>
            <a:off x="752872" y="4210050"/>
            <a:ext cx="10416630" cy="1426604"/>
          </a:xfrm>
          <a:prstGeom prst="rect">
            <a:avLst/>
          </a:prstGeom>
        </p:spPr>
        <p:txBody>
          <a:bodyPr vert="horz" lIns="0" tIns="0" rIns="0" bIns="0" rtlCol="0" anchor="t">
            <a:noAutofit/>
          </a:bodyPr>
          <a:lstStyle>
            <a:lvl1pPr marL="0" indent="0" algn="l" defTabSz="914400" rtl="0" eaLnBrk="1" latinLnBrk="0" hangingPunct="1">
              <a:lnSpc>
                <a:spcPct val="100000"/>
              </a:lnSpc>
              <a:spcBef>
                <a:spcPct val="0"/>
              </a:spcBef>
              <a:buNone/>
              <a:tabLst/>
              <a:defRPr sz="4800" b="1" i="0" kern="1200">
                <a:solidFill>
                  <a:schemeClr val="tx1"/>
                </a:solidFill>
                <a:latin typeface="+mj-lt"/>
                <a:ea typeface="+mj-ea"/>
                <a:cs typeface="+mj-cs"/>
              </a:defRPr>
            </a:lvl1pPr>
          </a:lstStyle>
          <a:p>
            <a:r>
              <a:rPr lang="en-US" sz="5400"/>
              <a:t>KNIME AP</a:t>
            </a:r>
            <a:br>
              <a:rPr lang="en-US" sz="5400"/>
            </a:br>
            <a:r>
              <a:rPr lang="en-US" sz="5400"/>
              <a:t>Session 2 – Read and Transform</a:t>
            </a:r>
          </a:p>
        </p:txBody>
      </p:sp>
      <p:pic>
        <p:nvPicPr>
          <p:cNvPr id="6" name="Picture 5">
            <a:extLst>
              <a:ext uri="{FF2B5EF4-FFF2-40B4-BE49-F238E27FC236}">
                <a16:creationId xmlns:a16="http://schemas.microsoft.com/office/drawing/2014/main" id="{C042D710-362C-0618-A940-611BC62D1789}"/>
              </a:ext>
            </a:extLst>
          </p:cNvPr>
          <p:cNvPicPr>
            <a:picLocks noChangeAspect="1"/>
          </p:cNvPicPr>
          <p:nvPr/>
        </p:nvPicPr>
        <p:blipFill>
          <a:blip r:embed="rId3"/>
          <a:stretch>
            <a:fillRect/>
          </a:stretch>
        </p:blipFill>
        <p:spPr>
          <a:xfrm>
            <a:off x="63121" y="1620018"/>
            <a:ext cx="3962077" cy="2867098"/>
          </a:xfrm>
          <a:prstGeom prst="rect">
            <a:avLst/>
          </a:prstGeom>
        </p:spPr>
      </p:pic>
    </p:spTree>
    <p:extLst>
      <p:ext uri="{BB962C8B-B14F-4D97-AF65-F5344CB8AC3E}">
        <p14:creationId xmlns:p14="http://schemas.microsoft.com/office/powerpoint/2010/main" val="19982184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6E6F5-9890-9B4A-238C-8D4F420A7DDD}"/>
              </a:ext>
            </a:extLst>
          </p:cNvPr>
          <p:cNvSpPr>
            <a:spLocks noGrp="1"/>
          </p:cNvSpPr>
          <p:nvPr>
            <p:ph type="title"/>
          </p:nvPr>
        </p:nvSpPr>
        <p:spPr>
          <a:xfrm>
            <a:off x="366895" y="843845"/>
            <a:ext cx="3644517" cy="1880975"/>
          </a:xfrm>
        </p:spPr>
        <p:txBody>
          <a:bodyPr vert="horz" lIns="91440" tIns="45720" rIns="91440" bIns="45720" rtlCol="0" anchor="t">
            <a:normAutofit/>
          </a:bodyPr>
          <a:lstStyle/>
          <a:p>
            <a:r>
              <a:rPr lang="en-US" sz="4800"/>
              <a:t>Session</a:t>
            </a:r>
            <a:br>
              <a:rPr lang="en-US" sz="4800"/>
            </a:br>
            <a:br>
              <a:rPr lang="en-US" sz="4800"/>
            </a:br>
            <a:r>
              <a:rPr lang="en-US" sz="4800"/>
              <a:t>Outline</a:t>
            </a:r>
          </a:p>
        </p:txBody>
      </p:sp>
      <p:pic>
        <p:nvPicPr>
          <p:cNvPr id="8" name="Content Placeholder 4" descr="Social network">
            <a:extLst>
              <a:ext uri="{FF2B5EF4-FFF2-40B4-BE49-F238E27FC236}">
                <a16:creationId xmlns:a16="http://schemas.microsoft.com/office/drawing/2014/main" id="{FA8B4976-3F01-4880-8A38-7476C4551CC4}"/>
              </a:ext>
            </a:extLst>
          </p:cNvPr>
          <p:cNvPicPr>
            <a:picLocks noChangeAspect="1"/>
          </p:cNvPicPr>
          <p:nvPr/>
        </p:nvPicPr>
        <p:blipFill>
          <a:blip r:embed="rId3"/>
          <a:stretch/>
        </p:blipFill>
        <p:spPr>
          <a:xfrm>
            <a:off x="554038" y="3710932"/>
            <a:ext cx="2822152" cy="1880975"/>
          </a:xfrm>
          <a:prstGeom prst="rect">
            <a:avLst/>
          </a:prstGeom>
          <a:noFill/>
        </p:spPr>
      </p:pic>
      <p:graphicFrame>
        <p:nvGraphicFramePr>
          <p:cNvPr id="11" name="Table Placeholder 7">
            <a:extLst>
              <a:ext uri="{FF2B5EF4-FFF2-40B4-BE49-F238E27FC236}">
                <a16:creationId xmlns:a16="http://schemas.microsoft.com/office/drawing/2014/main" id="{A869F014-C0EB-2766-5ABC-4E27BA0AA9C3}"/>
              </a:ext>
            </a:extLst>
          </p:cNvPr>
          <p:cNvGraphicFramePr>
            <a:graphicFrameLocks/>
          </p:cNvGraphicFramePr>
          <p:nvPr>
            <p:extLst>
              <p:ext uri="{D42A27DB-BD31-4B8C-83A1-F6EECF244321}">
                <p14:modId xmlns:p14="http://schemas.microsoft.com/office/powerpoint/2010/main" val="3928876035"/>
              </p:ext>
            </p:extLst>
          </p:nvPr>
        </p:nvGraphicFramePr>
        <p:xfrm>
          <a:off x="4686364" y="570105"/>
          <a:ext cx="5608625" cy="5702046"/>
        </p:xfrm>
        <a:graphic>
          <a:graphicData uri="http://schemas.openxmlformats.org/drawingml/2006/table">
            <a:tbl>
              <a:tblPr>
                <a:tableStyleId>{2D5ABB26-0587-4C30-8999-92F81FD0307C}</a:tableStyleId>
              </a:tblPr>
              <a:tblGrid>
                <a:gridCol w="1383658">
                  <a:extLst>
                    <a:ext uri="{9D8B030D-6E8A-4147-A177-3AD203B41FA5}">
                      <a16:colId xmlns:a16="http://schemas.microsoft.com/office/drawing/2014/main" val="2469643470"/>
                    </a:ext>
                  </a:extLst>
                </a:gridCol>
                <a:gridCol w="4224967">
                  <a:extLst>
                    <a:ext uri="{9D8B030D-6E8A-4147-A177-3AD203B41FA5}">
                      <a16:colId xmlns:a16="http://schemas.microsoft.com/office/drawing/2014/main" val="632822243"/>
                    </a:ext>
                  </a:extLst>
                </a:gridCol>
              </a:tblGrid>
              <a:tr h="743840">
                <a:tc>
                  <a:txBody>
                    <a:bodyPr/>
                    <a:lstStyle/>
                    <a:p>
                      <a:pPr algn="ctr"/>
                      <a:r>
                        <a:rPr lang="en-US" sz="4000" b="1" dirty="0">
                          <a:solidFill>
                            <a:schemeClr val="accent1"/>
                          </a:solidFill>
                          <a:latin typeface="+mj-lt"/>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n-US" sz="1400" b="1" i="0" kern="1200" dirty="0">
                          <a:solidFill>
                            <a:schemeClr val="tx1"/>
                          </a:solidFill>
                          <a:effectLst/>
                          <a:latin typeface="+mn-lt"/>
                          <a:ea typeface="GT America Regular" charset="0"/>
                          <a:cs typeface="GT America Regular" charset="0"/>
                        </a:rPr>
                        <a:t>Recap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6007491"/>
                  </a:ext>
                </a:extLst>
              </a:tr>
              <a:tr h="8126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kern="1200" noProof="0" dirty="0">
                          <a:solidFill>
                            <a:schemeClr val="accent1"/>
                          </a:solidFill>
                          <a:latin typeface="+mj-lt"/>
                          <a:ea typeface="+mn-ea"/>
                          <a:cs typeface="+mn-cs"/>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kern="1200" dirty="0">
                          <a:solidFill>
                            <a:schemeClr val="tx1"/>
                          </a:solidFill>
                          <a:effectLst/>
                          <a:latin typeface="+mn-lt"/>
                          <a:ea typeface="GT America Regular" charset="0"/>
                          <a:cs typeface="GT America Regular" charset="0"/>
                        </a:rPr>
                        <a:t>Session Goals</a:t>
                      </a:r>
                    </a:p>
                    <a:p>
                      <a:endParaRPr lang="en-US" sz="1400" b="0" i="0" kern="1200">
                        <a:solidFill>
                          <a:schemeClr val="tx1"/>
                        </a:solidFill>
                        <a:effectLst/>
                        <a:latin typeface="+mn-lt"/>
                        <a:ea typeface="GT America Regular" charset="0"/>
                        <a:cs typeface="GT America Regular"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7285981"/>
                  </a:ext>
                </a:extLst>
              </a:tr>
              <a:tr h="87756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kern="1200" dirty="0">
                          <a:solidFill>
                            <a:schemeClr val="accent1"/>
                          </a:solidFill>
                          <a:latin typeface="+mj-lt"/>
                          <a:ea typeface="+mn-ea"/>
                          <a:cs typeface="+mn-cs"/>
                        </a:rPr>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kern="1200" dirty="0">
                          <a:solidFill>
                            <a:schemeClr val="tx1"/>
                          </a:solidFill>
                          <a:effectLst/>
                          <a:latin typeface="+mn-lt"/>
                          <a:ea typeface="GT America Regular" charset="0"/>
                          <a:cs typeface="GT America Regular" charset="0"/>
                        </a:rPr>
                        <a:t>Step 1 – Read/Access Data</a:t>
                      </a:r>
                    </a:p>
                    <a:p>
                      <a:endParaRPr lang="en-US" sz="1400" b="0" i="0" kern="1200">
                        <a:solidFill>
                          <a:schemeClr val="tx1"/>
                        </a:solidFill>
                        <a:effectLst/>
                        <a:latin typeface="+mn-lt"/>
                        <a:ea typeface="GT America Regular" charset="0"/>
                        <a:cs typeface="GT America Regular"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334366"/>
                  </a:ext>
                </a:extLst>
              </a:tr>
              <a:tr h="77771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kern="1200" noProof="0" dirty="0">
                          <a:solidFill>
                            <a:schemeClr val="accent1"/>
                          </a:solidFill>
                          <a:latin typeface="+mj-lt"/>
                          <a:ea typeface="+mn-ea"/>
                          <a:cs typeface="+mn-cs"/>
                        </a:rPr>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i="0" kern="1200" dirty="0">
                          <a:solidFill>
                            <a:schemeClr val="tx1"/>
                          </a:solidFill>
                          <a:effectLst/>
                          <a:latin typeface="+mn-lt"/>
                          <a:ea typeface="GT America Regular" charset="0"/>
                          <a:cs typeface="GT America Regular" charset="0"/>
                        </a:rPr>
                        <a:t>Understanding Nodes and Configuration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7412935"/>
                  </a:ext>
                </a:extLst>
              </a:tr>
              <a:tr h="249024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kern="1200" dirty="0">
                          <a:solidFill>
                            <a:schemeClr val="accent1"/>
                          </a:solidFill>
                          <a:latin typeface="+mj-lt"/>
                          <a:ea typeface="+mn-ea"/>
                          <a:cs typeface="+mn-cs"/>
                        </a:rPr>
                        <a:t>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dirty="0">
                          <a:ln>
                            <a:noFill/>
                          </a:ln>
                          <a:solidFill>
                            <a:schemeClr val="accent1"/>
                          </a:solidFill>
                          <a:effectLst/>
                          <a:uLnTx/>
                          <a:uFillTx/>
                          <a:latin typeface="+mj-lt"/>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kern="1200" noProof="0" dirty="0">
                          <a:solidFill>
                            <a:schemeClr val="accent1"/>
                          </a:solidFill>
                          <a:latin typeface="+mj-lt"/>
                          <a:ea typeface="+mn-ea"/>
                          <a:cs typeface="+mn-cs"/>
                        </a:rPr>
                        <a:t>6</a:t>
                      </a:r>
                    </a:p>
                    <a:p>
                      <a:pPr algn="ctr"/>
                      <a:endParaRPr lang="en-US" sz="5400" b="1">
                        <a:solidFill>
                          <a:schemeClr val="accent1"/>
                        </a:solidFill>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b="0" i="0" kern="1200">
                        <a:solidFill>
                          <a:schemeClr val="tx1"/>
                        </a:solidFill>
                        <a:effectLst/>
                        <a:latin typeface="+mn-lt"/>
                        <a:ea typeface="GT America Regular" charset="0"/>
                        <a:cs typeface="GT America Regular"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53867"/>
                  </a:ext>
                </a:extLst>
              </a:tr>
            </a:tbl>
          </a:graphicData>
        </a:graphic>
      </p:graphicFrame>
      <p:sp>
        <p:nvSpPr>
          <p:cNvPr id="16" name="TextBox 15">
            <a:extLst>
              <a:ext uri="{FF2B5EF4-FFF2-40B4-BE49-F238E27FC236}">
                <a16:creationId xmlns:a16="http://schemas.microsoft.com/office/drawing/2014/main" id="{239C24CE-193D-AC34-F230-77507983C1BA}"/>
              </a:ext>
            </a:extLst>
          </p:cNvPr>
          <p:cNvSpPr txBox="1"/>
          <p:nvPr/>
        </p:nvSpPr>
        <p:spPr>
          <a:xfrm>
            <a:off x="6132760" y="4127163"/>
            <a:ext cx="4198990" cy="524256"/>
          </a:xfrm>
          <a:prstGeom prst="rect">
            <a:avLst/>
          </a:prstGeom>
          <a:noFill/>
        </p:spPr>
        <p:txBody>
          <a:bodyPr wrap="square" lIns="0" tIns="0" rIns="0" bIns="0" rtlCol="0">
            <a:noAutofit/>
          </a:bodyPr>
          <a:lstStyle/>
          <a:p>
            <a:pPr>
              <a:lnSpc>
                <a:spcPct val="101000"/>
              </a:lnSpc>
              <a:spcAft>
                <a:spcPts val="600"/>
              </a:spcAft>
            </a:pPr>
            <a:r>
              <a:rPr lang="en-US" sz="1400" b="1">
                <a:ea typeface="GT America Regular" charset="0"/>
                <a:cs typeface="GT America Regular" charset="0"/>
              </a:rPr>
              <a:t>Step 2 – Data </a:t>
            </a:r>
            <a:r>
              <a:rPr lang="en-US" sz="1400" b="1" err="1">
                <a:ea typeface="GT America Regular" charset="0"/>
                <a:cs typeface="GT America Regular" charset="0"/>
              </a:rPr>
              <a:t>Tranformation</a:t>
            </a:r>
            <a:r>
              <a:rPr lang="en-US" sz="1400" b="1">
                <a:ea typeface="GT America Regular" charset="0"/>
                <a:cs typeface="GT America Regular" charset="0"/>
              </a:rPr>
              <a:t> </a:t>
            </a:r>
          </a:p>
          <a:p>
            <a:pPr algn="l">
              <a:lnSpc>
                <a:spcPct val="101000"/>
              </a:lnSpc>
              <a:spcAft>
                <a:spcPts val="600"/>
              </a:spcAft>
            </a:pPr>
            <a:endParaRPr kumimoji="0" lang="en-US" sz="1400" b="0" i="0" u="none" strike="noStrike" kern="1200" cap="none" spc="0" normalizeH="0" baseline="0" noProof="0">
              <a:ln>
                <a:noFill/>
              </a:ln>
              <a:solidFill>
                <a:srgbClr val="000000"/>
              </a:solidFill>
              <a:effectLst/>
              <a:uLnTx/>
              <a:uFillTx/>
              <a:ea typeface="GT America Regular" charset="0"/>
              <a:cs typeface="GT America Regular" charset="0"/>
            </a:endParaRPr>
          </a:p>
        </p:txBody>
      </p:sp>
      <p:sp>
        <p:nvSpPr>
          <p:cNvPr id="17" name="TextBox 16">
            <a:extLst>
              <a:ext uri="{FF2B5EF4-FFF2-40B4-BE49-F238E27FC236}">
                <a16:creationId xmlns:a16="http://schemas.microsoft.com/office/drawing/2014/main" id="{854C2BB7-8599-B233-0E7D-433FDBFEEADB}"/>
              </a:ext>
            </a:extLst>
          </p:cNvPr>
          <p:cNvSpPr txBox="1"/>
          <p:nvPr/>
        </p:nvSpPr>
        <p:spPr>
          <a:xfrm>
            <a:off x="6096000" y="5029680"/>
            <a:ext cx="4198990" cy="524256"/>
          </a:xfrm>
          <a:prstGeom prst="rect">
            <a:avLst/>
          </a:prstGeom>
          <a:noFill/>
        </p:spPr>
        <p:txBody>
          <a:bodyPr wrap="square" lIns="0" tIns="0" rIns="0" bIns="0" rtlCol="0">
            <a:noAutofit/>
          </a:bodyPr>
          <a:lstStyle/>
          <a:p>
            <a:pPr>
              <a:lnSpc>
                <a:spcPct val="101000"/>
              </a:lnSpc>
              <a:spcAft>
                <a:spcPts val="600"/>
              </a:spcAft>
            </a:pPr>
            <a:r>
              <a:rPr kumimoji="0" lang="en-US" sz="1400" b="1" i="0" u="none" strike="noStrike" kern="1200" cap="none" spc="0" normalizeH="0" baseline="0" noProof="0">
                <a:ln>
                  <a:noFill/>
                </a:ln>
                <a:solidFill>
                  <a:srgbClr val="000000"/>
                </a:solidFill>
                <a:effectLst/>
                <a:uLnTx/>
                <a:uFillTx/>
                <a:ea typeface="GT America Regular" charset="0"/>
                <a:cs typeface="GT America Regular" charset="0"/>
              </a:rPr>
              <a:t>Use-case and </a:t>
            </a:r>
            <a:r>
              <a:rPr kumimoji="0" lang="en-US" sz="1400" b="1" i="0" u="none" strike="noStrike" kern="1200" cap="none" spc="0" normalizeH="0" baseline="0" noProof="0" err="1">
                <a:ln>
                  <a:noFill/>
                </a:ln>
                <a:solidFill>
                  <a:srgbClr val="000000"/>
                </a:solidFill>
                <a:effectLst/>
                <a:uLnTx/>
                <a:uFillTx/>
                <a:ea typeface="GT America Regular" charset="0"/>
                <a:cs typeface="GT America Regular" charset="0"/>
              </a:rPr>
              <a:t>Conclu</a:t>
            </a:r>
            <a:r>
              <a:rPr lang="en-US" sz="1400" b="1" err="1">
                <a:solidFill>
                  <a:srgbClr val="000000"/>
                </a:solidFill>
                <a:ea typeface="GT America Regular" charset="0"/>
                <a:cs typeface="GT America Regular" charset="0"/>
              </a:rPr>
              <a:t>sion</a:t>
            </a:r>
            <a:endParaRPr kumimoji="0" lang="en-US" sz="1400" b="0" i="0" u="none" strike="noStrike" kern="1200" cap="none" spc="0" normalizeH="0" baseline="0" noProof="0">
              <a:ln>
                <a:noFill/>
              </a:ln>
              <a:solidFill>
                <a:srgbClr val="000000"/>
              </a:solidFill>
              <a:effectLst/>
              <a:uLnTx/>
              <a:uFillTx/>
              <a:ea typeface="GT America Regular" charset="0"/>
              <a:cs typeface="GT America Regular" charset="0"/>
            </a:endParaRPr>
          </a:p>
        </p:txBody>
      </p:sp>
    </p:spTree>
    <p:extLst>
      <p:ext uri="{BB962C8B-B14F-4D97-AF65-F5344CB8AC3E}">
        <p14:creationId xmlns:p14="http://schemas.microsoft.com/office/powerpoint/2010/main" val="215328356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61274-980A-A218-4ECE-A5C69222F889}"/>
              </a:ext>
            </a:extLst>
          </p:cNvPr>
          <p:cNvSpPr>
            <a:spLocks noGrp="1"/>
          </p:cNvSpPr>
          <p:nvPr>
            <p:ph type="title"/>
          </p:nvPr>
        </p:nvSpPr>
        <p:spPr>
          <a:xfrm>
            <a:off x="440415" y="2643164"/>
            <a:ext cx="3300984" cy="1426604"/>
          </a:xfrm>
        </p:spPr>
        <p:txBody>
          <a:bodyPr vert="horz" lIns="91440" tIns="45720" rIns="91440" bIns="45720" rtlCol="0" anchor="t">
            <a:normAutofit/>
          </a:bodyPr>
          <a:lstStyle/>
          <a:p>
            <a:r>
              <a:rPr lang="en-US"/>
              <a:t>Recap</a:t>
            </a:r>
          </a:p>
        </p:txBody>
      </p:sp>
      <p:graphicFrame>
        <p:nvGraphicFramePr>
          <p:cNvPr id="13" name="Diagram 12">
            <a:extLst>
              <a:ext uri="{FF2B5EF4-FFF2-40B4-BE49-F238E27FC236}">
                <a16:creationId xmlns:a16="http://schemas.microsoft.com/office/drawing/2014/main" id="{C842DE13-2BB4-DFBF-6ADC-83FB69B4A1D9}"/>
              </a:ext>
            </a:extLst>
          </p:cNvPr>
          <p:cNvGraphicFramePr/>
          <p:nvPr>
            <p:extLst>
              <p:ext uri="{D42A27DB-BD31-4B8C-83A1-F6EECF244321}">
                <p14:modId xmlns:p14="http://schemas.microsoft.com/office/powerpoint/2010/main" val="1596470626"/>
              </p:ext>
            </p:extLst>
          </p:nvPr>
        </p:nvGraphicFramePr>
        <p:xfrm>
          <a:off x="4284922" y="212651"/>
          <a:ext cx="7907078" cy="66453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0965375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3d illustration">
            <a:extLst>
              <a:ext uri="{FF2B5EF4-FFF2-40B4-BE49-F238E27FC236}">
                <a16:creationId xmlns:a16="http://schemas.microsoft.com/office/drawing/2014/main" id="{EAAF11E6-07DA-4D91-8931-CF084B4F1B4B}"/>
              </a:ext>
            </a:extLst>
          </p:cNvPr>
          <p:cNvPicPr>
            <a:picLocks noGrp="1" noChangeAspect="1"/>
          </p:cNvPicPr>
          <p:nvPr>
            <p:ph sz="quarter" idx="18"/>
          </p:nvPr>
        </p:nvPicPr>
        <p:blipFill>
          <a:blip r:embed="rId3"/>
          <a:stretch/>
        </p:blipFill>
        <p:spPr>
          <a:xfrm>
            <a:off x="852800" y="3739742"/>
            <a:ext cx="2482664" cy="2090833"/>
          </a:xfrm>
          <a:prstGeom prst="rect">
            <a:avLst/>
          </a:prstGeom>
          <a:noFill/>
        </p:spPr>
      </p:pic>
      <p:graphicFrame>
        <p:nvGraphicFramePr>
          <p:cNvPr id="3" name="Diagram 2">
            <a:extLst>
              <a:ext uri="{FF2B5EF4-FFF2-40B4-BE49-F238E27FC236}">
                <a16:creationId xmlns:a16="http://schemas.microsoft.com/office/drawing/2014/main" id="{8E47305E-49B2-16DC-46E1-D28FB991BD7D}"/>
              </a:ext>
            </a:extLst>
          </p:cNvPr>
          <p:cNvGraphicFramePr/>
          <p:nvPr>
            <p:extLst>
              <p:ext uri="{D42A27DB-BD31-4B8C-83A1-F6EECF244321}">
                <p14:modId xmlns:p14="http://schemas.microsoft.com/office/powerpoint/2010/main" val="3357658120"/>
              </p:ext>
            </p:extLst>
          </p:nvPr>
        </p:nvGraphicFramePr>
        <p:xfrm>
          <a:off x="4502644" y="884451"/>
          <a:ext cx="7399392" cy="50890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Title 1">
            <a:extLst>
              <a:ext uri="{FF2B5EF4-FFF2-40B4-BE49-F238E27FC236}">
                <a16:creationId xmlns:a16="http://schemas.microsoft.com/office/drawing/2014/main" id="{621C2182-6097-A3F5-B584-C593ED9964E6}"/>
              </a:ext>
            </a:extLst>
          </p:cNvPr>
          <p:cNvSpPr>
            <a:spLocks noGrp="1"/>
          </p:cNvSpPr>
          <p:nvPr>
            <p:ph type="title"/>
          </p:nvPr>
        </p:nvSpPr>
        <p:spPr/>
        <p:txBody>
          <a:bodyPr vert="horz" lIns="91440" tIns="45720" rIns="91440" bIns="45720" rtlCol="0" anchor="t">
            <a:normAutofit/>
          </a:bodyPr>
          <a:lstStyle/>
          <a:p>
            <a:r>
              <a:rPr lang="en-US"/>
              <a:t>Overview of Session Goals</a:t>
            </a:r>
          </a:p>
        </p:txBody>
      </p:sp>
    </p:spTree>
    <p:extLst>
      <p:ext uri="{BB962C8B-B14F-4D97-AF65-F5344CB8AC3E}">
        <p14:creationId xmlns:p14="http://schemas.microsoft.com/office/powerpoint/2010/main" val="322897408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2C2FD-5F4B-5EA4-6869-D7365DD5069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322A3B8-5A6A-392B-6E09-73C225E5EC15}"/>
              </a:ext>
            </a:extLst>
          </p:cNvPr>
          <p:cNvSpPr txBox="1"/>
          <p:nvPr/>
        </p:nvSpPr>
        <p:spPr>
          <a:xfrm>
            <a:off x="169533" y="2761753"/>
            <a:ext cx="3780516" cy="2123658"/>
          </a:xfrm>
          <a:prstGeom prst="rect">
            <a:avLst/>
          </a:prstGeom>
          <a:noFill/>
        </p:spPr>
        <p:txBody>
          <a:bodyPr wrap="square">
            <a:spAutoFit/>
          </a:bodyPr>
          <a:lstStyle/>
          <a:p>
            <a: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t>Data Access/Read </a:t>
            </a:r>
            <a:b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br>
            <a:endParaRPr lang="en-US" sz="4400"/>
          </a:p>
        </p:txBody>
      </p:sp>
      <p:pic>
        <p:nvPicPr>
          <p:cNvPr id="1026" name="Picture 2">
            <a:extLst>
              <a:ext uri="{FF2B5EF4-FFF2-40B4-BE49-F238E27FC236}">
                <a16:creationId xmlns:a16="http://schemas.microsoft.com/office/drawing/2014/main" id="{31BEE7A6-9376-DBB0-ED13-29745C1402A8}"/>
              </a:ext>
            </a:extLst>
          </p:cNvPr>
          <p:cNvPicPr>
            <a:picLocks noChangeAspect="1" noChangeArrowheads="1"/>
          </p:cNvPicPr>
          <p:nvPr/>
        </p:nvPicPr>
        <p:blipFill>
          <a:blip r:embed="rId3">
            <a:clrChange>
              <a:clrFrom>
                <a:srgbClr val="FFFFFF"/>
              </a:clrFrom>
              <a:clrTo>
                <a:srgbClr val="FFFFFF">
                  <a:alpha val="0"/>
                </a:srgbClr>
              </a:clrTo>
            </a:clrChange>
            <a:duotone>
              <a:prstClr val="black"/>
              <a:srgbClr val="CFD0E1">
                <a:tint val="45000"/>
                <a:satMod val="400000"/>
              </a:srgbClr>
            </a:duotone>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4274289" y="1177131"/>
            <a:ext cx="8067068" cy="442622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37FCFCA-D503-FA63-9372-07E5DF776879}"/>
              </a:ext>
            </a:extLst>
          </p:cNvPr>
          <p:cNvPicPr>
            <a:picLocks noChangeAspect="1"/>
          </p:cNvPicPr>
          <p:nvPr/>
        </p:nvPicPr>
        <p:blipFill>
          <a:blip r:embed="rId5"/>
          <a:stretch>
            <a:fillRect/>
          </a:stretch>
        </p:blipFill>
        <p:spPr>
          <a:xfrm>
            <a:off x="4401353" y="1407536"/>
            <a:ext cx="1505033" cy="3477875"/>
          </a:xfrm>
          <a:prstGeom prst="rect">
            <a:avLst/>
          </a:prstGeom>
        </p:spPr>
      </p:pic>
      <p:sp>
        <p:nvSpPr>
          <p:cNvPr id="4" name="TextBox 3">
            <a:extLst>
              <a:ext uri="{FF2B5EF4-FFF2-40B4-BE49-F238E27FC236}">
                <a16:creationId xmlns:a16="http://schemas.microsoft.com/office/drawing/2014/main" id="{A0819A30-1883-A1D1-56E8-3DC36A154AF0}"/>
              </a:ext>
            </a:extLst>
          </p:cNvPr>
          <p:cNvSpPr txBox="1"/>
          <p:nvPr/>
        </p:nvSpPr>
        <p:spPr>
          <a:xfrm>
            <a:off x="212274" y="1735960"/>
            <a:ext cx="3780516" cy="769441"/>
          </a:xfrm>
          <a:prstGeom prst="rect">
            <a:avLst/>
          </a:prstGeom>
          <a:noFill/>
        </p:spPr>
        <p:txBody>
          <a:bodyPr wrap="square">
            <a:spAutoFit/>
          </a:bodyPr>
          <a:lstStyle/>
          <a:p>
            <a: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t>STEP 1</a:t>
            </a:r>
            <a:endParaRPr lang="en-US" sz="4400"/>
          </a:p>
        </p:txBody>
      </p:sp>
    </p:spTree>
    <p:extLst>
      <p:ext uri="{BB962C8B-B14F-4D97-AF65-F5344CB8AC3E}">
        <p14:creationId xmlns:p14="http://schemas.microsoft.com/office/powerpoint/2010/main" val="206022893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1B0F4BFB-597A-CBCA-69E3-41B750A1037E}"/>
              </a:ext>
            </a:extLst>
          </p:cNvPr>
          <p:cNvSpPr txBox="1"/>
          <p:nvPr/>
        </p:nvSpPr>
        <p:spPr>
          <a:xfrm>
            <a:off x="249277" y="1407536"/>
            <a:ext cx="3780516" cy="4832092"/>
          </a:xfrm>
          <a:prstGeom prst="rect">
            <a:avLst/>
          </a:prstGeom>
          <a:noFill/>
        </p:spPr>
        <p:txBody>
          <a:bodyPr wrap="square">
            <a:spAutoFit/>
          </a:bodyPr>
          <a:lstStyle/>
          <a:p>
            <a: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t>Data Access/Read</a:t>
            </a:r>
            <a:b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br>
            <a:r>
              <a:rPr lang="en-US" sz="4400" b="1">
                <a:solidFill>
                  <a:prstClr val="white"/>
                </a:solidFill>
                <a:latin typeface="Times New Roman" panose="02020603050405020304"/>
                <a:ea typeface="+mj-ea"/>
                <a:cs typeface="+mj-cs"/>
              </a:rPr>
              <a:t>Definition and Use Case</a:t>
            </a:r>
            <a:b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br>
            <a: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t> </a:t>
            </a:r>
            <a:b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br>
            <a:b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br>
            <a:endParaRPr lang="en-US" sz="4400"/>
          </a:p>
        </p:txBody>
      </p:sp>
      <p:sp>
        <p:nvSpPr>
          <p:cNvPr id="31" name="TextBox 30">
            <a:extLst>
              <a:ext uri="{FF2B5EF4-FFF2-40B4-BE49-F238E27FC236}">
                <a16:creationId xmlns:a16="http://schemas.microsoft.com/office/drawing/2014/main" id="{C10A8412-231D-ECE1-E754-86DC7C6E160E}"/>
              </a:ext>
            </a:extLst>
          </p:cNvPr>
          <p:cNvSpPr txBox="1"/>
          <p:nvPr/>
        </p:nvSpPr>
        <p:spPr>
          <a:xfrm>
            <a:off x="4381941" y="1055028"/>
            <a:ext cx="7606268" cy="1754326"/>
          </a:xfrm>
          <a:prstGeom prst="rect">
            <a:avLst/>
          </a:prstGeom>
          <a:noFill/>
        </p:spPr>
        <p:txBody>
          <a:bodyPr wrap="square">
            <a:spAutoFit/>
          </a:bodyPr>
          <a:lstStyle/>
          <a:p>
            <a:pPr algn="l" fontAlgn="auto" latinLnBrk="0">
              <a:buNone/>
            </a:pPr>
            <a:r>
              <a:rPr lang="en-US" b="0" i="0">
                <a:solidFill>
                  <a:srgbClr val="000000"/>
                </a:solidFill>
                <a:effectLst/>
                <a:latin typeface="inherit"/>
              </a:rPr>
              <a:t>Data Access represents the beginning of every data process. Data can be stored in many ways, including:</a:t>
            </a:r>
          </a:p>
          <a:p>
            <a:pPr algn="l" fontAlgn="auto" latinLnBrk="0">
              <a:buFont typeface="Arial" panose="020B0604020202020204" pitchFamily="34" charset="0"/>
              <a:buChar char="•"/>
            </a:pPr>
            <a:r>
              <a:rPr lang="en-US" b="0" i="0">
                <a:solidFill>
                  <a:srgbClr val="000000"/>
                </a:solidFill>
                <a:effectLst/>
                <a:latin typeface="inherit"/>
              </a:rPr>
              <a:t>Locally</a:t>
            </a:r>
          </a:p>
          <a:p>
            <a:pPr algn="just" fontAlgn="auto" latinLnBrk="0">
              <a:buFont typeface="Arial" panose="020B0604020202020204" pitchFamily="34" charset="0"/>
              <a:buChar char="•"/>
            </a:pPr>
            <a:r>
              <a:rPr lang="en-US" b="0" i="0">
                <a:solidFill>
                  <a:srgbClr val="000000"/>
                </a:solidFill>
                <a:effectLst/>
                <a:latin typeface="inherit"/>
              </a:rPr>
              <a:t>In different data formats (.csv, .</a:t>
            </a:r>
            <a:r>
              <a:rPr lang="en-US" b="0" i="0" err="1">
                <a:solidFill>
                  <a:srgbClr val="000000"/>
                </a:solidFill>
                <a:effectLst/>
                <a:latin typeface="inherit"/>
              </a:rPr>
              <a:t>xls</a:t>
            </a:r>
            <a:r>
              <a:rPr lang="en-US" b="0" i="0">
                <a:solidFill>
                  <a:srgbClr val="000000"/>
                </a:solidFill>
                <a:effectLst/>
                <a:latin typeface="inherit"/>
              </a:rPr>
              <a:t>…)</a:t>
            </a:r>
          </a:p>
          <a:p>
            <a:pPr algn="just" fontAlgn="auto" latinLnBrk="0">
              <a:buFont typeface="Arial" panose="020B0604020202020204" pitchFamily="34" charset="0"/>
              <a:buChar char="•"/>
            </a:pPr>
            <a:r>
              <a:rPr lang="en-US" b="0" i="0">
                <a:solidFill>
                  <a:srgbClr val="000000"/>
                </a:solidFill>
                <a:effectLst/>
                <a:latin typeface="inherit"/>
              </a:rPr>
              <a:t>On the cloud</a:t>
            </a:r>
          </a:p>
          <a:p>
            <a:pPr algn="just" fontAlgn="auto" latinLnBrk="0">
              <a:buFont typeface="Arial" panose="020B0604020202020204" pitchFamily="34" charset="0"/>
              <a:buChar char="•"/>
            </a:pPr>
            <a:r>
              <a:rPr lang="en-US" b="0" i="0">
                <a:solidFill>
                  <a:srgbClr val="000000"/>
                </a:solidFill>
                <a:effectLst/>
                <a:latin typeface="inherit"/>
              </a:rPr>
              <a:t>In a database</a:t>
            </a:r>
          </a:p>
        </p:txBody>
      </p:sp>
    </p:spTree>
    <p:extLst>
      <p:ext uri="{BB962C8B-B14F-4D97-AF65-F5344CB8AC3E}">
        <p14:creationId xmlns:p14="http://schemas.microsoft.com/office/powerpoint/2010/main" val="293122275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46D4E-7EB4-60B2-089F-F3590A8764C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92809BB-DACE-4744-AABB-50D9CEB79F58}"/>
              </a:ext>
            </a:extLst>
          </p:cNvPr>
          <p:cNvSpPr txBox="1"/>
          <p:nvPr/>
        </p:nvSpPr>
        <p:spPr>
          <a:xfrm>
            <a:off x="249277" y="1407536"/>
            <a:ext cx="3780516" cy="3477875"/>
          </a:xfrm>
          <a:prstGeom prst="rect">
            <a:avLst/>
          </a:prstGeom>
          <a:noFill/>
        </p:spPr>
        <p:txBody>
          <a:bodyPr wrap="square">
            <a:spAutoFit/>
          </a:bodyPr>
          <a:lstStyle/>
          <a:p>
            <a: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t>Data Access/Read</a:t>
            </a:r>
            <a:b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br>
            <a: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t>Nodes </a:t>
            </a:r>
            <a:b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br>
            <a:b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br>
            <a: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t>Files\Tables</a:t>
            </a:r>
            <a:endParaRPr lang="en-US" sz="4400"/>
          </a:p>
        </p:txBody>
      </p:sp>
      <p:pic>
        <p:nvPicPr>
          <p:cNvPr id="29" name="Picture 28">
            <a:extLst>
              <a:ext uri="{FF2B5EF4-FFF2-40B4-BE49-F238E27FC236}">
                <a16:creationId xmlns:a16="http://schemas.microsoft.com/office/drawing/2014/main" id="{A5B3457F-B25B-9FC0-FEA4-A556F9C7089B}"/>
              </a:ext>
            </a:extLst>
          </p:cNvPr>
          <p:cNvPicPr>
            <a:picLocks noChangeAspect="1"/>
          </p:cNvPicPr>
          <p:nvPr/>
        </p:nvPicPr>
        <p:blipFill>
          <a:blip r:embed="rId3"/>
          <a:stretch>
            <a:fillRect/>
          </a:stretch>
        </p:blipFill>
        <p:spPr>
          <a:xfrm>
            <a:off x="4316819" y="2596821"/>
            <a:ext cx="7804297" cy="2110923"/>
          </a:xfrm>
          <a:prstGeom prst="rect">
            <a:avLst/>
          </a:prstGeom>
        </p:spPr>
      </p:pic>
    </p:spTree>
    <p:extLst>
      <p:ext uri="{BB962C8B-B14F-4D97-AF65-F5344CB8AC3E}">
        <p14:creationId xmlns:p14="http://schemas.microsoft.com/office/powerpoint/2010/main" val="177347892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907C9-2164-8DBF-92E2-610C9B35D0A8}"/>
            </a:ext>
          </a:extLst>
        </p:cNvPr>
        <p:cNvGrpSpPr/>
        <p:nvPr/>
      </p:nvGrpSpPr>
      <p:grpSpPr>
        <a:xfrm>
          <a:off x="0" y="0"/>
          <a:ext cx="0" cy="0"/>
          <a:chOff x="0" y="0"/>
          <a:chExt cx="0" cy="0"/>
        </a:xfrm>
      </p:grpSpPr>
      <p:sp>
        <p:nvSpPr>
          <p:cNvPr id="26" name="Title 3">
            <a:extLst>
              <a:ext uri="{FF2B5EF4-FFF2-40B4-BE49-F238E27FC236}">
                <a16:creationId xmlns:a16="http://schemas.microsoft.com/office/drawing/2014/main" id="{44ED6FC5-5A42-66CE-2ED3-8F22F799824C}"/>
              </a:ext>
            </a:extLst>
          </p:cNvPr>
          <p:cNvSpPr>
            <a:spLocks noGrp="1"/>
          </p:cNvSpPr>
          <p:nvPr>
            <p:ph type="title"/>
          </p:nvPr>
        </p:nvSpPr>
        <p:spPr>
          <a:xfrm>
            <a:off x="546100" y="552450"/>
            <a:ext cx="3300984" cy="1426604"/>
          </a:xfrm>
        </p:spPr>
        <p:txBody>
          <a:bodyPr/>
          <a:lstStyle/>
          <a:p>
            <a:r>
              <a:rPr lang="en-US"/>
              <a:t>Configuration</a:t>
            </a:r>
            <a:br>
              <a:rPr lang="en-US"/>
            </a:br>
            <a:r>
              <a:rPr lang="en-US"/>
              <a:t>Reading Files</a:t>
            </a:r>
          </a:p>
        </p:txBody>
      </p:sp>
      <p:sp>
        <p:nvSpPr>
          <p:cNvPr id="27" name="Text Placeholder 8">
            <a:extLst>
              <a:ext uri="{FF2B5EF4-FFF2-40B4-BE49-F238E27FC236}">
                <a16:creationId xmlns:a16="http://schemas.microsoft.com/office/drawing/2014/main" id="{CC291C74-204B-AF8D-DBBD-5A92AFC7C5A0}"/>
              </a:ext>
            </a:extLst>
          </p:cNvPr>
          <p:cNvSpPr txBox="1">
            <a:spLocks/>
          </p:cNvSpPr>
          <p:nvPr/>
        </p:nvSpPr>
        <p:spPr>
          <a:xfrm>
            <a:off x="546099" y="2425699"/>
            <a:ext cx="3300984" cy="2867025"/>
          </a:xfrm>
          <a:prstGeom prst="rect">
            <a:avLst/>
          </a:prstGeom>
        </p:spPr>
        <p:txBody>
          <a:bodyPr vert="horz" lIns="0" tIns="0" rIns="0" bIns="0" rtlCol="0">
            <a:noAutofit/>
          </a:bodyPr>
          <a:lstStyle>
            <a:lvl1pPr marL="0" indent="0" algn="l" defTabSz="914400" rtl="0" eaLnBrk="1" latinLnBrk="0" hangingPunct="1">
              <a:lnSpc>
                <a:spcPct val="101000"/>
              </a:lnSpc>
              <a:spcBef>
                <a:spcPts val="2400"/>
              </a:spcBef>
              <a:spcAft>
                <a:spcPts val="600"/>
              </a:spcAft>
              <a:buFont typeface="GT America Regular"/>
              <a:buNone/>
              <a:defRPr sz="1400" b="0" i="0" kern="1200">
                <a:solidFill>
                  <a:schemeClr val="bg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pitchFamily="2" charset="77"/>
              <a:buChar char="→"/>
              <a:defRPr sz="1400" b="0" i="0" kern="1200">
                <a:solidFill>
                  <a:schemeClr val="bg1"/>
                </a:solidFill>
                <a:latin typeface="+mn-lt"/>
                <a:ea typeface="GT America Regular"/>
                <a:cs typeface="GT America Regular"/>
              </a:defRPr>
            </a:lvl2pPr>
            <a:lvl3pPr marL="0" indent="0" algn="l" defTabSz="914400" rtl="0" eaLnBrk="1" latinLnBrk="0" hangingPunct="1">
              <a:lnSpc>
                <a:spcPct val="101000"/>
              </a:lnSpc>
              <a:spcBef>
                <a:spcPts val="0"/>
              </a:spcBef>
              <a:spcAft>
                <a:spcPts val="600"/>
              </a:spcAft>
              <a:buClr>
                <a:schemeClr val="accent1"/>
              </a:buClr>
              <a:buFont typeface="GT America Regular" pitchFamily="50" charset="0"/>
              <a:buNone/>
              <a:defRPr sz="1400" b="0" i="0" kern="1200">
                <a:solidFill>
                  <a:schemeClr val="bg1"/>
                </a:solidFill>
                <a:latin typeface="+mn-lt"/>
                <a:ea typeface="GT America Regular" pitchFamily="2" charset="77"/>
                <a:cs typeface="GT America Regular" pitchFamily="2" charset="77"/>
              </a:defRPr>
            </a:lvl3pPr>
            <a:lvl4pPr marL="283464"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bg1"/>
                </a:solidFill>
                <a:latin typeface="+mn-lt"/>
                <a:ea typeface="GT America Regular" pitchFamily="2" charset="77"/>
                <a:cs typeface="GT America Regular" pitchFamily="2" charset="77"/>
              </a:defRPr>
            </a:lvl4pPr>
            <a:lvl5pPr marL="283464" indent="0" algn="l" defTabSz="914400" rtl="0" eaLnBrk="1" latinLnBrk="0" hangingPunct="1">
              <a:lnSpc>
                <a:spcPct val="101000"/>
              </a:lnSpc>
              <a:spcBef>
                <a:spcPts val="0"/>
              </a:spcBef>
              <a:spcAft>
                <a:spcPts val="600"/>
              </a:spcAft>
              <a:buClr>
                <a:schemeClr val="accent1"/>
              </a:buClr>
              <a:buFont typeface="GT America Regular" charset="0"/>
              <a:buNone/>
              <a:tabLst/>
              <a:defRPr sz="1400" b="0" i="0" kern="1200">
                <a:solidFill>
                  <a:schemeClr val="bg1"/>
                </a:solidFill>
                <a:latin typeface="+mn-lt"/>
                <a:ea typeface="GT America Regular" pitchFamily="2" charset="77"/>
                <a:cs typeface="GT America Regular" pitchFamily="2" charset="77"/>
              </a:defRPr>
            </a:lvl5pPr>
            <a:lvl6pPr marL="283464"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bg1"/>
                </a:solidFill>
                <a:latin typeface="+mn-lt"/>
                <a:ea typeface="GT America Regular" pitchFamily="2" charset="77"/>
                <a:cs typeface="GT America Regular" pitchFamily="2" charset="77"/>
              </a:defRPr>
            </a:lvl6pPr>
            <a:lvl7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7pPr>
            <a:lvl8pPr marL="283464"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bg1"/>
                </a:solidFill>
                <a:latin typeface="+mn-lt"/>
                <a:ea typeface="GT America Regular" pitchFamily="2" charset="77"/>
                <a:cs typeface="GT America Regular" pitchFamily="2" charset="77"/>
              </a:defRPr>
            </a:lvl8pPr>
            <a:lvl9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9pPr>
          </a:lstStyle>
          <a:p>
            <a:pPr>
              <a:spcBef>
                <a:spcPts val="2500"/>
              </a:spcBef>
            </a:pPr>
            <a:br>
              <a:rPr lang="en-US"/>
            </a:br>
            <a:endParaRPr lang="en-US"/>
          </a:p>
        </p:txBody>
      </p:sp>
      <p:pic>
        <p:nvPicPr>
          <p:cNvPr id="3" name="Picture 2">
            <a:extLst>
              <a:ext uri="{FF2B5EF4-FFF2-40B4-BE49-F238E27FC236}">
                <a16:creationId xmlns:a16="http://schemas.microsoft.com/office/drawing/2014/main" id="{B654569C-F9C1-3A07-98D5-8B518BE8446B}"/>
              </a:ext>
            </a:extLst>
          </p:cNvPr>
          <p:cNvPicPr>
            <a:picLocks noChangeAspect="1"/>
          </p:cNvPicPr>
          <p:nvPr/>
        </p:nvPicPr>
        <p:blipFill>
          <a:blip r:embed="rId2"/>
          <a:stretch>
            <a:fillRect/>
          </a:stretch>
        </p:blipFill>
        <p:spPr>
          <a:xfrm>
            <a:off x="0" y="2748516"/>
            <a:ext cx="4029740" cy="3503516"/>
          </a:xfrm>
          <a:prstGeom prst="rect">
            <a:avLst/>
          </a:prstGeom>
        </p:spPr>
      </p:pic>
      <p:sp>
        <p:nvSpPr>
          <p:cNvPr id="5" name="TextBox 4">
            <a:extLst>
              <a:ext uri="{FF2B5EF4-FFF2-40B4-BE49-F238E27FC236}">
                <a16:creationId xmlns:a16="http://schemas.microsoft.com/office/drawing/2014/main" id="{556415B9-18F9-B55D-86D9-3DEA4B0B767E}"/>
              </a:ext>
            </a:extLst>
          </p:cNvPr>
          <p:cNvSpPr txBox="1"/>
          <p:nvPr/>
        </p:nvSpPr>
        <p:spPr>
          <a:xfrm>
            <a:off x="4429550" y="382012"/>
            <a:ext cx="7111851" cy="6093976"/>
          </a:xfrm>
          <a:prstGeom prst="rect">
            <a:avLst/>
          </a:prstGeom>
          <a:noFill/>
        </p:spPr>
        <p:txBody>
          <a:bodyPr wrap="square">
            <a:spAutoFit/>
          </a:bodyPr>
          <a:lstStyle/>
          <a:p>
            <a:pPr marL="0" marR="0">
              <a:buNone/>
            </a:pPr>
            <a:r>
              <a:rPr lang="en-US" sz="1500" b="1">
                <a:solidFill>
                  <a:srgbClr val="000000"/>
                </a:solidFill>
                <a:effectLst/>
                <a:latin typeface="Roboto" panose="02000000000000000000" pitchFamily="2" charset="0"/>
              </a:rPr>
              <a:t>Local File System</a:t>
            </a:r>
            <a:endParaRPr lang="en-US" sz="1500">
              <a:effectLst/>
              <a:latin typeface="Calibri" panose="020F0502020204030204" pitchFamily="34" charset="0"/>
            </a:endParaRPr>
          </a:p>
          <a:p>
            <a:pPr marL="0" marR="0">
              <a:buNone/>
            </a:pPr>
            <a:r>
              <a:rPr lang="en-US" sz="1500">
                <a:effectLst/>
                <a:latin typeface="inherit"/>
              </a:rPr>
              <a:t>Indicates a file on the local machine (for instance, the computer or laptop you are working on) with an absolute path. The syntax of the path depends on the file system.</a:t>
            </a:r>
          </a:p>
          <a:p>
            <a:pPr marL="0" marR="0">
              <a:buNone/>
            </a:pPr>
            <a:r>
              <a:rPr lang="en-US" sz="1500">
                <a:effectLst/>
                <a:latin typeface="inherit"/>
              </a:rPr>
              <a:t>Examples:</a:t>
            </a:r>
          </a:p>
          <a:p>
            <a:pPr rtl="0" fontAlgn="ctr">
              <a:buFont typeface="Arial" panose="020B0604020202020204" pitchFamily="34" charset="0"/>
              <a:buChar char="•"/>
            </a:pPr>
            <a:r>
              <a:rPr lang="en-US" sz="1500" i="1">
                <a:effectLst/>
                <a:latin typeface="inherit"/>
              </a:rPr>
              <a:t>C:\Users\username\file.txt</a:t>
            </a:r>
            <a:r>
              <a:rPr lang="en-US" sz="1500">
                <a:effectLst/>
                <a:latin typeface="inherit"/>
              </a:rPr>
              <a:t> for Windows</a:t>
            </a:r>
            <a:endParaRPr lang="en-US" sz="1500">
              <a:effectLst/>
              <a:latin typeface="Calibri" panose="020F0502020204030204" pitchFamily="34" charset="0"/>
            </a:endParaRPr>
          </a:p>
          <a:p>
            <a:pPr rtl="0" fontAlgn="ctr">
              <a:buFont typeface="Arial" panose="020B0604020202020204" pitchFamily="34" charset="0"/>
              <a:buChar char="•"/>
            </a:pPr>
            <a:r>
              <a:rPr lang="en-US" sz="1500" i="1">
                <a:effectLst/>
                <a:latin typeface="inherit"/>
              </a:rPr>
              <a:t>/folder1/folder2/file.txt</a:t>
            </a:r>
            <a:r>
              <a:rPr lang="en-US" sz="1500">
                <a:effectLst/>
                <a:latin typeface="inherit"/>
              </a:rPr>
              <a:t> on Linux</a:t>
            </a:r>
            <a:br>
              <a:rPr lang="en-US" sz="1500">
                <a:effectLst/>
                <a:latin typeface="inherit"/>
              </a:rPr>
            </a:br>
            <a:endParaRPr lang="en-US" sz="1500">
              <a:effectLst/>
              <a:latin typeface="Calibri" panose="020F0502020204030204" pitchFamily="34" charset="0"/>
            </a:endParaRPr>
          </a:p>
          <a:p>
            <a:pPr marL="0" marR="0">
              <a:buNone/>
            </a:pPr>
            <a:r>
              <a:rPr lang="en-US" sz="1500" b="1">
                <a:solidFill>
                  <a:srgbClr val="000000"/>
                </a:solidFill>
                <a:effectLst/>
                <a:latin typeface="Roboto" panose="02000000000000000000" pitchFamily="2" charset="0"/>
              </a:rPr>
              <a:t>Relative to</a:t>
            </a:r>
            <a:endParaRPr lang="en-US" sz="1500">
              <a:effectLst/>
              <a:latin typeface="Calibri" panose="020F0502020204030204" pitchFamily="34" charset="0"/>
            </a:endParaRPr>
          </a:p>
          <a:p>
            <a:pPr marL="0" marR="0">
              <a:buNone/>
            </a:pPr>
            <a:r>
              <a:rPr lang="en-US" sz="1500">
                <a:effectLst/>
                <a:latin typeface="inherit"/>
              </a:rPr>
              <a:t>Indicates a location relative to the currently active workflow or mountpoint.</a:t>
            </a:r>
          </a:p>
          <a:p>
            <a:pPr marL="0" marR="0">
              <a:buNone/>
            </a:pPr>
            <a:r>
              <a:rPr lang="en-US" sz="1500">
                <a:effectLst/>
                <a:latin typeface="inherit"/>
              </a:rPr>
              <a:t>Example:</a:t>
            </a:r>
          </a:p>
          <a:p>
            <a:pPr rtl="0" fontAlgn="ctr">
              <a:buFont typeface="Arial" panose="020B0604020202020204" pitchFamily="34" charset="0"/>
              <a:buChar char="•"/>
            </a:pPr>
            <a:r>
              <a:rPr lang="en-US" sz="1500" i="1">
                <a:effectLst/>
                <a:latin typeface="inherit"/>
              </a:rPr>
              <a:t>Relative to + Current workflow + “../data/file.txt”</a:t>
            </a:r>
            <a:r>
              <a:rPr lang="en-US" sz="1500">
                <a:effectLst/>
                <a:latin typeface="inherit"/>
              </a:rPr>
              <a:t> points to the file.txt inside a folder data which is one level above “..” the current workflow</a:t>
            </a:r>
            <a:endParaRPr lang="en-US" sz="1500">
              <a:effectLst/>
              <a:latin typeface="Calibri" panose="020F0502020204030204" pitchFamily="34" charset="0"/>
            </a:endParaRPr>
          </a:p>
          <a:p>
            <a:pPr marL="0" marR="0">
              <a:buNone/>
            </a:pPr>
            <a:endParaRPr lang="en-US" sz="1500" b="1">
              <a:solidFill>
                <a:srgbClr val="000000"/>
              </a:solidFill>
              <a:effectLst/>
              <a:latin typeface="Roboto" panose="02000000000000000000" pitchFamily="2" charset="0"/>
            </a:endParaRPr>
          </a:p>
          <a:p>
            <a:pPr marL="0" marR="0">
              <a:buNone/>
            </a:pPr>
            <a:r>
              <a:rPr lang="en-US" sz="1500" b="1">
                <a:solidFill>
                  <a:srgbClr val="000000"/>
                </a:solidFill>
                <a:effectLst/>
                <a:latin typeface="Roboto" panose="02000000000000000000" pitchFamily="2" charset="0"/>
              </a:rPr>
              <a:t>Mountpoint</a:t>
            </a:r>
            <a:endParaRPr lang="en-US" sz="1500">
              <a:effectLst/>
              <a:latin typeface="Calibri" panose="020F0502020204030204" pitchFamily="34" charset="0"/>
            </a:endParaRPr>
          </a:p>
          <a:p>
            <a:pPr marL="0" marR="0">
              <a:buNone/>
            </a:pPr>
            <a:r>
              <a:rPr lang="en-US" sz="1500">
                <a:effectLst/>
                <a:latin typeface="inherit"/>
              </a:rPr>
              <a:t>Indicates a location relative to the selected mountpoint (for example, the local workspace).</a:t>
            </a:r>
          </a:p>
          <a:p>
            <a:pPr marL="0" marR="0">
              <a:buNone/>
            </a:pPr>
            <a:r>
              <a:rPr lang="en-US" sz="1500">
                <a:effectLst/>
                <a:latin typeface="inherit"/>
              </a:rPr>
              <a:t>Example:</a:t>
            </a:r>
          </a:p>
          <a:p>
            <a:pPr rtl="0" fontAlgn="ctr">
              <a:buFont typeface="Arial" panose="020B0604020202020204" pitchFamily="34" charset="0"/>
              <a:buChar char="•"/>
            </a:pPr>
            <a:r>
              <a:rPr lang="en-US" sz="1500" i="1">
                <a:effectLst/>
                <a:latin typeface="inherit"/>
              </a:rPr>
              <a:t>Mountpoint LOCAL + /Example Workflows/</a:t>
            </a:r>
            <a:r>
              <a:rPr lang="en-US" sz="1500" i="1" err="1">
                <a:effectLst/>
                <a:latin typeface="inherit"/>
              </a:rPr>
              <a:t>TheData</a:t>
            </a:r>
            <a:r>
              <a:rPr lang="en-US" sz="1500" i="1">
                <a:effectLst/>
                <a:latin typeface="inherit"/>
              </a:rPr>
              <a:t>/Basics/Rooms.xlsx</a:t>
            </a:r>
            <a:r>
              <a:rPr lang="en-US" sz="1500">
                <a:effectLst/>
                <a:latin typeface="inherit"/>
              </a:rPr>
              <a:t> points to a file inside the Example Workflow folder in the local workspace</a:t>
            </a:r>
            <a:endParaRPr lang="en-US" sz="1500">
              <a:effectLst/>
              <a:latin typeface="Calibri" panose="020F0502020204030204" pitchFamily="34" charset="0"/>
            </a:endParaRPr>
          </a:p>
          <a:p>
            <a:pPr marL="0" marR="0">
              <a:buNone/>
            </a:pPr>
            <a:endParaRPr lang="en-US" sz="1500" b="1">
              <a:solidFill>
                <a:srgbClr val="000000"/>
              </a:solidFill>
              <a:effectLst/>
              <a:latin typeface="Roboto" panose="02000000000000000000" pitchFamily="2" charset="0"/>
            </a:endParaRPr>
          </a:p>
          <a:p>
            <a:pPr marL="0" marR="0">
              <a:buNone/>
            </a:pPr>
            <a:r>
              <a:rPr lang="en-US" sz="1500" b="1">
                <a:solidFill>
                  <a:srgbClr val="000000"/>
                </a:solidFill>
                <a:effectLst/>
                <a:latin typeface="Roboto" panose="02000000000000000000" pitchFamily="2" charset="0"/>
              </a:rPr>
              <a:t>Custom/KNIME URL</a:t>
            </a:r>
            <a:endParaRPr lang="en-US" sz="1500">
              <a:effectLst/>
              <a:latin typeface="Calibri" panose="020F0502020204030204" pitchFamily="34" charset="0"/>
            </a:endParaRPr>
          </a:p>
          <a:p>
            <a:pPr marL="0" marR="0">
              <a:buNone/>
            </a:pPr>
            <a:r>
              <a:rPr lang="en-US" sz="1500">
                <a:effectLst/>
                <a:latin typeface="inherit"/>
              </a:rPr>
              <a:t>A pseudo-file system that allows you to access single files via a URL.</a:t>
            </a:r>
          </a:p>
          <a:p>
            <a:pPr marL="0" marR="0">
              <a:buNone/>
            </a:pPr>
            <a:r>
              <a:rPr lang="en-US" sz="1500">
                <a:effectLst/>
                <a:latin typeface="inherit"/>
              </a:rPr>
              <a:t>Example:</a:t>
            </a:r>
          </a:p>
          <a:p>
            <a:pPr rtl="0" fontAlgn="ctr">
              <a:buFont typeface="Arial" panose="020B0604020202020204" pitchFamily="34" charset="0"/>
              <a:buChar char="•"/>
            </a:pPr>
            <a:r>
              <a:rPr lang="en-US" sz="1500" i="1">
                <a:effectLst/>
                <a:latin typeface="inherit"/>
              </a:rPr>
              <a:t>knime://knime.workflow/file.txt</a:t>
            </a:r>
            <a:r>
              <a:rPr lang="en-US" sz="1500">
                <a:effectLst/>
                <a:latin typeface="inherit"/>
              </a:rPr>
              <a:t> uses the KNIME protocol (</a:t>
            </a:r>
            <a:r>
              <a:rPr lang="en-US" sz="1500" i="1">
                <a:effectLst/>
                <a:latin typeface="inherit"/>
              </a:rPr>
              <a:t>knime://</a:t>
            </a:r>
            <a:r>
              <a:rPr lang="en-US" sz="1500">
                <a:effectLst/>
                <a:latin typeface="inherit"/>
              </a:rPr>
              <a:t>) to access a file stored in the workflow folder (</a:t>
            </a:r>
            <a:r>
              <a:rPr lang="en-US" sz="1500" i="1" err="1">
                <a:effectLst/>
                <a:latin typeface="inherit"/>
              </a:rPr>
              <a:t>knime.workflow</a:t>
            </a:r>
            <a:r>
              <a:rPr lang="en-US" sz="1500">
                <a:effectLst/>
                <a:latin typeface="inherit"/>
              </a:rPr>
              <a:t>).</a:t>
            </a:r>
            <a:endParaRPr lang="en-US" sz="1500">
              <a:effectLst/>
              <a:latin typeface="Calibri" panose="020F0502020204030204" pitchFamily="34" charset="0"/>
            </a:endParaRPr>
          </a:p>
        </p:txBody>
      </p:sp>
    </p:spTree>
    <p:extLst>
      <p:ext uri="{BB962C8B-B14F-4D97-AF65-F5344CB8AC3E}">
        <p14:creationId xmlns:p14="http://schemas.microsoft.com/office/powerpoint/2010/main" val="468838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887A9-230B-4ABE-293C-122B35D8DA5E}"/>
            </a:ext>
          </a:extLst>
        </p:cNvPr>
        <p:cNvGrpSpPr/>
        <p:nvPr/>
      </p:nvGrpSpPr>
      <p:grpSpPr>
        <a:xfrm>
          <a:off x="0" y="0"/>
          <a:ext cx="0" cy="0"/>
          <a:chOff x="0" y="0"/>
          <a:chExt cx="0" cy="0"/>
        </a:xfrm>
      </p:grpSpPr>
      <p:sp>
        <p:nvSpPr>
          <p:cNvPr id="26" name="Title 3">
            <a:extLst>
              <a:ext uri="{FF2B5EF4-FFF2-40B4-BE49-F238E27FC236}">
                <a16:creationId xmlns:a16="http://schemas.microsoft.com/office/drawing/2014/main" id="{A5464DDC-734E-AEBC-921E-E9D1378BE4AC}"/>
              </a:ext>
            </a:extLst>
          </p:cNvPr>
          <p:cNvSpPr>
            <a:spLocks noGrp="1"/>
          </p:cNvSpPr>
          <p:nvPr>
            <p:ph type="title"/>
          </p:nvPr>
        </p:nvSpPr>
        <p:spPr>
          <a:xfrm>
            <a:off x="546100" y="552450"/>
            <a:ext cx="3300984" cy="1426604"/>
          </a:xfrm>
        </p:spPr>
        <p:txBody>
          <a:bodyPr/>
          <a:lstStyle/>
          <a:p>
            <a:r>
              <a:rPr lang="en-US"/>
              <a:t>Table Creator</a:t>
            </a:r>
          </a:p>
        </p:txBody>
      </p:sp>
      <p:sp>
        <p:nvSpPr>
          <p:cNvPr id="27" name="Text Placeholder 8">
            <a:extLst>
              <a:ext uri="{FF2B5EF4-FFF2-40B4-BE49-F238E27FC236}">
                <a16:creationId xmlns:a16="http://schemas.microsoft.com/office/drawing/2014/main" id="{6C44A97D-92E6-DC10-E539-F4804F80C05A}"/>
              </a:ext>
            </a:extLst>
          </p:cNvPr>
          <p:cNvSpPr txBox="1">
            <a:spLocks/>
          </p:cNvSpPr>
          <p:nvPr/>
        </p:nvSpPr>
        <p:spPr>
          <a:xfrm>
            <a:off x="546099" y="2425699"/>
            <a:ext cx="3300984" cy="2867025"/>
          </a:xfrm>
          <a:prstGeom prst="rect">
            <a:avLst/>
          </a:prstGeom>
        </p:spPr>
        <p:txBody>
          <a:bodyPr vert="horz" lIns="0" tIns="0" rIns="0" bIns="0" rtlCol="0">
            <a:noAutofit/>
          </a:bodyPr>
          <a:lstStyle>
            <a:lvl1pPr marL="0" indent="0" algn="l" defTabSz="914400" rtl="0" eaLnBrk="1" latinLnBrk="0" hangingPunct="1">
              <a:lnSpc>
                <a:spcPct val="101000"/>
              </a:lnSpc>
              <a:spcBef>
                <a:spcPts val="2400"/>
              </a:spcBef>
              <a:spcAft>
                <a:spcPts val="600"/>
              </a:spcAft>
              <a:buFont typeface="GT America Regular"/>
              <a:buNone/>
              <a:defRPr sz="1400" b="0" i="0" kern="1200">
                <a:solidFill>
                  <a:schemeClr val="bg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pitchFamily="2" charset="77"/>
              <a:buChar char="→"/>
              <a:defRPr sz="1400" b="0" i="0" kern="1200">
                <a:solidFill>
                  <a:schemeClr val="bg1"/>
                </a:solidFill>
                <a:latin typeface="+mn-lt"/>
                <a:ea typeface="GT America Regular"/>
                <a:cs typeface="GT America Regular"/>
              </a:defRPr>
            </a:lvl2pPr>
            <a:lvl3pPr marL="0" indent="0" algn="l" defTabSz="914400" rtl="0" eaLnBrk="1" latinLnBrk="0" hangingPunct="1">
              <a:lnSpc>
                <a:spcPct val="101000"/>
              </a:lnSpc>
              <a:spcBef>
                <a:spcPts val="0"/>
              </a:spcBef>
              <a:spcAft>
                <a:spcPts val="600"/>
              </a:spcAft>
              <a:buClr>
                <a:schemeClr val="accent1"/>
              </a:buClr>
              <a:buFont typeface="GT America Regular" pitchFamily="50" charset="0"/>
              <a:buNone/>
              <a:defRPr sz="1400" b="0" i="0" kern="1200">
                <a:solidFill>
                  <a:schemeClr val="bg1"/>
                </a:solidFill>
                <a:latin typeface="+mn-lt"/>
                <a:ea typeface="GT America Regular" pitchFamily="2" charset="77"/>
                <a:cs typeface="GT America Regular" pitchFamily="2" charset="77"/>
              </a:defRPr>
            </a:lvl3pPr>
            <a:lvl4pPr marL="283464"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bg1"/>
                </a:solidFill>
                <a:latin typeface="+mn-lt"/>
                <a:ea typeface="GT America Regular" pitchFamily="2" charset="77"/>
                <a:cs typeface="GT America Regular" pitchFamily="2" charset="77"/>
              </a:defRPr>
            </a:lvl4pPr>
            <a:lvl5pPr marL="283464" indent="0" algn="l" defTabSz="914400" rtl="0" eaLnBrk="1" latinLnBrk="0" hangingPunct="1">
              <a:lnSpc>
                <a:spcPct val="101000"/>
              </a:lnSpc>
              <a:spcBef>
                <a:spcPts val="0"/>
              </a:spcBef>
              <a:spcAft>
                <a:spcPts val="600"/>
              </a:spcAft>
              <a:buClr>
                <a:schemeClr val="accent1"/>
              </a:buClr>
              <a:buFont typeface="GT America Regular" charset="0"/>
              <a:buNone/>
              <a:tabLst/>
              <a:defRPr sz="1400" b="0" i="0" kern="1200">
                <a:solidFill>
                  <a:schemeClr val="bg1"/>
                </a:solidFill>
                <a:latin typeface="+mn-lt"/>
                <a:ea typeface="GT America Regular" pitchFamily="2" charset="77"/>
                <a:cs typeface="GT America Regular" pitchFamily="2" charset="77"/>
              </a:defRPr>
            </a:lvl5pPr>
            <a:lvl6pPr marL="283464"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bg1"/>
                </a:solidFill>
                <a:latin typeface="+mn-lt"/>
                <a:ea typeface="GT America Regular" pitchFamily="2" charset="77"/>
                <a:cs typeface="GT America Regular" pitchFamily="2" charset="77"/>
              </a:defRPr>
            </a:lvl6pPr>
            <a:lvl7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7pPr>
            <a:lvl8pPr marL="283464"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bg1"/>
                </a:solidFill>
                <a:latin typeface="+mn-lt"/>
                <a:ea typeface="GT America Regular" pitchFamily="2" charset="77"/>
                <a:cs typeface="GT America Regular" pitchFamily="2" charset="77"/>
              </a:defRPr>
            </a:lvl8pPr>
            <a:lvl9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9pPr>
          </a:lstStyle>
          <a:p>
            <a:pPr>
              <a:spcBef>
                <a:spcPts val="2500"/>
              </a:spcBef>
            </a:pPr>
            <a:br>
              <a:rPr lang="en-US"/>
            </a:br>
            <a:endParaRPr lang="en-US"/>
          </a:p>
        </p:txBody>
      </p:sp>
      <p:pic>
        <p:nvPicPr>
          <p:cNvPr id="4" name="Picture 3">
            <a:extLst>
              <a:ext uri="{FF2B5EF4-FFF2-40B4-BE49-F238E27FC236}">
                <a16:creationId xmlns:a16="http://schemas.microsoft.com/office/drawing/2014/main" id="{E62E6DB4-EAB5-2C7D-5D23-D14E81177E76}"/>
              </a:ext>
            </a:extLst>
          </p:cNvPr>
          <p:cNvPicPr>
            <a:picLocks noChangeAspect="1"/>
          </p:cNvPicPr>
          <p:nvPr/>
        </p:nvPicPr>
        <p:blipFill>
          <a:blip r:embed="rId2"/>
          <a:srcRect l="23372" r="6425"/>
          <a:stretch/>
        </p:blipFill>
        <p:spPr>
          <a:xfrm>
            <a:off x="4464105" y="1261508"/>
            <a:ext cx="7056026" cy="4520314"/>
          </a:xfrm>
          <a:prstGeom prst="rect">
            <a:avLst/>
          </a:prstGeom>
        </p:spPr>
      </p:pic>
      <p:pic>
        <p:nvPicPr>
          <p:cNvPr id="9" name="Picture 8">
            <a:extLst>
              <a:ext uri="{FF2B5EF4-FFF2-40B4-BE49-F238E27FC236}">
                <a16:creationId xmlns:a16="http://schemas.microsoft.com/office/drawing/2014/main" id="{0D1A5818-B035-4295-BA5A-8E38D8869D55}"/>
              </a:ext>
            </a:extLst>
          </p:cNvPr>
          <p:cNvPicPr>
            <a:picLocks noChangeAspect="1"/>
          </p:cNvPicPr>
          <p:nvPr/>
        </p:nvPicPr>
        <p:blipFill>
          <a:blip r:embed="rId3"/>
          <a:stretch>
            <a:fillRect/>
          </a:stretch>
        </p:blipFill>
        <p:spPr>
          <a:xfrm>
            <a:off x="991655" y="3416779"/>
            <a:ext cx="1857907" cy="1875945"/>
          </a:xfrm>
          <a:prstGeom prst="rect">
            <a:avLst/>
          </a:prstGeom>
        </p:spPr>
      </p:pic>
    </p:spTree>
    <p:extLst>
      <p:ext uri="{BB962C8B-B14F-4D97-AF65-F5344CB8AC3E}">
        <p14:creationId xmlns:p14="http://schemas.microsoft.com/office/powerpoint/2010/main" val="1344690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54289-E690-3B2C-912D-F4ABD483FD70}"/>
            </a:ext>
          </a:extLst>
        </p:cNvPr>
        <p:cNvGrpSpPr/>
        <p:nvPr/>
      </p:nvGrpSpPr>
      <p:grpSpPr>
        <a:xfrm>
          <a:off x="0" y="0"/>
          <a:ext cx="0" cy="0"/>
          <a:chOff x="0" y="0"/>
          <a:chExt cx="0" cy="0"/>
        </a:xfrm>
      </p:grpSpPr>
      <p:sp>
        <p:nvSpPr>
          <p:cNvPr id="9" name="Title 3">
            <a:extLst>
              <a:ext uri="{FF2B5EF4-FFF2-40B4-BE49-F238E27FC236}">
                <a16:creationId xmlns:a16="http://schemas.microsoft.com/office/drawing/2014/main" id="{BF5AE60D-0A0B-8A87-42FA-5826F624069C}"/>
              </a:ext>
            </a:extLst>
          </p:cNvPr>
          <p:cNvSpPr>
            <a:spLocks noGrp="1"/>
          </p:cNvSpPr>
          <p:nvPr>
            <p:ph type="title"/>
          </p:nvPr>
        </p:nvSpPr>
        <p:spPr>
          <a:xfrm>
            <a:off x="405859" y="999095"/>
            <a:ext cx="3300984" cy="1426604"/>
          </a:xfrm>
        </p:spPr>
        <p:txBody>
          <a:bodyPr/>
          <a:lstStyle/>
          <a:p>
            <a:r>
              <a:rPr lang="en-US"/>
              <a:t>Accessing Databases</a:t>
            </a:r>
          </a:p>
        </p:txBody>
      </p:sp>
      <p:pic>
        <p:nvPicPr>
          <p:cNvPr id="12" name="Picture 11">
            <a:extLst>
              <a:ext uri="{FF2B5EF4-FFF2-40B4-BE49-F238E27FC236}">
                <a16:creationId xmlns:a16="http://schemas.microsoft.com/office/drawing/2014/main" id="{B521FEC6-691F-C891-5494-E46D1BE3319D}"/>
              </a:ext>
            </a:extLst>
          </p:cNvPr>
          <p:cNvPicPr>
            <a:picLocks noChangeAspect="1"/>
          </p:cNvPicPr>
          <p:nvPr/>
        </p:nvPicPr>
        <p:blipFill>
          <a:blip r:embed="rId2"/>
          <a:stretch>
            <a:fillRect/>
          </a:stretch>
        </p:blipFill>
        <p:spPr>
          <a:xfrm>
            <a:off x="415186" y="4853957"/>
            <a:ext cx="1935753" cy="1483648"/>
          </a:xfrm>
          <a:prstGeom prst="rect">
            <a:avLst/>
          </a:prstGeom>
        </p:spPr>
      </p:pic>
      <p:sp>
        <p:nvSpPr>
          <p:cNvPr id="15" name="TextBox 14">
            <a:extLst>
              <a:ext uri="{FF2B5EF4-FFF2-40B4-BE49-F238E27FC236}">
                <a16:creationId xmlns:a16="http://schemas.microsoft.com/office/drawing/2014/main" id="{999F675B-7829-46ED-7C12-5CBDE2B6E5E1}"/>
              </a:ext>
            </a:extLst>
          </p:cNvPr>
          <p:cNvSpPr txBox="1"/>
          <p:nvPr/>
        </p:nvSpPr>
        <p:spPr>
          <a:xfrm>
            <a:off x="329888" y="2505670"/>
            <a:ext cx="3300983" cy="1477328"/>
          </a:xfrm>
          <a:prstGeom prst="rect">
            <a:avLst/>
          </a:prstGeom>
          <a:noFill/>
        </p:spPr>
        <p:txBody>
          <a:bodyPr wrap="square">
            <a:spAutoFit/>
          </a:bodyPr>
          <a:lstStyle/>
          <a:p>
            <a:r>
              <a:rPr lang="en-US" b="0" i="0">
                <a:solidFill>
                  <a:schemeClr val="bg1"/>
                </a:solidFill>
                <a:effectLst/>
                <a:latin typeface="Roboto" panose="02000000000000000000" pitchFamily="2" charset="0"/>
              </a:rPr>
              <a:t>In a KNIME workflow, you can connect to any JDBC-compliant database and access and manipulate data directly on the database.</a:t>
            </a:r>
            <a:endParaRPr lang="en-US">
              <a:solidFill>
                <a:schemeClr val="bg1"/>
              </a:solidFill>
            </a:endParaRPr>
          </a:p>
        </p:txBody>
      </p:sp>
      <p:pic>
        <p:nvPicPr>
          <p:cNvPr id="3076" name="Picture 3075">
            <a:extLst>
              <a:ext uri="{FF2B5EF4-FFF2-40B4-BE49-F238E27FC236}">
                <a16:creationId xmlns:a16="http://schemas.microsoft.com/office/drawing/2014/main" id="{81568740-D05D-9B20-227E-5EFD4631287C}"/>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Lst>
          </a:blip>
          <a:stretch>
            <a:fillRect/>
          </a:stretch>
        </p:blipFill>
        <p:spPr>
          <a:xfrm>
            <a:off x="4594893" y="2208707"/>
            <a:ext cx="1327697" cy="1483649"/>
          </a:xfrm>
          <a:prstGeom prst="rect">
            <a:avLst/>
          </a:prstGeom>
        </p:spPr>
      </p:pic>
      <p:sp>
        <p:nvSpPr>
          <p:cNvPr id="3077" name="TextBox 3076">
            <a:extLst>
              <a:ext uri="{FF2B5EF4-FFF2-40B4-BE49-F238E27FC236}">
                <a16:creationId xmlns:a16="http://schemas.microsoft.com/office/drawing/2014/main" id="{8549EDF2-9256-5C83-4F80-BAA6D4CD8DA8}"/>
              </a:ext>
            </a:extLst>
          </p:cNvPr>
          <p:cNvSpPr txBox="1"/>
          <p:nvPr/>
        </p:nvSpPr>
        <p:spPr>
          <a:xfrm>
            <a:off x="10236497" y="2514600"/>
            <a:ext cx="2410932" cy="914400"/>
          </a:xfrm>
          <a:prstGeom prst="rect">
            <a:avLst/>
          </a:prstGeom>
          <a:noFill/>
        </p:spPr>
        <p:txBody>
          <a:bodyPr wrap="square" lIns="0" tIns="0" rIns="0" bIns="0" rtlCol="0">
            <a:noAutofit/>
          </a:bodyPr>
          <a:lstStyle/>
          <a:p>
            <a:pPr algn="l">
              <a:lnSpc>
                <a:spcPct val="101000"/>
              </a:lnSpc>
              <a:spcAft>
                <a:spcPts val="600"/>
              </a:spcAft>
            </a:pPr>
            <a:r>
              <a:rPr kumimoji="0" lang="en-US" sz="2000" b="1" i="0" u="none" strike="noStrike" kern="1200" cap="none" spc="0" normalizeH="0" baseline="0" noProof="0">
                <a:ln>
                  <a:noFill/>
                </a:ln>
                <a:solidFill>
                  <a:srgbClr val="000000"/>
                </a:solidFill>
                <a:effectLst/>
                <a:uLnTx/>
                <a:uFillTx/>
                <a:ea typeface="GT America Regular" charset="0"/>
                <a:cs typeface="GT America Regular" charset="0"/>
              </a:rPr>
              <a:t>If no dedicated connector node available</a:t>
            </a:r>
          </a:p>
        </p:txBody>
      </p:sp>
      <p:pic>
        <p:nvPicPr>
          <p:cNvPr id="3081" name="Picture 3080">
            <a:extLst>
              <a:ext uri="{FF2B5EF4-FFF2-40B4-BE49-F238E27FC236}">
                <a16:creationId xmlns:a16="http://schemas.microsoft.com/office/drawing/2014/main" id="{3CD13FEE-72E2-1CFD-B413-370FA4A7E709}"/>
              </a:ext>
            </a:extLst>
          </p:cNvPr>
          <p:cNvPicPr>
            <a:picLocks noChangeAspect="1"/>
          </p:cNvPicPr>
          <p:nvPr/>
        </p:nvPicPr>
        <p:blipFill>
          <a:blip r:embed="rId5"/>
          <a:stretch>
            <a:fillRect/>
          </a:stretch>
        </p:blipFill>
        <p:spPr>
          <a:xfrm>
            <a:off x="4232929" y="340797"/>
            <a:ext cx="5899946" cy="1599848"/>
          </a:xfrm>
          <a:prstGeom prst="rect">
            <a:avLst/>
          </a:prstGeom>
        </p:spPr>
      </p:pic>
      <p:sp>
        <p:nvSpPr>
          <p:cNvPr id="3083" name="TextBox 3082">
            <a:extLst>
              <a:ext uri="{FF2B5EF4-FFF2-40B4-BE49-F238E27FC236}">
                <a16:creationId xmlns:a16="http://schemas.microsoft.com/office/drawing/2014/main" id="{115C8702-99F8-9D24-BA55-DAFA3C53AA16}"/>
              </a:ext>
            </a:extLst>
          </p:cNvPr>
          <p:cNvSpPr txBox="1"/>
          <p:nvPr/>
        </p:nvSpPr>
        <p:spPr>
          <a:xfrm>
            <a:off x="10713617" y="1043670"/>
            <a:ext cx="2410932" cy="914400"/>
          </a:xfrm>
          <a:prstGeom prst="rect">
            <a:avLst/>
          </a:prstGeom>
          <a:noFill/>
        </p:spPr>
        <p:txBody>
          <a:bodyPr wrap="square" lIns="0" tIns="0" rIns="0" bIns="0" rtlCol="0">
            <a:noAutofit/>
          </a:bodyPr>
          <a:lstStyle/>
          <a:p>
            <a:pPr algn="l">
              <a:lnSpc>
                <a:spcPct val="101000"/>
              </a:lnSpc>
              <a:spcAft>
                <a:spcPts val="600"/>
              </a:spcAft>
            </a:pPr>
            <a:r>
              <a:rPr kumimoji="0" lang="en-US" sz="2000" b="1" i="0" u="none" strike="noStrike" kern="1200" cap="none" spc="0" normalizeH="0" baseline="0" noProof="0">
                <a:ln>
                  <a:noFill/>
                </a:ln>
                <a:solidFill>
                  <a:srgbClr val="000000"/>
                </a:solidFill>
                <a:effectLst/>
                <a:uLnTx/>
                <a:uFillTx/>
                <a:ea typeface="GT America Regular" charset="0"/>
                <a:cs typeface="GT America Regular" charset="0"/>
              </a:rPr>
              <a:t>Installed</a:t>
            </a:r>
          </a:p>
        </p:txBody>
      </p:sp>
      <p:sp>
        <p:nvSpPr>
          <p:cNvPr id="3085" name="AutoShape 2">
            <a:extLst>
              <a:ext uri="{FF2B5EF4-FFF2-40B4-BE49-F238E27FC236}">
                <a16:creationId xmlns:a16="http://schemas.microsoft.com/office/drawing/2014/main" id="{74DF155E-B883-9C11-C6F4-C365BA69AA18}"/>
              </a:ext>
            </a:extLst>
          </p:cNvPr>
          <p:cNvSpPr>
            <a:spLocks noChangeAspect="1" noChangeArrowheads="1"/>
          </p:cNvSpPr>
          <p:nvPr/>
        </p:nvSpPr>
        <p:spPr bwMode="auto">
          <a:xfrm>
            <a:off x="-190722" y="470409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90" name="TextBox 3089">
            <a:extLst>
              <a:ext uri="{FF2B5EF4-FFF2-40B4-BE49-F238E27FC236}">
                <a16:creationId xmlns:a16="http://schemas.microsoft.com/office/drawing/2014/main" id="{955B8054-1432-2143-F929-6D90C25E22A7}"/>
              </a:ext>
            </a:extLst>
          </p:cNvPr>
          <p:cNvSpPr txBox="1"/>
          <p:nvPr/>
        </p:nvSpPr>
        <p:spPr>
          <a:xfrm>
            <a:off x="4344728" y="3894197"/>
            <a:ext cx="7686011" cy="954107"/>
          </a:xfrm>
          <a:prstGeom prst="rect">
            <a:avLst/>
          </a:prstGeom>
          <a:noFill/>
        </p:spPr>
        <p:txBody>
          <a:bodyPr wrap="square">
            <a:spAutoFit/>
          </a:bodyPr>
          <a:lstStyle/>
          <a:p>
            <a:r>
              <a:rPr lang="en-US" sz="1400" b="0" i="0">
                <a:solidFill>
                  <a:srgbClr val="000000"/>
                </a:solidFill>
                <a:effectLst/>
                <a:latin typeface="Roboto" panose="02000000000000000000" pitchFamily="2" charset="0"/>
              </a:rPr>
              <a:t>Once you are connected to a database, you can build the query with the other available DB nodes. The most basic operation that you can perform is adding a DB Table Selector node to select the database schema and the table you want to read from. Then, you can import the data into the workflow by appending a DB Reader node.</a:t>
            </a:r>
            <a:endParaRPr lang="en-US" sz="1400"/>
          </a:p>
        </p:txBody>
      </p:sp>
      <p:pic>
        <p:nvPicPr>
          <p:cNvPr id="3094" name="Picture 3093">
            <a:extLst>
              <a:ext uri="{FF2B5EF4-FFF2-40B4-BE49-F238E27FC236}">
                <a16:creationId xmlns:a16="http://schemas.microsoft.com/office/drawing/2014/main" id="{5EE95236-8B50-5586-FA0C-7216BB6C35AD}"/>
              </a:ext>
            </a:extLst>
          </p:cNvPr>
          <p:cNvPicPr>
            <a:picLocks noChangeAspect="1"/>
          </p:cNvPicPr>
          <p:nvPr/>
        </p:nvPicPr>
        <p:blipFill>
          <a:blip r:embed="rId6"/>
          <a:stretch>
            <a:fillRect/>
          </a:stretch>
        </p:blipFill>
        <p:spPr>
          <a:xfrm>
            <a:off x="5794744" y="5095190"/>
            <a:ext cx="4114800" cy="1431234"/>
          </a:xfrm>
          <a:prstGeom prst="rect">
            <a:avLst/>
          </a:prstGeom>
        </p:spPr>
      </p:pic>
    </p:spTree>
    <p:extLst>
      <p:ext uri="{BB962C8B-B14F-4D97-AF65-F5344CB8AC3E}">
        <p14:creationId xmlns:p14="http://schemas.microsoft.com/office/powerpoint/2010/main" val="3889783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E7506-CBE8-BF05-F04D-AAE9E1072AE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5C62424-A454-557C-F5B3-804355EEF70A}"/>
              </a:ext>
            </a:extLst>
          </p:cNvPr>
          <p:cNvSpPr>
            <a:spLocks noGrp="1"/>
          </p:cNvSpPr>
          <p:nvPr>
            <p:ph type="title"/>
          </p:nvPr>
        </p:nvSpPr>
        <p:spPr/>
        <p:txBody>
          <a:bodyPr/>
          <a:lstStyle/>
          <a:p>
            <a:r>
              <a:rPr lang="en-US"/>
              <a:t>Other Data sources</a:t>
            </a:r>
          </a:p>
        </p:txBody>
      </p:sp>
      <p:sp>
        <p:nvSpPr>
          <p:cNvPr id="5" name="TextBox 4">
            <a:extLst>
              <a:ext uri="{FF2B5EF4-FFF2-40B4-BE49-F238E27FC236}">
                <a16:creationId xmlns:a16="http://schemas.microsoft.com/office/drawing/2014/main" id="{8C79E37E-98CD-AB00-211A-C9858F7D56C6}"/>
              </a:ext>
            </a:extLst>
          </p:cNvPr>
          <p:cNvSpPr txBox="1"/>
          <p:nvPr/>
        </p:nvSpPr>
        <p:spPr>
          <a:xfrm>
            <a:off x="4397892" y="477616"/>
            <a:ext cx="7085271" cy="5632311"/>
          </a:xfrm>
          <a:prstGeom prst="rect">
            <a:avLst/>
          </a:prstGeom>
          <a:noFill/>
        </p:spPr>
        <p:txBody>
          <a:bodyPr wrap="square">
            <a:spAutoFit/>
          </a:bodyPr>
          <a:lstStyle/>
          <a:p>
            <a:pPr marL="0" marR="0">
              <a:buNone/>
            </a:pPr>
            <a:r>
              <a:rPr lang="en-US" sz="1500">
                <a:effectLst/>
                <a:latin typeface="Calibri" panose="020F0502020204030204" pitchFamily="34" charset="0"/>
              </a:rPr>
              <a:t> </a:t>
            </a:r>
            <a:r>
              <a:rPr lang="en-US" sz="1500" b="1">
                <a:solidFill>
                  <a:srgbClr val="000000"/>
                </a:solidFill>
                <a:effectLst/>
                <a:latin typeface="Roboto" panose="02000000000000000000" pitchFamily="2" charset="0"/>
              </a:rPr>
              <a:t>Google Sheets</a:t>
            </a:r>
            <a:endParaRPr lang="en-US" sz="1500">
              <a:solidFill>
                <a:srgbClr val="000000"/>
              </a:solidFill>
              <a:effectLst/>
              <a:latin typeface="Roboto" panose="02000000000000000000" pitchFamily="2" charset="0"/>
            </a:endParaRPr>
          </a:p>
          <a:p>
            <a:pPr marL="0" marR="0">
              <a:buNone/>
            </a:pPr>
            <a:r>
              <a:rPr lang="en-US" sz="1500">
                <a:effectLst/>
                <a:latin typeface="Calibri" panose="020F0502020204030204" pitchFamily="34" charset="0"/>
              </a:rPr>
              <a:t> </a:t>
            </a:r>
          </a:p>
          <a:p>
            <a:pPr marL="0" marR="0">
              <a:buNone/>
            </a:pPr>
            <a:r>
              <a:rPr lang="en-US" sz="1500">
                <a:solidFill>
                  <a:srgbClr val="000000"/>
                </a:solidFill>
                <a:effectLst/>
                <a:latin typeface="inherit"/>
              </a:rPr>
              <a:t>Google Sheets is a popular online spreadsheet editor. A set of KNIME nodes let you create, read, and edit Google Sheets from a workflow.</a:t>
            </a:r>
          </a:p>
          <a:p>
            <a:pPr marL="0" marR="0">
              <a:buNone/>
            </a:pPr>
            <a:r>
              <a:rPr lang="en-US" sz="1500">
                <a:effectLst/>
                <a:latin typeface="Calibri" panose="020F0502020204030204" pitchFamily="34" charset="0"/>
              </a:rPr>
              <a:t> </a:t>
            </a:r>
          </a:p>
          <a:p>
            <a:pPr marL="0" marR="0">
              <a:buNone/>
            </a:pPr>
            <a:r>
              <a:rPr lang="en-US" sz="1500" b="1">
                <a:solidFill>
                  <a:srgbClr val="000000"/>
                </a:solidFill>
                <a:effectLst/>
                <a:latin typeface="Roboto" panose="02000000000000000000" pitchFamily="2" charset="0"/>
              </a:rPr>
              <a:t>REST Requests</a:t>
            </a:r>
            <a:endParaRPr lang="en-US" sz="1500">
              <a:solidFill>
                <a:srgbClr val="000000"/>
              </a:solidFill>
              <a:effectLst/>
              <a:latin typeface="Roboto" panose="02000000000000000000" pitchFamily="2" charset="0"/>
            </a:endParaRPr>
          </a:p>
          <a:p>
            <a:pPr marL="0" marR="0">
              <a:buNone/>
            </a:pPr>
            <a:r>
              <a:rPr lang="en-US" sz="1500">
                <a:effectLst/>
                <a:latin typeface="Calibri" panose="020F0502020204030204" pitchFamily="34" charset="0"/>
              </a:rPr>
              <a:t> </a:t>
            </a:r>
          </a:p>
          <a:p>
            <a:pPr marL="0" marR="0">
              <a:buNone/>
            </a:pPr>
            <a:r>
              <a:rPr lang="en-US" sz="1500">
                <a:solidFill>
                  <a:srgbClr val="000000"/>
                </a:solidFill>
                <a:effectLst/>
                <a:latin typeface="inherit"/>
              </a:rPr>
              <a:t>REST standardizes communications between resources on the web. You can use various HTTP methods to perform requests to an API, such as GET, POST, PUT and DELETE requests. Each method has its own node in KNIME Analytics Platform. Typically, the response of a REST request is a JSON or XML document, that can be further analyzed with the JSON Path or XPath nodes.</a:t>
            </a:r>
          </a:p>
          <a:p>
            <a:pPr marL="0" marR="0">
              <a:buNone/>
            </a:pPr>
            <a:r>
              <a:rPr lang="en-US" sz="1500">
                <a:effectLst/>
                <a:latin typeface="Calibri" panose="020F0502020204030204" pitchFamily="34" charset="0"/>
              </a:rPr>
              <a:t> </a:t>
            </a:r>
          </a:p>
          <a:p>
            <a:pPr marL="0" marR="0">
              <a:buNone/>
            </a:pPr>
            <a:r>
              <a:rPr lang="en-US" sz="1500" b="1">
                <a:solidFill>
                  <a:srgbClr val="000000"/>
                </a:solidFill>
                <a:effectLst/>
                <a:latin typeface="Roboto" panose="02000000000000000000" pitchFamily="2" charset="0"/>
              </a:rPr>
              <a:t>JSON</a:t>
            </a:r>
            <a:endParaRPr lang="en-US" sz="1500">
              <a:solidFill>
                <a:srgbClr val="000000"/>
              </a:solidFill>
              <a:effectLst/>
              <a:latin typeface="Roboto" panose="02000000000000000000" pitchFamily="2" charset="0"/>
            </a:endParaRPr>
          </a:p>
          <a:p>
            <a:pPr marL="0" marR="0">
              <a:buNone/>
            </a:pPr>
            <a:r>
              <a:rPr lang="en-US" sz="1500">
                <a:effectLst/>
                <a:latin typeface="Calibri" panose="020F0502020204030204" pitchFamily="34" charset="0"/>
              </a:rPr>
              <a:t> </a:t>
            </a:r>
          </a:p>
          <a:p>
            <a:pPr marL="0" marR="0">
              <a:buNone/>
            </a:pPr>
            <a:r>
              <a:rPr lang="en-US" sz="1500">
                <a:solidFill>
                  <a:srgbClr val="000000"/>
                </a:solidFill>
                <a:effectLst/>
                <a:latin typeface="inherit"/>
              </a:rPr>
              <a:t>JSON is a commonly used format for data interchange and for data storage, in attribute-value pairs fashion. You can read JSON files with the JSON Reader node and extract values with the JSON Path node.</a:t>
            </a:r>
          </a:p>
          <a:p>
            <a:pPr marL="0" marR="0">
              <a:buNone/>
            </a:pPr>
            <a:r>
              <a:rPr lang="en-US" sz="1500">
                <a:effectLst/>
                <a:latin typeface="Calibri" panose="020F0502020204030204" pitchFamily="34" charset="0"/>
              </a:rPr>
              <a:t> </a:t>
            </a:r>
          </a:p>
          <a:p>
            <a:pPr marL="0" marR="0">
              <a:buNone/>
            </a:pPr>
            <a:r>
              <a:rPr lang="en-US" sz="1500" b="1">
                <a:solidFill>
                  <a:srgbClr val="000000"/>
                </a:solidFill>
                <a:effectLst/>
                <a:latin typeface="Roboto" panose="02000000000000000000" pitchFamily="2" charset="0"/>
              </a:rPr>
              <a:t>XML</a:t>
            </a:r>
            <a:endParaRPr lang="en-US" sz="1500">
              <a:solidFill>
                <a:srgbClr val="000000"/>
              </a:solidFill>
              <a:effectLst/>
              <a:latin typeface="Roboto" panose="02000000000000000000" pitchFamily="2" charset="0"/>
            </a:endParaRPr>
          </a:p>
          <a:p>
            <a:pPr marL="0" marR="0">
              <a:buNone/>
            </a:pPr>
            <a:r>
              <a:rPr lang="en-US" sz="1500">
                <a:effectLst/>
                <a:latin typeface="Calibri" panose="020F0502020204030204" pitchFamily="34" charset="0"/>
              </a:rPr>
              <a:t> </a:t>
            </a:r>
          </a:p>
          <a:p>
            <a:pPr marL="0" marR="0"/>
            <a:r>
              <a:rPr lang="en-US" sz="1500">
                <a:solidFill>
                  <a:srgbClr val="000000"/>
                </a:solidFill>
                <a:effectLst/>
                <a:latin typeface="inherit"/>
              </a:rPr>
              <a:t>XML is another common data format based on markup. Values are stored with tags (e.g. </a:t>
            </a:r>
            <a:r>
              <a:rPr lang="en-US" sz="1500" i="1">
                <a:solidFill>
                  <a:srgbClr val="000000"/>
                </a:solidFill>
                <a:effectLst/>
                <a:latin typeface="inherit"/>
              </a:rPr>
              <a:t>&lt;title&gt;Page Title&lt;title&gt;</a:t>
            </a:r>
            <a:r>
              <a:rPr lang="en-US" sz="1500">
                <a:solidFill>
                  <a:srgbClr val="000000"/>
                </a:solidFill>
                <a:effectLst/>
                <a:latin typeface="inherit"/>
              </a:rPr>
              <a:t>). Similarly to JSON, you can read XML files with the XML Reader node and extract values with the XPath node. </a:t>
            </a:r>
          </a:p>
        </p:txBody>
      </p:sp>
    </p:spTree>
    <p:extLst>
      <p:ext uri="{BB962C8B-B14F-4D97-AF65-F5344CB8AC3E}">
        <p14:creationId xmlns:p14="http://schemas.microsoft.com/office/powerpoint/2010/main" val="1817772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A209C-B4F6-3709-CD64-03985F97228E}"/>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DDFF9D97-0273-B88E-44B8-43303B0D1A51}"/>
              </a:ext>
            </a:extLst>
          </p:cNvPr>
          <p:cNvPicPr>
            <a:picLocks noChangeAspect="1"/>
          </p:cNvPicPr>
          <p:nvPr/>
        </p:nvPicPr>
        <p:blipFill>
          <a:blip r:embed="rId2">
            <a:duotone>
              <a:schemeClr val="accent3">
                <a:shade val="45000"/>
                <a:satMod val="135000"/>
              </a:schemeClr>
              <a:prstClr val="white"/>
            </a:duotone>
          </a:blip>
          <a:stretch>
            <a:fillRect/>
          </a:stretch>
        </p:blipFill>
        <p:spPr>
          <a:xfrm>
            <a:off x="6701792" y="2541481"/>
            <a:ext cx="5308369" cy="2692753"/>
          </a:xfrm>
          <a:prstGeom prst="rect">
            <a:avLst/>
          </a:prstGeom>
        </p:spPr>
      </p:pic>
      <p:sp>
        <p:nvSpPr>
          <p:cNvPr id="3" name="Title 2">
            <a:extLst>
              <a:ext uri="{FF2B5EF4-FFF2-40B4-BE49-F238E27FC236}">
                <a16:creationId xmlns:a16="http://schemas.microsoft.com/office/drawing/2014/main" id="{A3B5FA33-A7C6-DEB3-C7EB-468D29F5252C}"/>
              </a:ext>
            </a:extLst>
          </p:cNvPr>
          <p:cNvSpPr>
            <a:spLocks noGrp="1"/>
          </p:cNvSpPr>
          <p:nvPr>
            <p:ph type="title"/>
          </p:nvPr>
        </p:nvSpPr>
        <p:spPr/>
        <p:txBody>
          <a:bodyPr/>
          <a:lstStyle/>
          <a:p>
            <a:r>
              <a:rPr lang="en-US"/>
              <a:t>Data Types</a:t>
            </a:r>
          </a:p>
        </p:txBody>
      </p:sp>
      <p:sp>
        <p:nvSpPr>
          <p:cNvPr id="4" name="TextBox 3">
            <a:extLst>
              <a:ext uri="{FF2B5EF4-FFF2-40B4-BE49-F238E27FC236}">
                <a16:creationId xmlns:a16="http://schemas.microsoft.com/office/drawing/2014/main" id="{01CA5379-4E4B-A96A-B893-9F49C256E3B8}"/>
              </a:ext>
            </a:extLst>
          </p:cNvPr>
          <p:cNvSpPr txBox="1"/>
          <p:nvPr/>
        </p:nvSpPr>
        <p:spPr>
          <a:xfrm>
            <a:off x="421315" y="2094913"/>
            <a:ext cx="2938573" cy="3139321"/>
          </a:xfrm>
          <a:prstGeom prst="rect">
            <a:avLst/>
          </a:prstGeom>
          <a:noFill/>
        </p:spPr>
        <p:txBody>
          <a:bodyPr wrap="square">
            <a:spAutoFit/>
          </a:bodyPr>
          <a:lstStyle/>
          <a:p>
            <a:r>
              <a:rPr lang="en-US" b="0" i="0">
                <a:solidFill>
                  <a:schemeClr val="bg1"/>
                </a:solidFill>
                <a:effectLst/>
                <a:latin typeface="Roboto" panose="02000000000000000000" pitchFamily="2" charset="0"/>
              </a:rPr>
              <a:t>Dealing with structured data means classifying them into types. In KNIME, each column has a specific data type that describes the kind of data that the column stores. The data type of a column is indicated in the table monitor below the column name.</a:t>
            </a:r>
            <a:endParaRPr lang="en-US">
              <a:solidFill>
                <a:schemeClr val="bg1"/>
              </a:solidFill>
            </a:endParaRPr>
          </a:p>
        </p:txBody>
      </p:sp>
      <p:pic>
        <p:nvPicPr>
          <p:cNvPr id="7" name="Picture 6">
            <a:extLst>
              <a:ext uri="{FF2B5EF4-FFF2-40B4-BE49-F238E27FC236}">
                <a16:creationId xmlns:a16="http://schemas.microsoft.com/office/drawing/2014/main" id="{953C83CD-58D4-C8DE-C21B-B9F888854071}"/>
              </a:ext>
            </a:extLst>
          </p:cNvPr>
          <p:cNvPicPr>
            <a:picLocks noChangeAspect="1"/>
          </p:cNvPicPr>
          <p:nvPr/>
        </p:nvPicPr>
        <p:blipFill>
          <a:blip r:embed="rId3">
            <a:duotone>
              <a:schemeClr val="accent1">
                <a:shade val="45000"/>
                <a:satMod val="135000"/>
              </a:schemeClr>
              <a:prstClr val="white"/>
            </a:duotone>
          </a:blip>
          <a:stretch>
            <a:fillRect/>
          </a:stretch>
        </p:blipFill>
        <p:spPr>
          <a:xfrm>
            <a:off x="5948917" y="649824"/>
            <a:ext cx="5284381" cy="615928"/>
          </a:xfrm>
          <a:prstGeom prst="rect">
            <a:avLst/>
          </a:prstGeom>
        </p:spPr>
      </p:pic>
      <p:sp>
        <p:nvSpPr>
          <p:cNvPr id="9" name="TextBox 8">
            <a:extLst>
              <a:ext uri="{FF2B5EF4-FFF2-40B4-BE49-F238E27FC236}">
                <a16:creationId xmlns:a16="http://schemas.microsoft.com/office/drawing/2014/main" id="{38CC69DC-F4AF-FDD1-8509-95BB14C72CFB}"/>
              </a:ext>
            </a:extLst>
          </p:cNvPr>
          <p:cNvSpPr txBox="1"/>
          <p:nvPr/>
        </p:nvSpPr>
        <p:spPr>
          <a:xfrm>
            <a:off x="4371309" y="1681290"/>
            <a:ext cx="4086891" cy="4708981"/>
          </a:xfrm>
          <a:prstGeom prst="rect">
            <a:avLst/>
          </a:prstGeom>
          <a:noFill/>
        </p:spPr>
        <p:txBody>
          <a:bodyPr wrap="square">
            <a:spAutoFit/>
          </a:bodyPr>
          <a:lstStyle/>
          <a:p>
            <a:pPr marL="0" marR="0">
              <a:buNone/>
            </a:pPr>
            <a:r>
              <a:rPr lang="en-US" sz="1500" b="1">
                <a:solidFill>
                  <a:srgbClr val="000000"/>
                </a:solidFill>
                <a:effectLst/>
                <a:latin typeface="Roboto" panose="02000000000000000000" pitchFamily="2" charset="0"/>
              </a:rPr>
              <a:t>Number</a:t>
            </a:r>
            <a:endParaRPr lang="en-US" sz="1500">
              <a:effectLst/>
              <a:latin typeface="Calibri" panose="020F0502020204030204" pitchFamily="34" charset="0"/>
            </a:endParaRPr>
          </a:p>
          <a:p>
            <a:pPr marL="0" marR="0">
              <a:buNone/>
            </a:pPr>
            <a:r>
              <a:rPr lang="en-US" sz="1500">
                <a:effectLst/>
                <a:latin typeface="inherit"/>
              </a:rPr>
              <a:t>A numeric value. Can be integer, long or double (decimal)</a:t>
            </a:r>
          </a:p>
          <a:p>
            <a:pPr marL="0" marR="0">
              <a:buNone/>
            </a:pPr>
            <a:endParaRPr lang="en-US" sz="1500" b="1">
              <a:solidFill>
                <a:srgbClr val="000000"/>
              </a:solidFill>
              <a:effectLst/>
              <a:latin typeface="Roboto" panose="02000000000000000000" pitchFamily="2" charset="0"/>
            </a:endParaRPr>
          </a:p>
          <a:p>
            <a:pPr marL="0" marR="0">
              <a:buNone/>
            </a:pPr>
            <a:r>
              <a:rPr lang="en-US" sz="1500" b="1">
                <a:solidFill>
                  <a:srgbClr val="000000"/>
                </a:solidFill>
                <a:effectLst/>
                <a:latin typeface="Roboto" panose="02000000000000000000" pitchFamily="2" charset="0"/>
              </a:rPr>
              <a:t>String</a:t>
            </a:r>
            <a:endParaRPr lang="en-US" sz="1500">
              <a:effectLst/>
              <a:latin typeface="Calibri" panose="020F0502020204030204" pitchFamily="34" charset="0"/>
            </a:endParaRPr>
          </a:p>
          <a:p>
            <a:pPr marL="0" marR="0">
              <a:buNone/>
            </a:pPr>
            <a:r>
              <a:rPr lang="en-US" sz="1500">
                <a:effectLst/>
                <a:latin typeface="inherit"/>
              </a:rPr>
              <a:t>A sequence of characters</a:t>
            </a:r>
          </a:p>
          <a:p>
            <a:pPr marL="0" marR="0">
              <a:buNone/>
            </a:pPr>
            <a:endParaRPr lang="en-US" sz="1500" b="1">
              <a:solidFill>
                <a:srgbClr val="000000"/>
              </a:solidFill>
              <a:effectLst/>
              <a:latin typeface="Roboto" panose="02000000000000000000" pitchFamily="2" charset="0"/>
            </a:endParaRPr>
          </a:p>
          <a:p>
            <a:pPr marL="0" marR="0">
              <a:buNone/>
            </a:pPr>
            <a:r>
              <a:rPr lang="en-US" sz="1500" b="1">
                <a:solidFill>
                  <a:srgbClr val="000000"/>
                </a:solidFill>
                <a:effectLst/>
                <a:latin typeface="Roboto" panose="02000000000000000000" pitchFamily="2" charset="0"/>
              </a:rPr>
              <a:t>Boolean</a:t>
            </a:r>
            <a:endParaRPr lang="en-US" sz="1500">
              <a:effectLst/>
              <a:latin typeface="Calibri" panose="020F0502020204030204" pitchFamily="34" charset="0"/>
            </a:endParaRPr>
          </a:p>
          <a:p>
            <a:pPr marL="0" marR="0">
              <a:buNone/>
            </a:pPr>
            <a:r>
              <a:rPr lang="en-US" sz="1500">
                <a:effectLst/>
                <a:latin typeface="inherit"/>
              </a:rPr>
              <a:t>A truth value, either true or false</a:t>
            </a:r>
          </a:p>
          <a:p>
            <a:pPr marL="0" marR="0">
              <a:buNone/>
            </a:pPr>
            <a:endParaRPr lang="en-US" sz="1500" b="1">
              <a:solidFill>
                <a:srgbClr val="000000"/>
              </a:solidFill>
              <a:effectLst/>
              <a:latin typeface="Roboto" panose="02000000000000000000" pitchFamily="2" charset="0"/>
            </a:endParaRPr>
          </a:p>
          <a:p>
            <a:pPr marL="0" marR="0">
              <a:buNone/>
            </a:pPr>
            <a:r>
              <a:rPr lang="en-US" sz="1500" b="1" err="1">
                <a:solidFill>
                  <a:srgbClr val="000000"/>
                </a:solidFill>
                <a:effectLst/>
                <a:latin typeface="Roboto" panose="02000000000000000000" pitchFamily="2" charset="0"/>
              </a:rPr>
              <a:t>Date&amp;Time</a:t>
            </a:r>
            <a:endParaRPr lang="en-US" sz="1500">
              <a:effectLst/>
              <a:latin typeface="Calibri" panose="020F0502020204030204" pitchFamily="34" charset="0"/>
            </a:endParaRPr>
          </a:p>
          <a:p>
            <a:pPr marL="0" marR="0">
              <a:buNone/>
            </a:pPr>
            <a:r>
              <a:rPr lang="en-US" sz="1500">
                <a:effectLst/>
                <a:latin typeface="inherit"/>
              </a:rPr>
              <a:t>A temporal value with date, time or both</a:t>
            </a:r>
          </a:p>
          <a:p>
            <a:pPr marL="0" marR="0">
              <a:buNone/>
            </a:pPr>
            <a:endParaRPr lang="en-US" sz="1500" b="1">
              <a:solidFill>
                <a:srgbClr val="000000"/>
              </a:solidFill>
              <a:effectLst/>
              <a:latin typeface="Roboto" panose="02000000000000000000" pitchFamily="2" charset="0"/>
            </a:endParaRPr>
          </a:p>
          <a:p>
            <a:pPr marL="0" marR="0">
              <a:buNone/>
            </a:pPr>
            <a:r>
              <a:rPr lang="en-US" sz="1500" b="1">
                <a:solidFill>
                  <a:srgbClr val="000000"/>
                </a:solidFill>
                <a:effectLst/>
                <a:latin typeface="Roboto" panose="02000000000000000000" pitchFamily="2" charset="0"/>
              </a:rPr>
              <a:t>Collection</a:t>
            </a:r>
            <a:endParaRPr lang="en-US" sz="1500">
              <a:effectLst/>
              <a:latin typeface="Calibri" panose="020F0502020204030204" pitchFamily="34" charset="0"/>
            </a:endParaRPr>
          </a:p>
          <a:p>
            <a:pPr marL="0" marR="0">
              <a:buNone/>
            </a:pPr>
            <a:r>
              <a:rPr lang="en-US" sz="1500">
                <a:effectLst/>
                <a:latin typeface="inherit"/>
              </a:rPr>
              <a:t>Multiple values of the same type</a:t>
            </a:r>
          </a:p>
          <a:p>
            <a:pPr marL="0" marR="0">
              <a:buNone/>
            </a:pPr>
            <a:endParaRPr lang="en-US" sz="1500" b="1">
              <a:solidFill>
                <a:srgbClr val="000000"/>
              </a:solidFill>
              <a:effectLst/>
              <a:latin typeface="Roboto" panose="02000000000000000000" pitchFamily="2" charset="0"/>
            </a:endParaRPr>
          </a:p>
          <a:p>
            <a:pPr marL="0" marR="0">
              <a:buNone/>
            </a:pPr>
            <a:r>
              <a:rPr lang="en-US" sz="1500" b="1">
                <a:solidFill>
                  <a:srgbClr val="000000"/>
                </a:solidFill>
                <a:effectLst/>
                <a:latin typeface="Roboto" panose="02000000000000000000" pitchFamily="2" charset="0"/>
              </a:rPr>
              <a:t>Other Data Types</a:t>
            </a:r>
            <a:endParaRPr lang="en-US" sz="1500">
              <a:effectLst/>
              <a:latin typeface="Calibri" panose="020F0502020204030204" pitchFamily="34" charset="0"/>
            </a:endParaRPr>
          </a:p>
          <a:p>
            <a:pPr marL="0" marR="0"/>
            <a:r>
              <a:rPr lang="en-US" sz="1500">
                <a:effectLst/>
                <a:latin typeface="inherit"/>
              </a:rPr>
              <a:t>KNIME supports more specialized data types, such as Document, JSON, XML, Bit vector, Image and so on</a:t>
            </a:r>
          </a:p>
        </p:txBody>
      </p:sp>
    </p:spTree>
    <p:extLst>
      <p:ext uri="{BB962C8B-B14F-4D97-AF65-F5344CB8AC3E}">
        <p14:creationId xmlns:p14="http://schemas.microsoft.com/office/powerpoint/2010/main" val="505719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4441C-F036-932D-733C-2189065F4767}"/>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7AC172A4-72A5-AA7B-1917-47AA9CBCED68}"/>
              </a:ext>
            </a:extLst>
          </p:cNvPr>
          <p:cNvSpPr>
            <a:spLocks noGrp="1"/>
          </p:cNvSpPr>
          <p:nvPr>
            <p:ph type="body" sz="quarter" idx="15"/>
          </p:nvPr>
        </p:nvSpPr>
        <p:spPr>
          <a:xfrm>
            <a:off x="338795" y="2600980"/>
            <a:ext cx="3300984" cy="896948"/>
          </a:xfrm>
        </p:spPr>
        <p:txBody>
          <a:bodyPr vert="horz" lIns="0" tIns="0" rIns="0" bIns="0" rtlCol="0" anchor="t">
            <a:noAutofit/>
          </a:bodyPr>
          <a:lstStyle/>
          <a:p>
            <a:endParaRPr lang="en-US" sz="3600" b="1">
              <a:latin typeface="+mj-lt"/>
              <a:ea typeface="+mj-ea"/>
              <a:cs typeface="+mj-cs"/>
            </a:endParaRPr>
          </a:p>
          <a:p>
            <a:endParaRPr lang="en-US"/>
          </a:p>
        </p:txBody>
      </p:sp>
      <p:pic>
        <p:nvPicPr>
          <p:cNvPr id="2" name="Picture 1">
            <a:extLst>
              <a:ext uri="{FF2B5EF4-FFF2-40B4-BE49-F238E27FC236}">
                <a16:creationId xmlns:a16="http://schemas.microsoft.com/office/drawing/2014/main" id="{896B13FC-B2CF-A503-41FC-81476791F1E4}"/>
              </a:ext>
            </a:extLst>
          </p:cNvPr>
          <p:cNvPicPr>
            <a:picLocks noChangeAspect="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4142156" y="2274514"/>
            <a:ext cx="7983982" cy="2692656"/>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3" name="Text Placeholder 8">
            <a:extLst>
              <a:ext uri="{FF2B5EF4-FFF2-40B4-BE49-F238E27FC236}">
                <a16:creationId xmlns:a16="http://schemas.microsoft.com/office/drawing/2014/main" id="{E03E2E19-EB09-988B-2356-F0322B97CEE5}"/>
              </a:ext>
            </a:extLst>
          </p:cNvPr>
          <p:cNvSpPr txBox="1">
            <a:spLocks/>
          </p:cNvSpPr>
          <p:nvPr/>
        </p:nvSpPr>
        <p:spPr>
          <a:xfrm>
            <a:off x="349274" y="2681696"/>
            <a:ext cx="3300984" cy="896948"/>
          </a:xfrm>
          <a:prstGeom prst="rect">
            <a:avLst/>
          </a:prstGeom>
        </p:spPr>
        <p:txBody>
          <a:bodyPr vert="horz" lIns="0" tIns="0" rIns="0" bIns="0" rtlCol="0" anchor="t">
            <a:noAutofit/>
          </a:bodyPr>
          <a:lstStyle>
            <a:lvl1pPr marL="0" indent="0" algn="l" defTabSz="914400" rtl="0" eaLnBrk="1" latinLnBrk="0" hangingPunct="1">
              <a:lnSpc>
                <a:spcPct val="101000"/>
              </a:lnSpc>
              <a:spcBef>
                <a:spcPts val="2400"/>
              </a:spcBef>
              <a:spcAft>
                <a:spcPts val="600"/>
              </a:spcAft>
              <a:buFont typeface="GT America Regular"/>
              <a:buNone/>
              <a:defRPr sz="1400" b="0" i="0" kern="1200">
                <a:solidFill>
                  <a:schemeClr val="bg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pitchFamily="2" charset="77"/>
              <a:buChar char="→"/>
              <a:defRPr sz="1400" b="0" i="0" kern="1200">
                <a:solidFill>
                  <a:schemeClr val="bg1"/>
                </a:solidFill>
                <a:latin typeface="+mn-lt"/>
                <a:ea typeface="GT America Regular"/>
                <a:cs typeface="GT America Regular"/>
              </a:defRPr>
            </a:lvl2pPr>
            <a:lvl3pPr marL="0" indent="0" algn="l" defTabSz="914400" rtl="0" eaLnBrk="1" latinLnBrk="0" hangingPunct="1">
              <a:lnSpc>
                <a:spcPct val="101000"/>
              </a:lnSpc>
              <a:spcBef>
                <a:spcPts val="0"/>
              </a:spcBef>
              <a:spcAft>
                <a:spcPts val="600"/>
              </a:spcAft>
              <a:buClr>
                <a:schemeClr val="accent1"/>
              </a:buClr>
              <a:buFont typeface="GT America Regular" pitchFamily="50" charset="0"/>
              <a:buNone/>
              <a:defRPr sz="1400" b="0" i="0" kern="1200">
                <a:solidFill>
                  <a:schemeClr val="bg1"/>
                </a:solidFill>
                <a:latin typeface="+mn-lt"/>
                <a:ea typeface="GT America Regular" pitchFamily="2" charset="77"/>
                <a:cs typeface="GT America Regular" pitchFamily="2" charset="77"/>
              </a:defRPr>
            </a:lvl3pPr>
            <a:lvl4pPr marL="283464"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bg1"/>
                </a:solidFill>
                <a:latin typeface="+mn-lt"/>
                <a:ea typeface="GT America Regular" pitchFamily="2" charset="77"/>
                <a:cs typeface="GT America Regular" pitchFamily="2" charset="77"/>
              </a:defRPr>
            </a:lvl4pPr>
            <a:lvl5pPr marL="283464" indent="0" algn="l" defTabSz="914400" rtl="0" eaLnBrk="1" latinLnBrk="0" hangingPunct="1">
              <a:lnSpc>
                <a:spcPct val="101000"/>
              </a:lnSpc>
              <a:spcBef>
                <a:spcPts val="0"/>
              </a:spcBef>
              <a:spcAft>
                <a:spcPts val="600"/>
              </a:spcAft>
              <a:buClr>
                <a:schemeClr val="accent1"/>
              </a:buClr>
              <a:buFont typeface="GT America Regular" charset="0"/>
              <a:buNone/>
              <a:tabLst/>
              <a:defRPr sz="1400" b="0" i="0" kern="1200">
                <a:solidFill>
                  <a:schemeClr val="bg1"/>
                </a:solidFill>
                <a:latin typeface="+mn-lt"/>
                <a:ea typeface="GT America Regular" pitchFamily="2" charset="77"/>
                <a:cs typeface="GT America Regular" pitchFamily="2" charset="77"/>
              </a:defRPr>
            </a:lvl5pPr>
            <a:lvl6pPr marL="283464"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bg1"/>
                </a:solidFill>
                <a:latin typeface="+mn-lt"/>
                <a:ea typeface="GT America Regular" pitchFamily="2" charset="77"/>
                <a:cs typeface="GT America Regular" pitchFamily="2" charset="77"/>
              </a:defRPr>
            </a:lvl6pPr>
            <a:lvl7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7pPr>
            <a:lvl8pPr marL="283464"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bg1"/>
                </a:solidFill>
                <a:latin typeface="+mn-lt"/>
                <a:ea typeface="GT America Regular" pitchFamily="2" charset="77"/>
                <a:cs typeface="GT America Regular" pitchFamily="2" charset="77"/>
              </a:defRPr>
            </a:lvl8pPr>
            <a:lvl9pPr marL="283464" indent="0" algn="l" defTabSz="914400" rtl="0" eaLnBrk="1" latinLnBrk="0" hangingPunct="1">
              <a:lnSpc>
                <a:spcPct val="101000"/>
              </a:lnSpc>
              <a:spcBef>
                <a:spcPts val="0"/>
              </a:spcBef>
              <a:spcAft>
                <a:spcPts val="600"/>
              </a:spcAft>
              <a:buClr>
                <a:schemeClr val="accent1"/>
              </a:buClr>
              <a:buFont typeface="GT America Regular" charset="0"/>
              <a:buNone/>
              <a:defRPr sz="1100" kern="1200">
                <a:solidFill>
                  <a:schemeClr val="bg1"/>
                </a:solidFill>
                <a:latin typeface="+mn-lt"/>
                <a:ea typeface="GT America Regular" pitchFamily="2" charset="77"/>
                <a:cs typeface="GT America Regular" pitchFamily="2" charset="77"/>
              </a:defRPr>
            </a:lvl9pPr>
          </a:lstStyle>
          <a:p>
            <a:endParaRPr lang="en-US"/>
          </a:p>
        </p:txBody>
      </p:sp>
      <p:pic>
        <p:nvPicPr>
          <p:cNvPr id="10" name="Picture 9">
            <a:extLst>
              <a:ext uri="{FF2B5EF4-FFF2-40B4-BE49-F238E27FC236}">
                <a16:creationId xmlns:a16="http://schemas.microsoft.com/office/drawing/2014/main" id="{45EC571A-BD7E-C48A-A1A4-654221D3A28A}"/>
              </a:ext>
            </a:extLst>
          </p:cNvPr>
          <p:cNvPicPr>
            <a:picLocks noChangeAspect="1"/>
          </p:cNvPicPr>
          <p:nvPr/>
        </p:nvPicPr>
        <p:blipFill>
          <a:blip r:embed="rId4"/>
          <a:stretch>
            <a:fillRect/>
          </a:stretch>
        </p:blipFill>
        <p:spPr>
          <a:xfrm>
            <a:off x="5749040" y="2274514"/>
            <a:ext cx="2554987" cy="2539812"/>
          </a:xfrm>
          <a:prstGeom prst="rect">
            <a:avLst/>
          </a:prstGeom>
        </p:spPr>
      </p:pic>
      <p:sp>
        <p:nvSpPr>
          <p:cNvPr id="12" name="TextBox 11">
            <a:extLst>
              <a:ext uri="{FF2B5EF4-FFF2-40B4-BE49-F238E27FC236}">
                <a16:creationId xmlns:a16="http://schemas.microsoft.com/office/drawing/2014/main" id="{2B888B8D-157B-F69C-6B80-0BA2070E81F4}"/>
              </a:ext>
            </a:extLst>
          </p:cNvPr>
          <p:cNvSpPr txBox="1"/>
          <p:nvPr/>
        </p:nvSpPr>
        <p:spPr>
          <a:xfrm>
            <a:off x="169533" y="1124141"/>
            <a:ext cx="3780516" cy="1446550"/>
          </a:xfrm>
          <a:prstGeom prst="rect">
            <a:avLst/>
          </a:prstGeom>
          <a:noFill/>
        </p:spPr>
        <p:txBody>
          <a:bodyPr wrap="square">
            <a:spAutoFit/>
          </a:bodyPr>
          <a:lstStyle/>
          <a:p>
            <a:b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br>
            <a:endParaRPr lang="en-US" sz="4400"/>
          </a:p>
        </p:txBody>
      </p:sp>
      <p:sp>
        <p:nvSpPr>
          <p:cNvPr id="13" name="TextBox 12">
            <a:extLst>
              <a:ext uri="{FF2B5EF4-FFF2-40B4-BE49-F238E27FC236}">
                <a16:creationId xmlns:a16="http://schemas.microsoft.com/office/drawing/2014/main" id="{0B16E043-8B57-F6A1-157E-D88EE3F7AE5F}"/>
              </a:ext>
            </a:extLst>
          </p:cNvPr>
          <p:cNvSpPr txBox="1"/>
          <p:nvPr/>
        </p:nvSpPr>
        <p:spPr>
          <a:xfrm>
            <a:off x="0" y="193250"/>
            <a:ext cx="4236567" cy="2308324"/>
          </a:xfrm>
          <a:prstGeom prst="rect">
            <a:avLst/>
          </a:prstGeom>
          <a:noFill/>
        </p:spPr>
        <p:txBody>
          <a:bodyPr wrap="square">
            <a:spAutoFit/>
          </a:bodyPr>
          <a:lstStyle/>
          <a:p>
            <a: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t>STEP 2</a:t>
            </a:r>
            <a:br>
              <a:rPr kumimoji="0" lang="en-US" sz="4400" b="1" i="0" u="none" strike="noStrike" kern="1200" cap="none" spc="0" normalizeH="0" baseline="0" noProof="0">
                <a:ln>
                  <a:noFill/>
                </a:ln>
                <a:solidFill>
                  <a:prstClr val="white"/>
                </a:solidFill>
                <a:effectLst/>
                <a:uLnTx/>
                <a:uFillTx/>
                <a:latin typeface="Times New Roman" panose="02020603050405020304"/>
                <a:ea typeface="+mj-ea"/>
                <a:cs typeface="+mj-cs"/>
              </a:rPr>
            </a:br>
            <a:r>
              <a:rPr kumimoji="0" lang="en-US" sz="4000" b="1" i="0" u="none" strike="noStrike" kern="1200" cap="none" spc="0" normalizeH="0" baseline="0" noProof="0">
                <a:ln>
                  <a:noFill/>
                </a:ln>
                <a:solidFill>
                  <a:prstClr val="white"/>
                </a:solidFill>
                <a:effectLst/>
                <a:uLnTx/>
                <a:uFillTx/>
                <a:latin typeface="Times New Roman" panose="02020603050405020304"/>
                <a:ea typeface="+mj-ea"/>
                <a:cs typeface="+mj-cs"/>
              </a:rPr>
              <a:t>Data Transform </a:t>
            </a:r>
          </a:p>
          <a:p>
            <a:r>
              <a:rPr lang="en-US" sz="3000" b="1">
                <a:solidFill>
                  <a:prstClr val="white"/>
                </a:solidFill>
                <a:latin typeface="Times New Roman" panose="02020603050405020304"/>
                <a:ea typeface="+mj-ea"/>
                <a:cs typeface="+mj-cs"/>
              </a:rPr>
              <a:t>(Cleaning &amp; Transformation)</a:t>
            </a:r>
            <a:endParaRPr lang="en-US" sz="3000"/>
          </a:p>
        </p:txBody>
      </p:sp>
      <p:pic>
        <p:nvPicPr>
          <p:cNvPr id="4" name="Picture 3" descr="A screenshot of a computer&#10;&#10;AI-generated content may be incorrect.">
            <a:extLst>
              <a:ext uri="{FF2B5EF4-FFF2-40B4-BE49-F238E27FC236}">
                <a16:creationId xmlns:a16="http://schemas.microsoft.com/office/drawing/2014/main" id="{362BFD98-27FD-BF84-B70B-6859B8738301}"/>
              </a:ext>
            </a:extLst>
          </p:cNvPr>
          <p:cNvPicPr>
            <a:picLocks noChangeAspect="1"/>
          </p:cNvPicPr>
          <p:nvPr/>
        </p:nvPicPr>
        <p:blipFill>
          <a:blip r:embed="rId5"/>
          <a:stretch>
            <a:fillRect/>
          </a:stretch>
        </p:blipFill>
        <p:spPr>
          <a:xfrm>
            <a:off x="154906" y="2680536"/>
            <a:ext cx="3770898" cy="3311692"/>
          </a:xfrm>
          <a:prstGeom prst="rect">
            <a:avLst/>
          </a:prstGeom>
        </p:spPr>
      </p:pic>
    </p:spTree>
    <p:extLst>
      <p:ext uri="{BB962C8B-B14F-4D97-AF65-F5344CB8AC3E}">
        <p14:creationId xmlns:p14="http://schemas.microsoft.com/office/powerpoint/2010/main" val="847836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89ECE-59A8-292F-64AA-F2AA1DA84BD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066817A-231D-8FF2-D501-DD666FD4888B}"/>
              </a:ext>
            </a:extLst>
          </p:cNvPr>
          <p:cNvSpPr>
            <a:spLocks noGrp="1"/>
          </p:cNvSpPr>
          <p:nvPr>
            <p:ph type="title"/>
          </p:nvPr>
        </p:nvSpPr>
        <p:spPr>
          <a:xfrm>
            <a:off x="205206" y="552450"/>
            <a:ext cx="3631852" cy="1045603"/>
          </a:xfrm>
        </p:spPr>
        <p:txBody>
          <a:bodyPr/>
          <a:lstStyle/>
          <a:p>
            <a:r>
              <a:rPr lang="en-US" dirty="0"/>
              <a:t>Database Schema (Case Study)</a:t>
            </a:r>
            <a:br>
              <a:rPr lang="en-US" dirty="0"/>
            </a:br>
            <a:endParaRPr lang="en-US" dirty="0"/>
          </a:p>
        </p:txBody>
      </p:sp>
      <p:pic>
        <p:nvPicPr>
          <p:cNvPr id="2" name="Picture 1" descr="A screenshot of a computer&#10;&#10;AI-generated content may be incorrect.">
            <a:extLst>
              <a:ext uri="{FF2B5EF4-FFF2-40B4-BE49-F238E27FC236}">
                <a16:creationId xmlns:a16="http://schemas.microsoft.com/office/drawing/2014/main" id="{C2EA3CEC-0639-4267-9B1B-CE2A052BA418}"/>
              </a:ext>
            </a:extLst>
          </p:cNvPr>
          <p:cNvPicPr>
            <a:picLocks noChangeAspect="1"/>
          </p:cNvPicPr>
          <p:nvPr/>
        </p:nvPicPr>
        <p:blipFill>
          <a:blip r:embed="rId2"/>
          <a:stretch>
            <a:fillRect/>
          </a:stretch>
        </p:blipFill>
        <p:spPr>
          <a:xfrm>
            <a:off x="4347411" y="555709"/>
            <a:ext cx="7467600" cy="5686425"/>
          </a:xfrm>
          <a:prstGeom prst="rect">
            <a:avLst/>
          </a:prstGeom>
        </p:spPr>
      </p:pic>
    </p:spTree>
    <p:extLst>
      <p:ext uri="{BB962C8B-B14F-4D97-AF65-F5344CB8AC3E}">
        <p14:creationId xmlns:p14="http://schemas.microsoft.com/office/powerpoint/2010/main" val="692774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65552-7F65-1C5E-8C39-2A3612ED808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AF03589-0A93-FB0F-2C29-99A41B780E54}"/>
              </a:ext>
            </a:extLst>
          </p:cNvPr>
          <p:cNvSpPr>
            <a:spLocks noGrp="1"/>
          </p:cNvSpPr>
          <p:nvPr>
            <p:ph type="title"/>
          </p:nvPr>
        </p:nvSpPr>
        <p:spPr/>
        <p:txBody>
          <a:bodyPr/>
          <a:lstStyle/>
          <a:p>
            <a:r>
              <a:rPr lang="en-US"/>
              <a:t>Data Cleaning</a:t>
            </a:r>
          </a:p>
        </p:txBody>
      </p:sp>
      <p:sp>
        <p:nvSpPr>
          <p:cNvPr id="4" name="TextBox 3">
            <a:extLst>
              <a:ext uri="{FF2B5EF4-FFF2-40B4-BE49-F238E27FC236}">
                <a16:creationId xmlns:a16="http://schemas.microsoft.com/office/drawing/2014/main" id="{856B3F45-EC99-5050-2313-8535847F00EE}"/>
              </a:ext>
            </a:extLst>
          </p:cNvPr>
          <p:cNvSpPr txBox="1"/>
          <p:nvPr/>
        </p:nvSpPr>
        <p:spPr>
          <a:xfrm>
            <a:off x="421315" y="2094913"/>
            <a:ext cx="2938573" cy="3970318"/>
          </a:xfrm>
          <a:prstGeom prst="rect">
            <a:avLst/>
          </a:prstGeom>
          <a:noFill/>
        </p:spPr>
        <p:txBody>
          <a:bodyPr wrap="square">
            <a:spAutoFit/>
          </a:bodyPr>
          <a:lstStyle/>
          <a:p>
            <a:r>
              <a:rPr lang="en-US" b="0" i="0">
                <a:solidFill>
                  <a:schemeClr val="bg1"/>
                </a:solidFill>
                <a:effectLst/>
                <a:latin typeface="Roboto" panose="02000000000000000000" pitchFamily="2" charset="0"/>
              </a:rPr>
              <a:t>The purpose of data cleaning is to reduce the irrelevant and retain or generate the essential information. Possible operations include</a:t>
            </a:r>
          </a:p>
          <a:p>
            <a:endParaRPr lang="en-US" b="0" i="0">
              <a:solidFill>
                <a:schemeClr val="bg1"/>
              </a:solidFill>
              <a:effectLst/>
              <a:latin typeface="Roboto" panose="02000000000000000000" pitchFamily="2" charset="0"/>
            </a:endParaRPr>
          </a:p>
          <a:p>
            <a:r>
              <a:rPr lang="en-US" b="0" i="0">
                <a:solidFill>
                  <a:schemeClr val="bg1"/>
                </a:solidFill>
                <a:effectLst/>
                <a:latin typeface="Roboto" panose="02000000000000000000" pitchFamily="2" charset="0"/>
              </a:rPr>
              <a:t>Removing irrelevant data by filtering entire rows or columns</a:t>
            </a:r>
          </a:p>
          <a:p>
            <a:endParaRPr lang="en-US" b="0" i="0">
              <a:solidFill>
                <a:schemeClr val="bg1"/>
              </a:solidFill>
              <a:effectLst/>
              <a:latin typeface="Roboto" panose="02000000000000000000" pitchFamily="2" charset="0"/>
            </a:endParaRPr>
          </a:p>
          <a:p>
            <a:r>
              <a:rPr lang="en-US" b="0" i="0">
                <a:solidFill>
                  <a:schemeClr val="bg1"/>
                </a:solidFill>
                <a:effectLst/>
                <a:latin typeface="Roboto" panose="02000000000000000000" pitchFamily="2" charset="0"/>
              </a:rPr>
              <a:t>Removing duplicate data</a:t>
            </a:r>
          </a:p>
          <a:p>
            <a:endParaRPr lang="en-US" b="0" i="0">
              <a:solidFill>
                <a:schemeClr val="bg1"/>
              </a:solidFill>
              <a:effectLst/>
              <a:latin typeface="Roboto" panose="02000000000000000000" pitchFamily="2" charset="0"/>
            </a:endParaRPr>
          </a:p>
          <a:p>
            <a:r>
              <a:rPr lang="en-US" b="0" i="0">
                <a:solidFill>
                  <a:schemeClr val="bg1"/>
                </a:solidFill>
                <a:effectLst/>
                <a:latin typeface="Roboto" panose="02000000000000000000" pitchFamily="2" charset="0"/>
              </a:rPr>
              <a:t>Handling missing values</a:t>
            </a:r>
            <a:endParaRPr lang="en-US">
              <a:solidFill>
                <a:schemeClr val="bg1"/>
              </a:solidFill>
            </a:endParaRPr>
          </a:p>
        </p:txBody>
      </p:sp>
      <p:pic>
        <p:nvPicPr>
          <p:cNvPr id="5" name="Picture 4">
            <a:extLst>
              <a:ext uri="{FF2B5EF4-FFF2-40B4-BE49-F238E27FC236}">
                <a16:creationId xmlns:a16="http://schemas.microsoft.com/office/drawing/2014/main" id="{894B9502-9BBE-7BDA-AA4C-4842AF7564F3}"/>
              </a:ext>
            </a:extLst>
          </p:cNvPr>
          <p:cNvPicPr>
            <a:picLocks noChangeAspect="1"/>
          </p:cNvPicPr>
          <p:nvPr/>
        </p:nvPicPr>
        <p:blipFill>
          <a:blip r:embed="rId2"/>
          <a:stretch>
            <a:fillRect/>
          </a:stretch>
        </p:blipFill>
        <p:spPr>
          <a:xfrm>
            <a:off x="4340076" y="552450"/>
            <a:ext cx="6897329" cy="1967643"/>
          </a:xfrm>
          <a:prstGeom prst="rect">
            <a:avLst/>
          </a:prstGeom>
        </p:spPr>
      </p:pic>
      <p:pic>
        <p:nvPicPr>
          <p:cNvPr id="8" name="Picture 7">
            <a:extLst>
              <a:ext uri="{FF2B5EF4-FFF2-40B4-BE49-F238E27FC236}">
                <a16:creationId xmlns:a16="http://schemas.microsoft.com/office/drawing/2014/main" id="{2F1B6F29-A954-5E0B-EDD7-5E9FB04F2372}"/>
              </a:ext>
            </a:extLst>
          </p:cNvPr>
          <p:cNvPicPr>
            <a:picLocks noChangeAspect="1"/>
          </p:cNvPicPr>
          <p:nvPr/>
        </p:nvPicPr>
        <p:blipFill>
          <a:blip r:embed="rId3"/>
          <a:stretch>
            <a:fillRect/>
          </a:stretch>
        </p:blipFill>
        <p:spPr>
          <a:xfrm>
            <a:off x="4656365" y="2994408"/>
            <a:ext cx="1377670" cy="1552759"/>
          </a:xfrm>
          <a:prstGeom prst="rect">
            <a:avLst/>
          </a:prstGeom>
        </p:spPr>
      </p:pic>
      <p:pic>
        <p:nvPicPr>
          <p:cNvPr id="12" name="Picture 11">
            <a:extLst>
              <a:ext uri="{FF2B5EF4-FFF2-40B4-BE49-F238E27FC236}">
                <a16:creationId xmlns:a16="http://schemas.microsoft.com/office/drawing/2014/main" id="{759743F0-98BE-ADCE-45FB-F221F499A1EA}"/>
              </a:ext>
            </a:extLst>
          </p:cNvPr>
          <p:cNvPicPr>
            <a:picLocks noChangeAspect="1"/>
          </p:cNvPicPr>
          <p:nvPr/>
        </p:nvPicPr>
        <p:blipFill>
          <a:blip r:embed="rId4"/>
          <a:stretch>
            <a:fillRect/>
          </a:stretch>
        </p:blipFill>
        <p:spPr>
          <a:xfrm>
            <a:off x="6942331" y="2909915"/>
            <a:ext cx="1533711" cy="1721743"/>
          </a:xfrm>
          <a:prstGeom prst="rect">
            <a:avLst/>
          </a:prstGeom>
        </p:spPr>
      </p:pic>
      <p:pic>
        <p:nvPicPr>
          <p:cNvPr id="14" name="Picture 13">
            <a:extLst>
              <a:ext uri="{FF2B5EF4-FFF2-40B4-BE49-F238E27FC236}">
                <a16:creationId xmlns:a16="http://schemas.microsoft.com/office/drawing/2014/main" id="{B7CAB586-1AA2-DBE0-1D4F-BE0A6941F71E}"/>
              </a:ext>
            </a:extLst>
          </p:cNvPr>
          <p:cNvPicPr>
            <a:picLocks noChangeAspect="1"/>
          </p:cNvPicPr>
          <p:nvPr/>
        </p:nvPicPr>
        <p:blipFill>
          <a:blip r:embed="rId5"/>
          <a:stretch>
            <a:fillRect/>
          </a:stretch>
        </p:blipFill>
        <p:spPr>
          <a:xfrm>
            <a:off x="9329208" y="2786964"/>
            <a:ext cx="1853340" cy="1967643"/>
          </a:xfrm>
          <a:prstGeom prst="rect">
            <a:avLst/>
          </a:prstGeom>
        </p:spPr>
      </p:pic>
      <p:pic>
        <p:nvPicPr>
          <p:cNvPr id="16" name="Picture 15">
            <a:extLst>
              <a:ext uri="{FF2B5EF4-FFF2-40B4-BE49-F238E27FC236}">
                <a16:creationId xmlns:a16="http://schemas.microsoft.com/office/drawing/2014/main" id="{94C874B1-A419-686E-50F4-42091C01C951}"/>
              </a:ext>
            </a:extLst>
          </p:cNvPr>
          <p:cNvPicPr>
            <a:picLocks noChangeAspect="1"/>
          </p:cNvPicPr>
          <p:nvPr/>
        </p:nvPicPr>
        <p:blipFill>
          <a:blip r:embed="rId6"/>
          <a:stretch>
            <a:fillRect/>
          </a:stretch>
        </p:blipFill>
        <p:spPr>
          <a:xfrm>
            <a:off x="4707652" y="4828051"/>
            <a:ext cx="6616839" cy="1799461"/>
          </a:xfrm>
          <a:prstGeom prst="rect">
            <a:avLst/>
          </a:prstGeom>
        </p:spPr>
      </p:pic>
    </p:spTree>
    <p:extLst>
      <p:ext uri="{BB962C8B-B14F-4D97-AF65-F5344CB8AC3E}">
        <p14:creationId xmlns:p14="http://schemas.microsoft.com/office/powerpoint/2010/main" val="674546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C6D4B-B28D-98BF-CBA5-DF50CB57C95A}"/>
              </a:ext>
            </a:extLst>
          </p:cNvPr>
          <p:cNvSpPr>
            <a:spLocks noGrp="1"/>
          </p:cNvSpPr>
          <p:nvPr>
            <p:ph type="title"/>
          </p:nvPr>
        </p:nvSpPr>
        <p:spPr>
          <a:xfrm>
            <a:off x="539751" y="4567237"/>
            <a:ext cx="5441950" cy="1165225"/>
          </a:xfrm>
        </p:spPr>
        <p:txBody>
          <a:bodyPr/>
          <a:lstStyle/>
          <a:p>
            <a:r>
              <a:rPr lang="en-US"/>
              <a:t>Q&amp;A</a:t>
            </a:r>
            <a:br>
              <a:rPr lang="en-US"/>
            </a:br>
            <a:br>
              <a:rPr lang="en-US"/>
            </a:br>
            <a:r>
              <a:rPr lang="en-US"/>
              <a:t>Thank you</a:t>
            </a:r>
            <a:endParaRPr lang="en-CR"/>
          </a:p>
        </p:txBody>
      </p:sp>
      <p:sp>
        <p:nvSpPr>
          <p:cNvPr id="5" name="Text Placeholder 4">
            <a:extLst>
              <a:ext uri="{FF2B5EF4-FFF2-40B4-BE49-F238E27FC236}">
                <a16:creationId xmlns:a16="http://schemas.microsoft.com/office/drawing/2014/main" id="{E1C36B9D-3580-3FFF-1F50-828A2DFBA6E3}"/>
              </a:ext>
            </a:extLst>
          </p:cNvPr>
          <p:cNvSpPr>
            <a:spLocks noGrp="1"/>
          </p:cNvSpPr>
          <p:nvPr>
            <p:ph type="body" sz="quarter" idx="15"/>
          </p:nvPr>
        </p:nvSpPr>
        <p:spPr/>
        <p:txBody>
          <a:bodyPr/>
          <a:lstStyle/>
          <a:p>
            <a:endParaRPr lang="en-CR"/>
          </a:p>
        </p:txBody>
      </p:sp>
    </p:spTree>
    <p:extLst>
      <p:ext uri="{BB962C8B-B14F-4D97-AF65-F5344CB8AC3E}">
        <p14:creationId xmlns:p14="http://schemas.microsoft.com/office/powerpoint/2010/main" val="2021282658"/>
      </p:ext>
    </p:extLst>
  </p:cSld>
  <p:clrMapOvr>
    <a:masterClrMapping/>
  </p:clrMapOvr>
</p:sld>
</file>

<file path=ppt/theme/theme1.xml><?xml version="1.0" encoding="utf-8"?>
<a:theme xmlns:a="http://schemas.openxmlformats.org/drawingml/2006/main" name="Moody's">
  <a:themeElements>
    <a:clrScheme name="Moody's">
      <a:dk1>
        <a:srgbClr val="000000"/>
      </a:dk1>
      <a:lt1>
        <a:sysClr val="window" lastClr="FFFFFF"/>
      </a:lt1>
      <a:dk2>
        <a:srgbClr val="0A1264"/>
      </a:dk2>
      <a:lt2>
        <a:srgbClr val="D7D8D7"/>
      </a:lt2>
      <a:accent1>
        <a:srgbClr val="005EFF"/>
      </a:accent1>
      <a:accent2>
        <a:srgbClr val="35397E"/>
      </a:accent2>
      <a:accent3>
        <a:srgbClr val="7677A7"/>
      </a:accent3>
      <a:accent4>
        <a:srgbClr val="A2A2C4"/>
      </a:accent4>
      <a:accent5>
        <a:srgbClr val="CFD0E1"/>
      </a:accent5>
      <a:accent6>
        <a:srgbClr val="11174F"/>
      </a:accent6>
      <a:hlink>
        <a:srgbClr val="005EFF"/>
      </a:hlink>
      <a:folHlink>
        <a:srgbClr val="D9017A"/>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ody'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1000"/>
          </a:lnSpc>
          <a:spcAft>
            <a:spcPts val="600"/>
          </a:spcAft>
          <a:defRPr kumimoji="0" sz="1400" b="0" i="0" u="none" strike="noStrike" kern="1200" cap="none" spc="0" normalizeH="0" baseline="0" noProof="0" dirty="0" err="1" smtClean="0">
            <a:ln>
              <a:noFill/>
            </a:ln>
            <a:solidFill>
              <a:srgbClr val="000000"/>
            </a:solidFill>
            <a:effectLst/>
            <a:uLnTx/>
            <a:uFillTx/>
            <a:ea typeface="GT America Regular" charset="0"/>
            <a:cs typeface="GT America Regular" charset="0"/>
          </a:defRPr>
        </a:defPPr>
      </a:lstStyle>
    </a:txDef>
  </a:objectDefaults>
  <a:extraClrSchemeLst/>
  <a:custClrLst>
    <a:custClr name="Moody's Blue 02">
      <a:srgbClr val="CFD0E1"/>
    </a:custClr>
    <a:custClr name="Moody's Blue 04">
      <a:srgbClr val="A2A2C4"/>
    </a:custClr>
    <a:custClr name="Moody's Blue 06">
      <a:srgbClr val="7677A7"/>
    </a:custClr>
    <a:custClr name="Moody's Blue 09">
      <a:srgbClr val="35397E"/>
    </a:custClr>
    <a:custClr name="Moody's Blue 10">
      <a:srgbClr val="0A1264"/>
    </a:custClr>
    <a:custClr name="Moody's Blue 11">
      <a:srgbClr val="11174F"/>
    </a:custClr>
    <a:custClr name="Moody's Blue 12">
      <a:srgbClr val="040826"/>
    </a:custClr>
    <a:custClr name=" ">
      <a:srgbClr val="FFFFFF"/>
    </a:custClr>
    <a:custClr name=" ">
      <a:srgbClr val="FFFFFF"/>
    </a:custClr>
    <a:custClr name=" ">
      <a:srgbClr val="FFFFFF"/>
    </a:custClr>
    <a:custClr name="Bright Blue 03">
      <a:srgbClr val="9DC1FF"/>
    </a:custClr>
    <a:custClr name="Bright Blue 05">
      <a:srgbClr val="5996FF"/>
    </a:custClr>
    <a:custClr name="Bright Blue 06">
      <a:srgbClr val="347FFF"/>
    </a:custClr>
    <a:custClr name="Bright Blue 07">
      <a:srgbClr val="005EFF"/>
    </a:custClr>
    <a:custClr name="Bright Blue 09">
      <a:srgbClr val="0044B7"/>
    </a:custClr>
    <a:custClr name="Bright Blue 10">
      <a:srgbClr val="003590"/>
    </a:custClr>
    <a:custClr name="Bright Blue 11">
      <a:srgbClr val="00276A"/>
    </a:custClr>
    <a:custClr name=" ">
      <a:srgbClr val="FFFFFF"/>
    </a:custClr>
    <a:custClr name=" ">
      <a:srgbClr val="FFFFFF"/>
    </a:custClr>
    <a:custClr name=" ">
      <a:srgbClr val="FFFFFF"/>
    </a:custClr>
    <a:custClr name="Extra Light Grey 01">
      <a:srgbClr val="F0F0F1"/>
    </a:custClr>
    <a:custClr name="Light Grey 02">
      <a:srgbClr val="D7D8D7"/>
    </a:custClr>
    <a:custClr name="Medium Grey 04">
      <a:srgbClr val="A6A9AA"/>
    </a:custClr>
    <a:custClr name="Grey 06">
      <a:srgbClr val="75787B"/>
    </a:custClr>
    <a:custClr name="Dark Grey 08">
      <a:srgbClr val="4F5153"/>
    </a:custClr>
    <a:custClr name="Extra Dark Grey 10">
      <a:srgbClr val="292B2C"/>
    </a:custClr>
    <a:custClr name="Rich Black 12">
      <a:srgbClr val="000000"/>
    </a:custClr>
    <a:custClr name=" ">
      <a:srgbClr val="FFFFFF"/>
    </a:custClr>
    <a:custClr name=" ">
      <a:srgbClr val="FFFFFF"/>
    </a:custClr>
    <a:custClr name=" ">
      <a:srgbClr val="FFFFFF"/>
    </a:custClr>
    <a:custClr name="Red 08">
      <a:srgbClr val="BA0C2F"/>
    </a:custClr>
    <a:custClr name="Orange 06">
      <a:srgbClr val="E35205"/>
    </a:custClr>
    <a:custClr name="Yellow 03">
      <a:srgbClr val="FDDA25"/>
    </a:custClr>
    <a:custClr name="Green 04">
      <a:srgbClr val="78BE20"/>
    </a:custClr>
    <a:custClr name="Teal 06">
      <a:srgbClr val="008C95"/>
    </a:custClr>
    <a:custClr name="Purple 10">
      <a:srgbClr val="5C068C"/>
    </a:custClr>
    <a:custClr name="Magenta 07">
      <a:srgbClr val="D9017A"/>
    </a:custClr>
    <a:custClr name=" ">
      <a:srgbClr val="FFFFFF"/>
    </a:custClr>
    <a:custClr name=" ">
      <a:srgbClr val="FFFFFF"/>
    </a:custClr>
    <a:custClr name=" ">
      <a:srgbClr val="FFFFFF"/>
    </a:custClr>
    <a:custClr name="Red 01">
      <a:srgbClr val="F8E5E9"/>
    </a:custClr>
    <a:custClr name="Orange 01">
      <a:srgbClr val="FBE6DA"/>
    </a:custClr>
    <a:custClr name="Yellow 01">
      <a:srgbClr val="FDF3BD"/>
    </a:custClr>
    <a:custClr name="Green 01">
      <a:srgbClr val="DDF0CE"/>
    </a:custClr>
    <a:custClr name="Teal 01">
      <a:srgbClr val="D7EDEF"/>
    </a:custClr>
    <a:custClr name="Purple 01">
      <a:srgbClr val="EEE7F3"/>
    </a:custClr>
    <a:custClr name="Magenta 01">
      <a:srgbClr val="FDE3F2"/>
    </a:custClr>
    <a:custClr name=" ">
      <a:srgbClr val="FFFFFF"/>
    </a:custClr>
    <a:custClr name=" ">
      <a:srgbClr val="FFFFFF"/>
    </a:custClr>
    <a:custClr name=" ">
      <a:srgbClr val="FFFFFF"/>
    </a:custClr>
  </a:custClrLst>
  <a:extLst>
    <a:ext uri="{05A4C25C-085E-4340-85A3-A5531E510DB2}">
      <thm15:themeFamily xmlns:thm15="http://schemas.microsoft.com/office/thememl/2012/main" name="MOODYS_PPT_Template_25.1.pptx" id="{FF56F906-F4D2-4832-B4B9-4A36D9E6E357}" vid="{5C99AA1B-0B41-46A9-853A-E478BB7EED75}"/>
    </a:ext>
  </a:extLst>
</a:theme>
</file>

<file path=ppt/theme/theme2.xml><?xml version="1.0" encoding="utf-8"?>
<a:theme xmlns:a="http://schemas.openxmlformats.org/drawingml/2006/main" name="Moody's">
  <a:themeElements>
    <a:clrScheme name="Moody's">
      <a:dk1>
        <a:srgbClr val="000000"/>
      </a:dk1>
      <a:lt1>
        <a:sysClr val="window" lastClr="FFFFFF"/>
      </a:lt1>
      <a:dk2>
        <a:srgbClr val="0A1264"/>
      </a:dk2>
      <a:lt2>
        <a:srgbClr val="D7D8D7"/>
      </a:lt2>
      <a:accent1>
        <a:srgbClr val="005EFF"/>
      </a:accent1>
      <a:accent2>
        <a:srgbClr val="35397E"/>
      </a:accent2>
      <a:accent3>
        <a:srgbClr val="7677A7"/>
      </a:accent3>
      <a:accent4>
        <a:srgbClr val="A2A2C4"/>
      </a:accent4>
      <a:accent5>
        <a:srgbClr val="CFD0E1"/>
      </a:accent5>
      <a:accent6>
        <a:srgbClr val="11174F"/>
      </a:accent6>
      <a:hlink>
        <a:srgbClr val="005EFF"/>
      </a:hlink>
      <a:folHlink>
        <a:srgbClr val="D9017A"/>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ody'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1000"/>
          </a:lnSpc>
          <a:spcAft>
            <a:spcPts val="600"/>
          </a:spcAft>
          <a:defRPr kumimoji="0" sz="1400" b="0" i="0" u="none" strike="noStrike" kern="1200" cap="none" spc="0" normalizeH="0" baseline="0" noProof="0" dirty="0" err="1" smtClean="0">
            <a:ln>
              <a:noFill/>
            </a:ln>
            <a:solidFill>
              <a:srgbClr val="000000"/>
            </a:solidFill>
            <a:effectLst/>
            <a:uLnTx/>
            <a:uFillTx/>
            <a:ea typeface="GT America Regular" charset="0"/>
            <a:cs typeface="GT America Regular" charset="0"/>
          </a:defRPr>
        </a:defPPr>
      </a:lstStyle>
    </a:txDef>
  </a:objectDefaults>
  <a:extraClrSchemeLst/>
  <a:custClrLst>
    <a:custClr name="Moody's Blue 02">
      <a:srgbClr val="CFD0E1"/>
    </a:custClr>
    <a:custClr name="Moody's Blue 04">
      <a:srgbClr val="A2A2C4"/>
    </a:custClr>
    <a:custClr name="Moody's Blue 06">
      <a:srgbClr val="7677A7"/>
    </a:custClr>
    <a:custClr name="Moody's Blue 09">
      <a:srgbClr val="35397E"/>
    </a:custClr>
    <a:custClr name="Moody's Blue 10">
      <a:srgbClr val="0A1264"/>
    </a:custClr>
    <a:custClr name="Moody's Blue 11">
      <a:srgbClr val="11174F"/>
    </a:custClr>
    <a:custClr name="Moody's Blue 12">
      <a:srgbClr val="040826"/>
    </a:custClr>
    <a:custClr name=" ">
      <a:srgbClr val="FFFFFF"/>
    </a:custClr>
    <a:custClr name=" ">
      <a:srgbClr val="FFFFFF"/>
    </a:custClr>
    <a:custClr name=" ">
      <a:srgbClr val="FFFFFF"/>
    </a:custClr>
    <a:custClr name="Bright Blue 03">
      <a:srgbClr val="9DC1FF"/>
    </a:custClr>
    <a:custClr name="Bright Blue 05">
      <a:srgbClr val="5996FF"/>
    </a:custClr>
    <a:custClr name="Bright Blue 06">
      <a:srgbClr val="347FFF"/>
    </a:custClr>
    <a:custClr name="Bright Blue 07">
      <a:srgbClr val="005EFF"/>
    </a:custClr>
    <a:custClr name="Bright Blue 09">
      <a:srgbClr val="0044B7"/>
    </a:custClr>
    <a:custClr name="Bright Blue 10">
      <a:srgbClr val="003590"/>
    </a:custClr>
    <a:custClr name="Bright Blue 11">
      <a:srgbClr val="00276A"/>
    </a:custClr>
    <a:custClr name=" ">
      <a:srgbClr val="FFFFFF"/>
    </a:custClr>
    <a:custClr name=" ">
      <a:srgbClr val="FFFFFF"/>
    </a:custClr>
    <a:custClr name=" ">
      <a:srgbClr val="FFFFFF"/>
    </a:custClr>
    <a:custClr name="Extra Light Grey 01">
      <a:srgbClr val="F0F0F1"/>
    </a:custClr>
    <a:custClr name="Light Grey 02">
      <a:srgbClr val="D7D8D7"/>
    </a:custClr>
    <a:custClr name="Medium Grey 04">
      <a:srgbClr val="A6A9AA"/>
    </a:custClr>
    <a:custClr name="Grey 06">
      <a:srgbClr val="75787B"/>
    </a:custClr>
    <a:custClr name="Dark Grey 08">
      <a:srgbClr val="4F5153"/>
    </a:custClr>
    <a:custClr name="Extra Dark Grey 10">
      <a:srgbClr val="292B2C"/>
    </a:custClr>
    <a:custClr name="Rich Black 12">
      <a:srgbClr val="000000"/>
    </a:custClr>
    <a:custClr name=" ">
      <a:srgbClr val="FFFFFF"/>
    </a:custClr>
    <a:custClr name=" ">
      <a:srgbClr val="FFFFFF"/>
    </a:custClr>
    <a:custClr name=" ">
      <a:srgbClr val="FFFFFF"/>
    </a:custClr>
    <a:custClr name="Red 08">
      <a:srgbClr val="BA0C2F"/>
    </a:custClr>
    <a:custClr name="Orange 06">
      <a:srgbClr val="E35205"/>
    </a:custClr>
    <a:custClr name="Yellow 03">
      <a:srgbClr val="FDDA25"/>
    </a:custClr>
    <a:custClr name="Green 04">
      <a:srgbClr val="78BE20"/>
    </a:custClr>
    <a:custClr name="Teal 06">
      <a:srgbClr val="008C95"/>
    </a:custClr>
    <a:custClr name="Purple 10">
      <a:srgbClr val="5C068C"/>
    </a:custClr>
    <a:custClr name="Magenta 07">
      <a:srgbClr val="D9017A"/>
    </a:custClr>
    <a:custClr name=" ">
      <a:srgbClr val="FFFFFF"/>
    </a:custClr>
    <a:custClr name=" ">
      <a:srgbClr val="FFFFFF"/>
    </a:custClr>
    <a:custClr name=" ">
      <a:srgbClr val="FFFFFF"/>
    </a:custClr>
    <a:custClr name="Red 01">
      <a:srgbClr val="F8E5E9"/>
    </a:custClr>
    <a:custClr name="Orange 01">
      <a:srgbClr val="FBE6DA"/>
    </a:custClr>
    <a:custClr name="Yellow 01">
      <a:srgbClr val="FDF3BD"/>
    </a:custClr>
    <a:custClr name="Green 01">
      <a:srgbClr val="DDF0CE"/>
    </a:custClr>
    <a:custClr name="Teal 01">
      <a:srgbClr val="D7EDEF"/>
    </a:custClr>
    <a:custClr name="Purple 01">
      <a:srgbClr val="EEE7F3"/>
    </a:custClr>
    <a:custClr name="Magenta 01">
      <a:srgbClr val="FDE3F2"/>
    </a:custClr>
    <a:custClr name=" ">
      <a:srgbClr val="FFFFFF"/>
    </a:custClr>
    <a:custClr name=" ">
      <a:srgbClr val="FFFFFF"/>
    </a:custClr>
    <a:custClr name=" ">
      <a:srgbClr val="FFFFFF"/>
    </a:custClr>
  </a:custClrLst>
  <a:extLst>
    <a:ext uri="{05A4C25C-085E-4340-85A3-A5531E510DB2}">
      <thm15:themeFamily xmlns:thm15="http://schemas.microsoft.com/office/thememl/2012/main" name="MOODYS_PPT_Template_25.1.pptx" id="{FF56F906-F4D2-4832-B4B9-4A36D9E6E357}" vid="{5C99AA1B-0B41-46A9-853A-E478BB7EED7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Widescreen</PresentationFormat>
  <Slides>16</Slides>
  <Notes>7</Notes>
  <HiddenSlides>0</HiddenSlides>
  <ScaleCrop>false</ScaleCrop>
  <HeadingPairs>
    <vt:vector size="4" baseType="variant">
      <vt:variant>
        <vt:lpstr>Theme</vt:lpstr>
      </vt:variant>
      <vt:variant>
        <vt:i4>2</vt:i4>
      </vt:variant>
      <vt:variant>
        <vt:lpstr>Slide Titles</vt:lpstr>
      </vt:variant>
      <vt:variant>
        <vt:i4>16</vt:i4>
      </vt:variant>
    </vt:vector>
  </HeadingPairs>
  <TitlesOfParts>
    <vt:vector size="18" baseType="lpstr">
      <vt:lpstr>Moody's</vt:lpstr>
      <vt:lpstr>Moody's</vt:lpstr>
      <vt:lpstr>PowerPoint Presentation</vt:lpstr>
      <vt:lpstr>Session  Outline</vt:lpstr>
      <vt:lpstr>Recap</vt:lpstr>
      <vt:lpstr>Overview of Session Goals</vt:lpstr>
      <vt:lpstr>PowerPoint Presentation</vt:lpstr>
      <vt:lpstr>PowerPoint Presentation</vt:lpstr>
      <vt:lpstr>PowerPoint Presentation</vt:lpstr>
      <vt:lpstr>Configuration Reading Files</vt:lpstr>
      <vt:lpstr>Table Creator</vt:lpstr>
      <vt:lpstr>Accessing Databases</vt:lpstr>
      <vt:lpstr>Other Data sources</vt:lpstr>
      <vt:lpstr>Data Types</vt:lpstr>
      <vt:lpstr>PowerPoint Presentation</vt:lpstr>
      <vt:lpstr>Database Schema (Case Study) </vt:lpstr>
      <vt:lpstr>Data Cleaning</vt:lpstr>
      <vt:lpstr>Q&amp;A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Vartika Goel (Ratings - Tech)</dc:creator>
  <cp:revision>38</cp:revision>
  <dcterms:created xsi:type="dcterms:W3CDTF">2025-05-12T07:46:41Z</dcterms:created>
  <dcterms:modified xsi:type="dcterms:W3CDTF">2025-09-03T13:05:11Z</dcterms:modified>
</cp:coreProperties>
</file>