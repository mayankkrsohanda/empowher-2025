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3" r:id="rId1"/>
    <p:sldMasterId id="2147483672" r:id="rId2"/>
  </p:sldMasterIdLst>
  <p:notesMasterIdLst>
    <p:notesMasterId r:id="rId12"/>
  </p:notesMasterIdLst>
  <p:sldIdLst>
    <p:sldId id="2584" r:id="rId3"/>
    <p:sldId id="2562" r:id="rId4"/>
    <p:sldId id="2564" r:id="rId5"/>
    <p:sldId id="2566" r:id="rId6"/>
    <p:sldId id="2593" r:id="rId7"/>
    <p:sldId id="2598" r:id="rId8"/>
    <p:sldId id="2597" r:id="rId9"/>
    <p:sldId id="2596" r:id="rId10"/>
    <p:sldId id="259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ing KNIME: Unlocking the Power of Data Analytics" id="{620EA71D-9312-4049-ACD5-D192FE037841}">
          <p14:sldIdLst>
            <p14:sldId id="2584"/>
            <p14:sldId id="2562"/>
            <p14:sldId id="2564"/>
            <p14:sldId id="2566"/>
            <p14:sldId id="2593"/>
            <p14:sldId id="2598"/>
            <p14:sldId id="2597"/>
            <p14:sldId id="2596"/>
          </p14:sldIdLst>
        </p14:section>
        <p14:section name="Conclusion" id="{3D9F23CB-D70A-4766-818E-6D16E3D08895}">
          <p14:sldIdLst>
            <p14:sldId id="25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0CA55A-63B2-42E3-B837-5B1DCC166AF0}" v="34" dt="2025-08-21T09:16:26.5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2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 Id="rId5" Type="http://schemas.openxmlformats.org/officeDocument/2006/relationships/image" Target="../media/image14.png"/><Relationship Id="rId4" Type="http://schemas.openxmlformats.org/officeDocument/2006/relationships/image" Target="../media/image13.png"/></Relationships>
</file>

<file path=ppt/diagrams/_rels/drawing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 Id="rId5" Type="http://schemas.openxmlformats.org/officeDocument/2006/relationships/image" Target="../media/image14.png"/><Relationship Id="rId4" Type="http://schemas.openxmlformats.org/officeDocument/2006/relationships/image" Target="../media/image13.png"/></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C26B4B-51A1-4B16-A2AC-4E6FDBD96D12}" type="doc">
      <dgm:prSet loTypeId="urn:microsoft.com/office/officeart/2005/8/layout/vList3" loCatId="picture" qsTypeId="urn:microsoft.com/office/officeart/2005/8/quickstyle/3d3" qsCatId="3D" csTypeId="urn:microsoft.com/office/officeart/2005/8/colors/accent2_1" csCatId="accent2" phldr="1"/>
      <dgm:spPr/>
      <dgm:t>
        <a:bodyPr/>
        <a:lstStyle/>
        <a:p>
          <a:endParaRPr lang="en-US"/>
        </a:p>
      </dgm:t>
    </dgm:pt>
    <dgm:pt modelId="{DFF8752A-C137-4078-B5CB-6D4754F68CCB}">
      <dgm:prSet/>
      <dgm:spPr>
        <a:ln>
          <a:solidFill>
            <a:schemeClr val="accent1"/>
          </a:solidFill>
        </a:ln>
      </dgm:spPr>
      <dgm:t>
        <a:bodyPr/>
        <a:lstStyle/>
        <a:p>
          <a:r>
            <a:rPr lang="en-US" b="0" i="0" baseline="0" dirty="0"/>
            <a:t>Read the input files using the I/O nodes </a:t>
          </a:r>
          <a:endParaRPr lang="en-US" dirty="0"/>
        </a:p>
      </dgm:t>
    </dgm:pt>
    <dgm:pt modelId="{51767FAE-2FC7-43E4-B0B9-477EED2D3645}" type="parTrans" cxnId="{07412795-86AE-426A-B660-DA5E05FD27D9}">
      <dgm:prSet/>
      <dgm:spPr/>
      <dgm:t>
        <a:bodyPr/>
        <a:lstStyle/>
        <a:p>
          <a:endParaRPr lang="en-US"/>
        </a:p>
      </dgm:t>
    </dgm:pt>
    <dgm:pt modelId="{C5568F51-489D-4178-92FE-6EE1AFDED6BF}" type="sibTrans" cxnId="{07412795-86AE-426A-B660-DA5E05FD27D9}">
      <dgm:prSet/>
      <dgm:spPr/>
      <dgm:t>
        <a:bodyPr/>
        <a:lstStyle/>
        <a:p>
          <a:endParaRPr lang="en-US"/>
        </a:p>
      </dgm:t>
    </dgm:pt>
    <dgm:pt modelId="{8A9123A7-41CA-41C7-BCA2-225268E59BAE}">
      <dgm:prSet/>
      <dgm:spPr>
        <a:ln>
          <a:solidFill>
            <a:schemeClr val="accent1"/>
          </a:solidFill>
        </a:ln>
      </dgm:spPr>
      <dgm:t>
        <a:bodyPr/>
        <a:lstStyle/>
        <a:p>
          <a:r>
            <a:rPr lang="en-US" dirty="0"/>
            <a:t>Connect to a database and read data using corresponding nodes</a:t>
          </a:r>
        </a:p>
      </dgm:t>
    </dgm:pt>
    <dgm:pt modelId="{2A2AE5A2-0E50-4729-B03D-8853B2B32DE9}" type="parTrans" cxnId="{9E7D8371-4476-4232-8F13-732B50103215}">
      <dgm:prSet/>
      <dgm:spPr/>
      <dgm:t>
        <a:bodyPr/>
        <a:lstStyle/>
        <a:p>
          <a:endParaRPr lang="en-US"/>
        </a:p>
      </dgm:t>
    </dgm:pt>
    <dgm:pt modelId="{F11F24AE-508A-4F0B-A3A5-A333C1BF721C}" type="sibTrans" cxnId="{9E7D8371-4476-4232-8F13-732B50103215}">
      <dgm:prSet/>
      <dgm:spPr/>
      <dgm:t>
        <a:bodyPr/>
        <a:lstStyle/>
        <a:p>
          <a:endParaRPr lang="en-US"/>
        </a:p>
      </dgm:t>
    </dgm:pt>
    <dgm:pt modelId="{613F1ED9-6B38-46F0-B6D6-4907CD7E7ABB}">
      <dgm:prSet/>
      <dgm:spPr>
        <a:ln>
          <a:solidFill>
            <a:schemeClr val="accent1"/>
          </a:solidFill>
        </a:ln>
      </dgm:spPr>
      <dgm:t>
        <a:bodyPr/>
        <a:lstStyle/>
        <a:p>
          <a:r>
            <a:rPr lang="en-US" b="0" i="0" baseline="0" dirty="0"/>
            <a:t>Manually import data by using the Table creator node </a:t>
          </a:r>
          <a:endParaRPr lang="en-US" dirty="0"/>
        </a:p>
      </dgm:t>
    </dgm:pt>
    <dgm:pt modelId="{658020A4-AA22-4AA3-9219-F24B1705ED88}" type="parTrans" cxnId="{B93D53D6-906F-4E36-B595-ABE47BF18629}">
      <dgm:prSet/>
      <dgm:spPr/>
      <dgm:t>
        <a:bodyPr/>
        <a:lstStyle/>
        <a:p>
          <a:endParaRPr lang="en-US"/>
        </a:p>
      </dgm:t>
    </dgm:pt>
    <dgm:pt modelId="{27F5BC77-E84C-49D6-9548-1F56BF5DF049}" type="sibTrans" cxnId="{B93D53D6-906F-4E36-B595-ABE47BF18629}">
      <dgm:prSet/>
      <dgm:spPr/>
      <dgm:t>
        <a:bodyPr/>
        <a:lstStyle/>
        <a:p>
          <a:endParaRPr lang="en-US"/>
        </a:p>
      </dgm:t>
    </dgm:pt>
    <dgm:pt modelId="{63F670E7-1E14-4E6B-B444-218DA7685813}">
      <dgm:prSet/>
      <dgm:spPr>
        <a:ln>
          <a:solidFill>
            <a:schemeClr val="accent1"/>
          </a:solidFill>
        </a:ln>
      </dgm:spPr>
      <dgm:t>
        <a:bodyPr/>
        <a:lstStyle/>
        <a:p>
          <a:r>
            <a:rPr lang="en-US" dirty="0"/>
            <a:t>Data type supported in KNIME</a:t>
          </a:r>
        </a:p>
      </dgm:t>
    </dgm:pt>
    <dgm:pt modelId="{66BB9752-FB39-4480-86D3-BC346ECACB12}" type="parTrans" cxnId="{023F195B-803D-4B21-A4A3-4D2DF8089711}">
      <dgm:prSet/>
      <dgm:spPr/>
      <dgm:t>
        <a:bodyPr/>
        <a:lstStyle/>
        <a:p>
          <a:endParaRPr lang="en-US"/>
        </a:p>
      </dgm:t>
    </dgm:pt>
    <dgm:pt modelId="{929E7ECA-FACC-4607-BEBC-F6D3476223D8}" type="sibTrans" cxnId="{023F195B-803D-4B21-A4A3-4D2DF8089711}">
      <dgm:prSet/>
      <dgm:spPr/>
      <dgm:t>
        <a:bodyPr/>
        <a:lstStyle/>
        <a:p>
          <a:endParaRPr lang="en-US"/>
        </a:p>
      </dgm:t>
    </dgm:pt>
    <dgm:pt modelId="{F5AB8934-2C4D-4075-9D80-A613E56E635E}">
      <dgm:prSet/>
      <dgm:spPr>
        <a:ln>
          <a:solidFill>
            <a:schemeClr val="accent1"/>
          </a:solidFill>
        </a:ln>
      </dgm:spPr>
      <dgm:t>
        <a:bodyPr/>
        <a:lstStyle/>
        <a:p>
          <a:r>
            <a:rPr lang="en-US" b="0" i="0" baseline="0" dirty="0"/>
            <a:t>How to con</a:t>
          </a:r>
          <a:r>
            <a:rPr lang="en-US" dirty="0"/>
            <a:t>figure nodes</a:t>
          </a:r>
        </a:p>
      </dgm:t>
    </dgm:pt>
    <dgm:pt modelId="{81750254-D7E7-4981-B222-F90051D7C451}" type="parTrans" cxnId="{5E9476F5-4794-4983-AF9F-65B7EE7423FE}">
      <dgm:prSet/>
      <dgm:spPr/>
      <dgm:t>
        <a:bodyPr/>
        <a:lstStyle/>
        <a:p>
          <a:endParaRPr lang="en-US"/>
        </a:p>
      </dgm:t>
    </dgm:pt>
    <dgm:pt modelId="{F112C6BC-B86E-42D7-A828-AC970E81C711}" type="sibTrans" cxnId="{5E9476F5-4794-4983-AF9F-65B7EE7423FE}">
      <dgm:prSet/>
      <dgm:spPr/>
      <dgm:t>
        <a:bodyPr/>
        <a:lstStyle/>
        <a:p>
          <a:endParaRPr lang="en-US"/>
        </a:p>
      </dgm:t>
    </dgm:pt>
    <dgm:pt modelId="{248E4DCD-4DD3-42E8-9242-D9A628F05F17}" type="pres">
      <dgm:prSet presAssocID="{A5C26B4B-51A1-4B16-A2AC-4E6FDBD96D12}" presName="linearFlow" presStyleCnt="0">
        <dgm:presLayoutVars>
          <dgm:dir/>
          <dgm:resizeHandles val="exact"/>
        </dgm:presLayoutVars>
      </dgm:prSet>
      <dgm:spPr/>
    </dgm:pt>
    <dgm:pt modelId="{07597057-526C-4DF3-AEB4-2CF9642A58C3}" type="pres">
      <dgm:prSet presAssocID="{DFF8752A-C137-4078-B5CB-6D4754F68CCB}" presName="composite" presStyleCnt="0"/>
      <dgm:spPr/>
    </dgm:pt>
    <dgm:pt modelId="{5BE6ED91-2145-4E48-AD11-6D7AD38B02A3}" type="pres">
      <dgm:prSet presAssocID="{DFF8752A-C137-4078-B5CB-6D4754F68CCB}" presName="imgShp" presStyleLbl="fgImgPlace1" presStyleIdx="0" presStyleCnt="5" custLinFactNeighborX="-12640" custLinFactNeighborY="10154"/>
      <dgm:spPr>
        <a:blipFill rotWithShape="1">
          <a:blip xmlns:r="http://schemas.openxmlformats.org/officeDocument/2006/relationships" r:embed="rId1"/>
          <a:srcRect/>
          <a:stretch>
            <a:fillRect l="-25000" r="-25000"/>
          </a:stretch>
        </a:blipFill>
      </dgm:spPr>
    </dgm:pt>
    <dgm:pt modelId="{B5D5CBA9-4BCC-4241-AC6B-B60314867F76}" type="pres">
      <dgm:prSet presAssocID="{DFF8752A-C137-4078-B5CB-6D4754F68CCB}" presName="txShp" presStyleLbl="node1" presStyleIdx="0" presStyleCnt="5">
        <dgm:presLayoutVars>
          <dgm:bulletEnabled val="1"/>
        </dgm:presLayoutVars>
      </dgm:prSet>
      <dgm:spPr/>
    </dgm:pt>
    <dgm:pt modelId="{2067396D-F8C5-4A92-BC7F-3E4D25F75CBE}" type="pres">
      <dgm:prSet presAssocID="{C5568F51-489D-4178-92FE-6EE1AFDED6BF}" presName="spacing" presStyleCnt="0"/>
      <dgm:spPr/>
    </dgm:pt>
    <dgm:pt modelId="{561DCDAA-F4BF-4572-A280-62E479CEDB64}" type="pres">
      <dgm:prSet presAssocID="{8A9123A7-41CA-41C7-BCA2-225268E59BAE}" presName="composite" presStyleCnt="0"/>
      <dgm:spPr/>
    </dgm:pt>
    <dgm:pt modelId="{69130E6A-DD0D-469A-9E47-45A0B1B03C69}" type="pres">
      <dgm:prSet presAssocID="{8A9123A7-41CA-41C7-BCA2-225268E59BAE}" presName="imgShp" presStyleLbl="fgImgPlace1" presStyleIdx="1" presStyleCnt="5"/>
      <dgm:spPr>
        <a:blipFill rotWithShape="1">
          <a:blip xmlns:r="http://schemas.openxmlformats.org/officeDocument/2006/relationships" r:embed="rId2"/>
          <a:srcRect/>
          <a:stretch>
            <a:fillRect l="-25000" r="-25000"/>
          </a:stretch>
        </a:blipFill>
      </dgm:spPr>
    </dgm:pt>
    <dgm:pt modelId="{DA080A07-6ECA-4610-8044-993F23FE4C7F}" type="pres">
      <dgm:prSet presAssocID="{8A9123A7-41CA-41C7-BCA2-225268E59BAE}" presName="txShp" presStyleLbl="node1" presStyleIdx="1" presStyleCnt="5">
        <dgm:presLayoutVars>
          <dgm:bulletEnabled val="1"/>
        </dgm:presLayoutVars>
      </dgm:prSet>
      <dgm:spPr/>
    </dgm:pt>
    <dgm:pt modelId="{28E1C9F9-6807-4874-AE29-43ADE0DADCC3}" type="pres">
      <dgm:prSet presAssocID="{F11F24AE-508A-4F0B-A3A5-A333C1BF721C}" presName="spacing" presStyleCnt="0"/>
      <dgm:spPr/>
    </dgm:pt>
    <dgm:pt modelId="{EFCE6B6A-CCAE-4376-BEFF-237BD1E88202}" type="pres">
      <dgm:prSet presAssocID="{613F1ED9-6B38-46F0-B6D6-4907CD7E7ABB}" presName="composite" presStyleCnt="0"/>
      <dgm:spPr/>
    </dgm:pt>
    <dgm:pt modelId="{EA932C6F-D08A-4884-8C93-9451CF5A441D}" type="pres">
      <dgm:prSet presAssocID="{613F1ED9-6B38-46F0-B6D6-4907CD7E7ABB}" presName="imgShp" presStyleLbl="fgImgPlace1" presStyleIdx="2" presStyleCnt="5"/>
      <dgm:spPr>
        <a:blipFill rotWithShape="1">
          <a:blip xmlns:r="http://schemas.openxmlformats.org/officeDocument/2006/relationships" r:embed="rId3"/>
          <a:srcRect/>
          <a:stretch>
            <a:fillRect l="-25000" r="-25000"/>
          </a:stretch>
        </a:blipFill>
      </dgm:spPr>
    </dgm:pt>
    <dgm:pt modelId="{8B3E951E-92AA-4C4B-9419-8EC1955DB984}" type="pres">
      <dgm:prSet presAssocID="{613F1ED9-6B38-46F0-B6D6-4907CD7E7ABB}" presName="txShp" presStyleLbl="node1" presStyleIdx="2" presStyleCnt="5">
        <dgm:presLayoutVars>
          <dgm:bulletEnabled val="1"/>
        </dgm:presLayoutVars>
      </dgm:prSet>
      <dgm:spPr/>
    </dgm:pt>
    <dgm:pt modelId="{1FA19F49-38B8-4BE0-9770-6820E28D25E0}" type="pres">
      <dgm:prSet presAssocID="{27F5BC77-E84C-49D6-9548-1F56BF5DF049}" presName="spacing" presStyleCnt="0"/>
      <dgm:spPr/>
    </dgm:pt>
    <dgm:pt modelId="{A08D75C9-FAA2-466D-8D3B-A644B453B049}" type="pres">
      <dgm:prSet presAssocID="{63F670E7-1E14-4E6B-B444-218DA7685813}" presName="composite" presStyleCnt="0"/>
      <dgm:spPr/>
    </dgm:pt>
    <dgm:pt modelId="{B8DCA9BB-D9C8-4A8E-817A-07933A0E8430}" type="pres">
      <dgm:prSet presAssocID="{63F670E7-1E14-4E6B-B444-218DA7685813}" presName="imgShp" presStyleLbl="fgImgPlace1" presStyleIdx="3" presStyleCnt="5"/>
      <dgm:spPr>
        <a:blipFill rotWithShape="1">
          <a:blip xmlns:r="http://schemas.openxmlformats.org/officeDocument/2006/relationships" r:embed="rId4"/>
          <a:srcRect/>
          <a:stretch>
            <a:fillRect l="-25000" r="-25000"/>
          </a:stretch>
        </a:blipFill>
      </dgm:spPr>
    </dgm:pt>
    <dgm:pt modelId="{E8957961-67E0-4FBB-8CF5-CB62B45D68F8}" type="pres">
      <dgm:prSet presAssocID="{63F670E7-1E14-4E6B-B444-218DA7685813}" presName="txShp" presStyleLbl="node1" presStyleIdx="3" presStyleCnt="5">
        <dgm:presLayoutVars>
          <dgm:bulletEnabled val="1"/>
        </dgm:presLayoutVars>
      </dgm:prSet>
      <dgm:spPr/>
    </dgm:pt>
    <dgm:pt modelId="{37430403-4B5B-4083-BB7A-FBC5256CEDFE}" type="pres">
      <dgm:prSet presAssocID="{929E7ECA-FACC-4607-BEBC-F6D3476223D8}" presName="spacing" presStyleCnt="0"/>
      <dgm:spPr/>
    </dgm:pt>
    <dgm:pt modelId="{7B7FA09B-C0BD-4760-8342-4D246073E0E1}" type="pres">
      <dgm:prSet presAssocID="{F5AB8934-2C4D-4075-9D80-A613E56E635E}" presName="composite" presStyleCnt="0"/>
      <dgm:spPr/>
    </dgm:pt>
    <dgm:pt modelId="{0B28203F-E6C7-486B-AF50-6BD6A55E9870}" type="pres">
      <dgm:prSet presAssocID="{F5AB8934-2C4D-4075-9D80-A613E56E635E}" presName="imgShp" presStyleLbl="fgImgPlace1" presStyleIdx="4" presStyleCnt="5"/>
      <dgm:spPr>
        <a:blipFill rotWithShape="1">
          <a:blip xmlns:r="http://schemas.openxmlformats.org/officeDocument/2006/relationships" r:embed="rId5"/>
          <a:srcRect/>
          <a:stretch>
            <a:fillRect l="-25000" r="-25000"/>
          </a:stretch>
        </a:blipFill>
      </dgm:spPr>
    </dgm:pt>
    <dgm:pt modelId="{12C451CA-9A0F-4595-B8B2-DBCE10354E51}" type="pres">
      <dgm:prSet presAssocID="{F5AB8934-2C4D-4075-9D80-A613E56E635E}" presName="txShp" presStyleLbl="node1" presStyleIdx="4" presStyleCnt="5">
        <dgm:presLayoutVars>
          <dgm:bulletEnabled val="1"/>
        </dgm:presLayoutVars>
      </dgm:prSet>
      <dgm:spPr/>
    </dgm:pt>
  </dgm:ptLst>
  <dgm:cxnLst>
    <dgm:cxn modelId="{4385C124-A9D3-4358-A025-6B0D814A5D65}" type="presOf" srcId="{63F670E7-1E14-4E6B-B444-218DA7685813}" destId="{E8957961-67E0-4FBB-8CF5-CB62B45D68F8}" srcOrd="0" destOrd="0" presId="urn:microsoft.com/office/officeart/2005/8/layout/vList3"/>
    <dgm:cxn modelId="{023F195B-803D-4B21-A4A3-4D2DF8089711}" srcId="{A5C26B4B-51A1-4B16-A2AC-4E6FDBD96D12}" destId="{63F670E7-1E14-4E6B-B444-218DA7685813}" srcOrd="3" destOrd="0" parTransId="{66BB9752-FB39-4480-86D3-BC346ECACB12}" sibTransId="{929E7ECA-FACC-4607-BEBC-F6D3476223D8}"/>
    <dgm:cxn modelId="{9E7D8371-4476-4232-8F13-732B50103215}" srcId="{A5C26B4B-51A1-4B16-A2AC-4E6FDBD96D12}" destId="{8A9123A7-41CA-41C7-BCA2-225268E59BAE}" srcOrd="1" destOrd="0" parTransId="{2A2AE5A2-0E50-4729-B03D-8853B2B32DE9}" sibTransId="{F11F24AE-508A-4F0B-A3A5-A333C1BF721C}"/>
    <dgm:cxn modelId="{F8035372-699B-4B87-87FA-88E33AC826B2}" type="presOf" srcId="{613F1ED9-6B38-46F0-B6D6-4907CD7E7ABB}" destId="{8B3E951E-92AA-4C4B-9419-8EC1955DB984}" srcOrd="0" destOrd="0" presId="urn:microsoft.com/office/officeart/2005/8/layout/vList3"/>
    <dgm:cxn modelId="{07412795-86AE-426A-B660-DA5E05FD27D9}" srcId="{A5C26B4B-51A1-4B16-A2AC-4E6FDBD96D12}" destId="{DFF8752A-C137-4078-B5CB-6D4754F68CCB}" srcOrd="0" destOrd="0" parTransId="{51767FAE-2FC7-43E4-B0B9-477EED2D3645}" sibTransId="{C5568F51-489D-4178-92FE-6EE1AFDED6BF}"/>
    <dgm:cxn modelId="{A5BBFFB9-C781-42D1-82AB-724F176456BB}" type="presOf" srcId="{A5C26B4B-51A1-4B16-A2AC-4E6FDBD96D12}" destId="{248E4DCD-4DD3-42E8-9242-D9A628F05F17}" srcOrd="0" destOrd="0" presId="urn:microsoft.com/office/officeart/2005/8/layout/vList3"/>
    <dgm:cxn modelId="{412A12BB-FBE5-44DF-BE72-31385B6D4AD5}" type="presOf" srcId="{F5AB8934-2C4D-4075-9D80-A613E56E635E}" destId="{12C451CA-9A0F-4595-B8B2-DBCE10354E51}" srcOrd="0" destOrd="0" presId="urn:microsoft.com/office/officeart/2005/8/layout/vList3"/>
    <dgm:cxn modelId="{9FF0ACCA-ECD5-463C-B3E7-5B8D715DF54D}" type="presOf" srcId="{DFF8752A-C137-4078-B5CB-6D4754F68CCB}" destId="{B5D5CBA9-4BCC-4241-AC6B-B60314867F76}" srcOrd="0" destOrd="0" presId="urn:microsoft.com/office/officeart/2005/8/layout/vList3"/>
    <dgm:cxn modelId="{B93D53D6-906F-4E36-B595-ABE47BF18629}" srcId="{A5C26B4B-51A1-4B16-A2AC-4E6FDBD96D12}" destId="{613F1ED9-6B38-46F0-B6D6-4907CD7E7ABB}" srcOrd="2" destOrd="0" parTransId="{658020A4-AA22-4AA3-9219-F24B1705ED88}" sibTransId="{27F5BC77-E84C-49D6-9548-1F56BF5DF049}"/>
    <dgm:cxn modelId="{DAAD6EEC-7311-480E-8016-37A1087AF803}" type="presOf" srcId="{8A9123A7-41CA-41C7-BCA2-225268E59BAE}" destId="{DA080A07-6ECA-4610-8044-993F23FE4C7F}" srcOrd="0" destOrd="0" presId="urn:microsoft.com/office/officeart/2005/8/layout/vList3"/>
    <dgm:cxn modelId="{5E9476F5-4794-4983-AF9F-65B7EE7423FE}" srcId="{A5C26B4B-51A1-4B16-A2AC-4E6FDBD96D12}" destId="{F5AB8934-2C4D-4075-9D80-A613E56E635E}" srcOrd="4" destOrd="0" parTransId="{81750254-D7E7-4981-B222-F90051D7C451}" sibTransId="{F112C6BC-B86E-42D7-A828-AC970E81C711}"/>
    <dgm:cxn modelId="{0E5E2833-56BA-48E6-A31E-E6469316D33F}" type="presParOf" srcId="{248E4DCD-4DD3-42E8-9242-D9A628F05F17}" destId="{07597057-526C-4DF3-AEB4-2CF9642A58C3}" srcOrd="0" destOrd="0" presId="urn:microsoft.com/office/officeart/2005/8/layout/vList3"/>
    <dgm:cxn modelId="{8C20E9C4-ED8E-49F6-B9AE-616695C3A030}" type="presParOf" srcId="{07597057-526C-4DF3-AEB4-2CF9642A58C3}" destId="{5BE6ED91-2145-4E48-AD11-6D7AD38B02A3}" srcOrd="0" destOrd="0" presId="urn:microsoft.com/office/officeart/2005/8/layout/vList3"/>
    <dgm:cxn modelId="{218D1524-DB32-48DA-B071-F9427A1BC063}" type="presParOf" srcId="{07597057-526C-4DF3-AEB4-2CF9642A58C3}" destId="{B5D5CBA9-4BCC-4241-AC6B-B60314867F76}" srcOrd="1" destOrd="0" presId="urn:microsoft.com/office/officeart/2005/8/layout/vList3"/>
    <dgm:cxn modelId="{83B03447-C694-44A5-9953-14F2CEEBA7D7}" type="presParOf" srcId="{248E4DCD-4DD3-42E8-9242-D9A628F05F17}" destId="{2067396D-F8C5-4A92-BC7F-3E4D25F75CBE}" srcOrd="1" destOrd="0" presId="urn:microsoft.com/office/officeart/2005/8/layout/vList3"/>
    <dgm:cxn modelId="{AC5DFE4B-6B79-428D-BB80-5DED8653EF52}" type="presParOf" srcId="{248E4DCD-4DD3-42E8-9242-D9A628F05F17}" destId="{561DCDAA-F4BF-4572-A280-62E479CEDB64}" srcOrd="2" destOrd="0" presId="urn:microsoft.com/office/officeart/2005/8/layout/vList3"/>
    <dgm:cxn modelId="{33EE44F6-A1F2-4BCE-9BEF-3D636D18D3FA}" type="presParOf" srcId="{561DCDAA-F4BF-4572-A280-62E479CEDB64}" destId="{69130E6A-DD0D-469A-9E47-45A0B1B03C69}" srcOrd="0" destOrd="0" presId="urn:microsoft.com/office/officeart/2005/8/layout/vList3"/>
    <dgm:cxn modelId="{8BECB124-173C-48D4-9A02-11500C6A1424}" type="presParOf" srcId="{561DCDAA-F4BF-4572-A280-62E479CEDB64}" destId="{DA080A07-6ECA-4610-8044-993F23FE4C7F}" srcOrd="1" destOrd="0" presId="urn:microsoft.com/office/officeart/2005/8/layout/vList3"/>
    <dgm:cxn modelId="{E76EF7AF-38CA-4B4D-8E47-A9799F9628D4}" type="presParOf" srcId="{248E4DCD-4DD3-42E8-9242-D9A628F05F17}" destId="{28E1C9F9-6807-4874-AE29-43ADE0DADCC3}" srcOrd="3" destOrd="0" presId="urn:microsoft.com/office/officeart/2005/8/layout/vList3"/>
    <dgm:cxn modelId="{1CAF096F-0477-4FE4-A876-34C7B5F514C1}" type="presParOf" srcId="{248E4DCD-4DD3-42E8-9242-D9A628F05F17}" destId="{EFCE6B6A-CCAE-4376-BEFF-237BD1E88202}" srcOrd="4" destOrd="0" presId="urn:microsoft.com/office/officeart/2005/8/layout/vList3"/>
    <dgm:cxn modelId="{323FE087-01BA-4BAB-BD3B-AD87DC3E84B1}" type="presParOf" srcId="{EFCE6B6A-CCAE-4376-BEFF-237BD1E88202}" destId="{EA932C6F-D08A-4884-8C93-9451CF5A441D}" srcOrd="0" destOrd="0" presId="urn:microsoft.com/office/officeart/2005/8/layout/vList3"/>
    <dgm:cxn modelId="{9B5C5A63-86D2-4971-B6CB-3AFA23050A61}" type="presParOf" srcId="{EFCE6B6A-CCAE-4376-BEFF-237BD1E88202}" destId="{8B3E951E-92AA-4C4B-9419-8EC1955DB984}" srcOrd="1" destOrd="0" presId="urn:microsoft.com/office/officeart/2005/8/layout/vList3"/>
    <dgm:cxn modelId="{37A67FDF-C7D6-419A-9DA6-8E19A7D399E2}" type="presParOf" srcId="{248E4DCD-4DD3-42E8-9242-D9A628F05F17}" destId="{1FA19F49-38B8-4BE0-9770-6820E28D25E0}" srcOrd="5" destOrd="0" presId="urn:microsoft.com/office/officeart/2005/8/layout/vList3"/>
    <dgm:cxn modelId="{763C8269-F687-4004-A22E-F5D3FCFD06D7}" type="presParOf" srcId="{248E4DCD-4DD3-42E8-9242-D9A628F05F17}" destId="{A08D75C9-FAA2-466D-8D3B-A644B453B049}" srcOrd="6" destOrd="0" presId="urn:microsoft.com/office/officeart/2005/8/layout/vList3"/>
    <dgm:cxn modelId="{F3B4E8D5-1FBC-495E-BAB7-7E4038637FA4}" type="presParOf" srcId="{A08D75C9-FAA2-466D-8D3B-A644B453B049}" destId="{B8DCA9BB-D9C8-4A8E-817A-07933A0E8430}" srcOrd="0" destOrd="0" presId="urn:microsoft.com/office/officeart/2005/8/layout/vList3"/>
    <dgm:cxn modelId="{395D3B80-1654-432A-8C1F-448D4D6FC733}" type="presParOf" srcId="{A08D75C9-FAA2-466D-8D3B-A644B453B049}" destId="{E8957961-67E0-4FBB-8CF5-CB62B45D68F8}" srcOrd="1" destOrd="0" presId="urn:microsoft.com/office/officeart/2005/8/layout/vList3"/>
    <dgm:cxn modelId="{8F748AC3-30DC-433C-9E9B-E60E27D3183A}" type="presParOf" srcId="{248E4DCD-4DD3-42E8-9242-D9A628F05F17}" destId="{37430403-4B5B-4083-BB7A-FBC5256CEDFE}" srcOrd="7" destOrd="0" presId="urn:microsoft.com/office/officeart/2005/8/layout/vList3"/>
    <dgm:cxn modelId="{1809A911-20A1-4EAA-B938-43EA6F921739}" type="presParOf" srcId="{248E4DCD-4DD3-42E8-9242-D9A628F05F17}" destId="{7B7FA09B-C0BD-4760-8342-4D246073E0E1}" srcOrd="8" destOrd="0" presId="urn:microsoft.com/office/officeart/2005/8/layout/vList3"/>
    <dgm:cxn modelId="{BB44B48D-817E-4BD7-BFE1-94E58C867157}" type="presParOf" srcId="{7B7FA09B-C0BD-4760-8342-4D246073E0E1}" destId="{0B28203F-E6C7-486B-AF50-6BD6A55E9870}" srcOrd="0" destOrd="0" presId="urn:microsoft.com/office/officeart/2005/8/layout/vList3"/>
    <dgm:cxn modelId="{E85EBC8D-368A-4846-ADD6-8ADADB81338F}" type="presParOf" srcId="{7B7FA09B-C0BD-4760-8342-4D246073E0E1}" destId="{12C451CA-9A0F-4595-B8B2-DBCE10354E51}"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4583F39-CE40-4B22-B81D-6D829911BBD2}" type="doc">
      <dgm:prSet loTypeId="urn:microsoft.com/office/officeart/2009/layout/ReverseList" loCatId="relationship" qsTypeId="urn:microsoft.com/office/officeart/2005/8/quickstyle/simple1" qsCatId="simple" csTypeId="urn:microsoft.com/office/officeart/2005/8/colors/colorful1" csCatId="colorful" phldr="1"/>
      <dgm:spPr/>
      <dgm:t>
        <a:bodyPr/>
        <a:lstStyle/>
        <a:p>
          <a:endParaRPr lang="en-US"/>
        </a:p>
      </dgm:t>
    </dgm:pt>
    <dgm:pt modelId="{330CA54C-F82D-425F-9FD8-9E25A2F7ADFE}">
      <dgm:prSet custT="1"/>
      <dgm:spPr/>
      <dgm:t>
        <a:bodyPr/>
        <a:lstStyle/>
        <a:p>
          <a:pPr algn="l">
            <a:spcAft>
              <a:spcPct val="35000"/>
            </a:spcAft>
          </a:pPr>
          <a:endParaRPr lang="en-US" sz="2000">
            <a:latin typeface="+mj-lt"/>
          </a:endParaRPr>
        </a:p>
        <a:p>
          <a:pPr algn="r">
            <a:spcAft>
              <a:spcPts val="0"/>
            </a:spcAft>
          </a:pPr>
          <a:endParaRPr lang="en-US" sz="2000" b="1">
            <a:solidFill>
              <a:srgbClr val="11174F"/>
            </a:solidFill>
            <a:latin typeface="+mj-lt"/>
          </a:endParaRPr>
        </a:p>
        <a:p>
          <a:pPr algn="r">
            <a:spcAft>
              <a:spcPts val="0"/>
            </a:spcAft>
          </a:pPr>
          <a:r>
            <a:rPr lang="en-US" sz="4500" b="1">
              <a:solidFill>
                <a:srgbClr val="11174F"/>
              </a:solidFill>
              <a:latin typeface="+mj-lt"/>
            </a:rPr>
            <a:t>T</a:t>
          </a:r>
          <a:r>
            <a:rPr lang="en-US" sz="4000" b="1">
              <a:solidFill>
                <a:srgbClr val="11174F"/>
              </a:solidFill>
              <a:latin typeface="+mj-lt"/>
            </a:rPr>
            <a:t>ransform</a:t>
          </a:r>
          <a:r>
            <a:rPr lang="en-US" sz="4500" b="1">
              <a:solidFill>
                <a:srgbClr val="11174F"/>
              </a:solidFill>
              <a:latin typeface="+mj-lt"/>
            </a:rPr>
            <a:t> </a:t>
          </a:r>
        </a:p>
        <a:p>
          <a:pPr algn="r">
            <a:spcAft>
              <a:spcPts val="0"/>
            </a:spcAft>
          </a:pPr>
          <a:r>
            <a:rPr lang="en-US" sz="4500" b="1">
              <a:solidFill>
                <a:srgbClr val="11174F"/>
              </a:solidFill>
              <a:latin typeface="+mj-lt"/>
            </a:rPr>
            <a:t>Data</a:t>
          </a:r>
        </a:p>
      </dgm:t>
    </dgm:pt>
    <dgm:pt modelId="{EBEE4648-0171-4648-B1DD-E34E0FD703F0}" type="parTrans" cxnId="{CEBF5135-CBC7-4EE6-8C96-8F45CF37D501}">
      <dgm:prSet/>
      <dgm:spPr/>
      <dgm:t>
        <a:bodyPr/>
        <a:lstStyle/>
        <a:p>
          <a:endParaRPr lang="en-US"/>
        </a:p>
      </dgm:t>
    </dgm:pt>
    <dgm:pt modelId="{8BF22771-C57B-47B2-AEB5-25C325F4B21F}" type="sibTrans" cxnId="{CEBF5135-CBC7-4EE6-8C96-8F45CF37D501}">
      <dgm:prSet/>
      <dgm:spPr/>
      <dgm:t>
        <a:bodyPr/>
        <a:lstStyle/>
        <a:p>
          <a:endParaRPr lang="en-US"/>
        </a:p>
      </dgm:t>
    </dgm:pt>
    <dgm:pt modelId="{EE525621-C864-4BFA-AC4D-5FE32AD3E53E}" type="pres">
      <dgm:prSet presAssocID="{24583F39-CE40-4B22-B81D-6D829911BBD2}" presName="Name0" presStyleCnt="0">
        <dgm:presLayoutVars>
          <dgm:chMax val="2"/>
          <dgm:chPref val="2"/>
          <dgm:animLvl val="lvl"/>
        </dgm:presLayoutVars>
      </dgm:prSet>
      <dgm:spPr/>
    </dgm:pt>
    <dgm:pt modelId="{B0D12154-1271-4D74-9E6B-93E910635860}" type="pres">
      <dgm:prSet presAssocID="{24583F39-CE40-4B22-B81D-6D829911BBD2}" presName="LeftText" presStyleLbl="revTx" presStyleIdx="0" presStyleCnt="0">
        <dgm:presLayoutVars>
          <dgm:bulletEnabled val="1"/>
        </dgm:presLayoutVars>
      </dgm:prSet>
      <dgm:spPr/>
    </dgm:pt>
    <dgm:pt modelId="{3A346313-5493-42D2-99B5-A0B1A2B1CF9E}" type="pres">
      <dgm:prSet presAssocID="{24583F39-CE40-4B22-B81D-6D829911BBD2}" presName="LeftNode" presStyleLbl="bgImgPlace1" presStyleIdx="0" presStyleCnt="1" custScaleX="202721">
        <dgm:presLayoutVars>
          <dgm:chMax val="2"/>
          <dgm:chPref val="2"/>
        </dgm:presLayoutVars>
      </dgm:prSet>
      <dgm:spPr/>
    </dgm:pt>
  </dgm:ptLst>
  <dgm:cxnLst>
    <dgm:cxn modelId="{CEBF5135-CBC7-4EE6-8C96-8F45CF37D501}" srcId="{24583F39-CE40-4B22-B81D-6D829911BBD2}" destId="{330CA54C-F82D-425F-9FD8-9E25A2F7ADFE}" srcOrd="0" destOrd="0" parTransId="{EBEE4648-0171-4648-B1DD-E34E0FD703F0}" sibTransId="{8BF22771-C57B-47B2-AEB5-25C325F4B21F}"/>
    <dgm:cxn modelId="{B052B76D-53E6-4866-A687-084DF7CF8B8C}" type="presOf" srcId="{24583F39-CE40-4B22-B81D-6D829911BBD2}" destId="{EE525621-C864-4BFA-AC4D-5FE32AD3E53E}" srcOrd="0" destOrd="0" presId="urn:microsoft.com/office/officeart/2009/layout/ReverseList"/>
    <dgm:cxn modelId="{D89298E1-F6EA-47BB-8D6C-A3FE536172B5}" type="presOf" srcId="{330CA54C-F82D-425F-9FD8-9E25A2F7ADFE}" destId="{B0D12154-1271-4D74-9E6B-93E910635860}" srcOrd="0" destOrd="0" presId="urn:microsoft.com/office/officeart/2009/layout/ReverseList"/>
    <dgm:cxn modelId="{F32C72F6-1E7A-437B-A294-438D65E97905}" type="presOf" srcId="{330CA54C-F82D-425F-9FD8-9E25A2F7ADFE}" destId="{3A346313-5493-42D2-99B5-A0B1A2B1CF9E}" srcOrd="1" destOrd="0" presId="urn:microsoft.com/office/officeart/2009/layout/ReverseList"/>
    <dgm:cxn modelId="{09B435C3-1E5F-425C-A5B5-7C0492904969}" type="presParOf" srcId="{EE525621-C864-4BFA-AC4D-5FE32AD3E53E}" destId="{B0D12154-1271-4D74-9E6B-93E910635860}" srcOrd="0" destOrd="0" presId="urn:microsoft.com/office/officeart/2009/layout/ReverseList"/>
    <dgm:cxn modelId="{86754F51-DC22-43EE-942E-CBE2F2B8432A}" type="presParOf" srcId="{EE525621-C864-4BFA-AC4D-5FE32AD3E53E}" destId="{3A346313-5493-42D2-99B5-A0B1A2B1CF9E}" srcOrd="1" destOrd="0" presId="urn:microsoft.com/office/officeart/2009/layout/Revers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D5CBA9-4BCC-4241-AC6B-B60314867F76}">
      <dsp:nvSpPr>
        <dsp:cNvPr id="0" name=""/>
        <dsp:cNvSpPr/>
      </dsp:nvSpPr>
      <dsp:spPr>
        <a:xfrm rot="10800000">
          <a:off x="1339791" y="1004"/>
          <a:ext cx="4528649" cy="796467"/>
        </a:xfrm>
        <a:prstGeom prst="homePlate">
          <a:avLst/>
        </a:prstGeom>
        <a:solidFill>
          <a:schemeClr val="lt1">
            <a:hueOff val="0"/>
            <a:satOff val="0"/>
            <a:lumOff val="0"/>
            <a:alphaOff val="0"/>
          </a:schemeClr>
        </a:solidFill>
        <a:ln>
          <a:solidFill>
            <a:schemeClr val="accent1"/>
          </a:solid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51220" tIns="80010" rIns="149352" bIns="80010" numCol="1" spcCol="1270" anchor="ctr" anchorCtr="0">
          <a:noAutofit/>
        </a:bodyPr>
        <a:lstStyle/>
        <a:p>
          <a:pPr marL="0" lvl="0" indent="0" algn="ctr" defTabSz="933450">
            <a:lnSpc>
              <a:spcPct val="90000"/>
            </a:lnSpc>
            <a:spcBef>
              <a:spcPct val="0"/>
            </a:spcBef>
            <a:spcAft>
              <a:spcPct val="35000"/>
            </a:spcAft>
            <a:buNone/>
          </a:pPr>
          <a:r>
            <a:rPr lang="en-US" sz="2100" b="0" i="0" kern="1200" baseline="0" dirty="0"/>
            <a:t>Read the input files using the I/O nodes </a:t>
          </a:r>
          <a:endParaRPr lang="en-US" sz="2100" kern="1200" dirty="0"/>
        </a:p>
      </dsp:txBody>
      <dsp:txXfrm rot="10800000">
        <a:off x="1538908" y="1004"/>
        <a:ext cx="4329532" cy="796467"/>
      </dsp:txXfrm>
    </dsp:sp>
    <dsp:sp modelId="{5BE6ED91-2145-4E48-AD11-6D7AD38B02A3}">
      <dsp:nvSpPr>
        <dsp:cNvPr id="0" name=""/>
        <dsp:cNvSpPr/>
      </dsp:nvSpPr>
      <dsp:spPr>
        <a:xfrm>
          <a:off x="840884" y="81878"/>
          <a:ext cx="796467" cy="796467"/>
        </a:xfrm>
        <a:prstGeom prst="ellipse">
          <a:avLst/>
        </a:prstGeom>
        <a:blipFill rotWithShape="1">
          <a:blip xmlns:r="http://schemas.openxmlformats.org/officeDocument/2006/relationships" r:embed="rId1"/>
          <a:srcRect/>
          <a:stretch>
            <a:fillRect l="-25000" r="-25000"/>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DA080A07-6ECA-4610-8044-993F23FE4C7F}">
      <dsp:nvSpPr>
        <dsp:cNvPr id="0" name=""/>
        <dsp:cNvSpPr/>
      </dsp:nvSpPr>
      <dsp:spPr>
        <a:xfrm rot="10800000">
          <a:off x="1339791" y="1035223"/>
          <a:ext cx="4528649" cy="796467"/>
        </a:xfrm>
        <a:prstGeom prst="homePlate">
          <a:avLst/>
        </a:prstGeom>
        <a:solidFill>
          <a:schemeClr val="lt1">
            <a:hueOff val="0"/>
            <a:satOff val="0"/>
            <a:lumOff val="0"/>
            <a:alphaOff val="0"/>
          </a:schemeClr>
        </a:solidFill>
        <a:ln>
          <a:solidFill>
            <a:schemeClr val="accent1"/>
          </a:solid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51220" tIns="80010" rIns="149352" bIns="80010" numCol="1" spcCol="1270" anchor="ctr" anchorCtr="0">
          <a:noAutofit/>
        </a:bodyPr>
        <a:lstStyle/>
        <a:p>
          <a:pPr marL="0" lvl="0" indent="0" algn="ctr" defTabSz="933450">
            <a:lnSpc>
              <a:spcPct val="90000"/>
            </a:lnSpc>
            <a:spcBef>
              <a:spcPct val="0"/>
            </a:spcBef>
            <a:spcAft>
              <a:spcPct val="35000"/>
            </a:spcAft>
            <a:buNone/>
          </a:pPr>
          <a:r>
            <a:rPr lang="en-US" sz="2100" kern="1200" dirty="0"/>
            <a:t>Connect to a database and read data using corresponding nodes</a:t>
          </a:r>
        </a:p>
      </dsp:txBody>
      <dsp:txXfrm rot="10800000">
        <a:off x="1538908" y="1035223"/>
        <a:ext cx="4329532" cy="796467"/>
      </dsp:txXfrm>
    </dsp:sp>
    <dsp:sp modelId="{69130E6A-DD0D-469A-9E47-45A0B1B03C69}">
      <dsp:nvSpPr>
        <dsp:cNvPr id="0" name=""/>
        <dsp:cNvSpPr/>
      </dsp:nvSpPr>
      <dsp:spPr>
        <a:xfrm>
          <a:off x="941558" y="1035223"/>
          <a:ext cx="796467" cy="796467"/>
        </a:xfrm>
        <a:prstGeom prst="ellipse">
          <a:avLst/>
        </a:prstGeom>
        <a:blipFill rotWithShape="1">
          <a:blip xmlns:r="http://schemas.openxmlformats.org/officeDocument/2006/relationships" r:embed="rId2"/>
          <a:srcRect/>
          <a:stretch>
            <a:fillRect l="-25000" r="-25000"/>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8B3E951E-92AA-4C4B-9419-8EC1955DB984}">
      <dsp:nvSpPr>
        <dsp:cNvPr id="0" name=""/>
        <dsp:cNvSpPr/>
      </dsp:nvSpPr>
      <dsp:spPr>
        <a:xfrm rot="10800000">
          <a:off x="1339791" y="2069442"/>
          <a:ext cx="4528649" cy="796467"/>
        </a:xfrm>
        <a:prstGeom prst="homePlate">
          <a:avLst/>
        </a:prstGeom>
        <a:solidFill>
          <a:schemeClr val="lt1">
            <a:hueOff val="0"/>
            <a:satOff val="0"/>
            <a:lumOff val="0"/>
            <a:alphaOff val="0"/>
          </a:schemeClr>
        </a:solidFill>
        <a:ln>
          <a:solidFill>
            <a:schemeClr val="accent1"/>
          </a:solid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51220" tIns="80010" rIns="149352" bIns="80010" numCol="1" spcCol="1270" anchor="ctr" anchorCtr="0">
          <a:noAutofit/>
        </a:bodyPr>
        <a:lstStyle/>
        <a:p>
          <a:pPr marL="0" lvl="0" indent="0" algn="ctr" defTabSz="933450">
            <a:lnSpc>
              <a:spcPct val="90000"/>
            </a:lnSpc>
            <a:spcBef>
              <a:spcPct val="0"/>
            </a:spcBef>
            <a:spcAft>
              <a:spcPct val="35000"/>
            </a:spcAft>
            <a:buNone/>
          </a:pPr>
          <a:r>
            <a:rPr lang="en-US" sz="2100" b="0" i="0" kern="1200" baseline="0" dirty="0"/>
            <a:t>Manually import data by using the Table creator node </a:t>
          </a:r>
          <a:endParaRPr lang="en-US" sz="2100" kern="1200" dirty="0"/>
        </a:p>
      </dsp:txBody>
      <dsp:txXfrm rot="10800000">
        <a:off x="1538908" y="2069442"/>
        <a:ext cx="4329532" cy="796467"/>
      </dsp:txXfrm>
    </dsp:sp>
    <dsp:sp modelId="{EA932C6F-D08A-4884-8C93-9451CF5A441D}">
      <dsp:nvSpPr>
        <dsp:cNvPr id="0" name=""/>
        <dsp:cNvSpPr/>
      </dsp:nvSpPr>
      <dsp:spPr>
        <a:xfrm>
          <a:off x="941558" y="2069442"/>
          <a:ext cx="796467" cy="796467"/>
        </a:xfrm>
        <a:prstGeom prst="ellipse">
          <a:avLst/>
        </a:prstGeom>
        <a:blipFill rotWithShape="1">
          <a:blip xmlns:r="http://schemas.openxmlformats.org/officeDocument/2006/relationships" r:embed="rId3"/>
          <a:srcRect/>
          <a:stretch>
            <a:fillRect l="-25000" r="-25000"/>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E8957961-67E0-4FBB-8CF5-CB62B45D68F8}">
      <dsp:nvSpPr>
        <dsp:cNvPr id="0" name=""/>
        <dsp:cNvSpPr/>
      </dsp:nvSpPr>
      <dsp:spPr>
        <a:xfrm rot="10800000">
          <a:off x="1339791" y="3103661"/>
          <a:ext cx="4528649" cy="796467"/>
        </a:xfrm>
        <a:prstGeom prst="homePlate">
          <a:avLst/>
        </a:prstGeom>
        <a:solidFill>
          <a:schemeClr val="lt1">
            <a:hueOff val="0"/>
            <a:satOff val="0"/>
            <a:lumOff val="0"/>
            <a:alphaOff val="0"/>
          </a:schemeClr>
        </a:solidFill>
        <a:ln>
          <a:solidFill>
            <a:schemeClr val="accent1"/>
          </a:solid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51220" tIns="80010" rIns="149352" bIns="80010" numCol="1" spcCol="1270" anchor="ctr" anchorCtr="0">
          <a:noAutofit/>
        </a:bodyPr>
        <a:lstStyle/>
        <a:p>
          <a:pPr marL="0" lvl="0" indent="0" algn="ctr" defTabSz="933450">
            <a:lnSpc>
              <a:spcPct val="90000"/>
            </a:lnSpc>
            <a:spcBef>
              <a:spcPct val="0"/>
            </a:spcBef>
            <a:spcAft>
              <a:spcPct val="35000"/>
            </a:spcAft>
            <a:buNone/>
          </a:pPr>
          <a:r>
            <a:rPr lang="en-US" sz="2100" kern="1200" dirty="0"/>
            <a:t>Data type supported in KNIME</a:t>
          </a:r>
        </a:p>
      </dsp:txBody>
      <dsp:txXfrm rot="10800000">
        <a:off x="1538908" y="3103661"/>
        <a:ext cx="4329532" cy="796467"/>
      </dsp:txXfrm>
    </dsp:sp>
    <dsp:sp modelId="{B8DCA9BB-D9C8-4A8E-817A-07933A0E8430}">
      <dsp:nvSpPr>
        <dsp:cNvPr id="0" name=""/>
        <dsp:cNvSpPr/>
      </dsp:nvSpPr>
      <dsp:spPr>
        <a:xfrm>
          <a:off x="941558" y="3103661"/>
          <a:ext cx="796467" cy="796467"/>
        </a:xfrm>
        <a:prstGeom prst="ellipse">
          <a:avLst/>
        </a:prstGeom>
        <a:blipFill rotWithShape="1">
          <a:blip xmlns:r="http://schemas.openxmlformats.org/officeDocument/2006/relationships" r:embed="rId4"/>
          <a:srcRect/>
          <a:stretch>
            <a:fillRect l="-25000" r="-25000"/>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12C451CA-9A0F-4595-B8B2-DBCE10354E51}">
      <dsp:nvSpPr>
        <dsp:cNvPr id="0" name=""/>
        <dsp:cNvSpPr/>
      </dsp:nvSpPr>
      <dsp:spPr>
        <a:xfrm rot="10800000">
          <a:off x="1339791" y="4137879"/>
          <a:ext cx="4528649" cy="796467"/>
        </a:xfrm>
        <a:prstGeom prst="homePlate">
          <a:avLst/>
        </a:prstGeom>
        <a:solidFill>
          <a:schemeClr val="lt1">
            <a:hueOff val="0"/>
            <a:satOff val="0"/>
            <a:lumOff val="0"/>
            <a:alphaOff val="0"/>
          </a:schemeClr>
        </a:solidFill>
        <a:ln>
          <a:solidFill>
            <a:schemeClr val="accent1"/>
          </a:solid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51220" tIns="80010" rIns="149352" bIns="80010" numCol="1" spcCol="1270" anchor="ctr" anchorCtr="0">
          <a:noAutofit/>
        </a:bodyPr>
        <a:lstStyle/>
        <a:p>
          <a:pPr marL="0" lvl="0" indent="0" algn="ctr" defTabSz="933450">
            <a:lnSpc>
              <a:spcPct val="90000"/>
            </a:lnSpc>
            <a:spcBef>
              <a:spcPct val="0"/>
            </a:spcBef>
            <a:spcAft>
              <a:spcPct val="35000"/>
            </a:spcAft>
            <a:buNone/>
          </a:pPr>
          <a:r>
            <a:rPr lang="en-US" sz="2100" b="0" i="0" kern="1200" baseline="0" dirty="0"/>
            <a:t>How to con</a:t>
          </a:r>
          <a:r>
            <a:rPr lang="en-US" sz="2100" kern="1200" dirty="0"/>
            <a:t>figure nodes</a:t>
          </a:r>
        </a:p>
      </dsp:txBody>
      <dsp:txXfrm rot="10800000">
        <a:off x="1538908" y="4137879"/>
        <a:ext cx="4329532" cy="796467"/>
      </dsp:txXfrm>
    </dsp:sp>
    <dsp:sp modelId="{0B28203F-E6C7-486B-AF50-6BD6A55E9870}">
      <dsp:nvSpPr>
        <dsp:cNvPr id="0" name=""/>
        <dsp:cNvSpPr/>
      </dsp:nvSpPr>
      <dsp:spPr>
        <a:xfrm>
          <a:off x="941558" y="4137879"/>
          <a:ext cx="796467" cy="796467"/>
        </a:xfrm>
        <a:prstGeom prst="ellipse">
          <a:avLst/>
        </a:prstGeom>
        <a:blipFill rotWithShape="1">
          <a:blip xmlns:r="http://schemas.openxmlformats.org/officeDocument/2006/relationships" r:embed="rId5"/>
          <a:srcRect/>
          <a:stretch>
            <a:fillRect l="-25000" r="-25000"/>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346313-5493-42D2-99B5-A0B1A2B1CF9E}">
      <dsp:nvSpPr>
        <dsp:cNvPr id="0" name=""/>
        <dsp:cNvSpPr/>
      </dsp:nvSpPr>
      <dsp:spPr>
        <a:xfrm>
          <a:off x="1122333" y="0"/>
          <a:ext cx="5154724" cy="5089098"/>
        </a:xfrm>
        <a:prstGeom prst="roundRect">
          <a:avLst>
            <a:gd name="adj" fmla="val 1667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127000" rIns="76200" bIns="127000" numCol="1" spcCol="1270" anchor="t" anchorCtr="0">
          <a:noAutofit/>
        </a:bodyPr>
        <a:lstStyle/>
        <a:p>
          <a:pPr marL="0" lvl="0" indent="0" algn="l" defTabSz="889000">
            <a:lnSpc>
              <a:spcPct val="90000"/>
            </a:lnSpc>
            <a:spcBef>
              <a:spcPct val="0"/>
            </a:spcBef>
            <a:spcAft>
              <a:spcPct val="35000"/>
            </a:spcAft>
            <a:buNone/>
          </a:pPr>
          <a:endParaRPr lang="en-US" sz="2000" kern="1200">
            <a:latin typeface="+mj-lt"/>
          </a:endParaRPr>
        </a:p>
        <a:p>
          <a:pPr marL="0" lvl="0" indent="0" algn="r" defTabSz="889000">
            <a:lnSpc>
              <a:spcPct val="90000"/>
            </a:lnSpc>
            <a:spcBef>
              <a:spcPct val="0"/>
            </a:spcBef>
            <a:spcAft>
              <a:spcPts val="0"/>
            </a:spcAft>
            <a:buNone/>
          </a:pPr>
          <a:endParaRPr lang="en-US" sz="2000" b="1" kern="1200">
            <a:solidFill>
              <a:srgbClr val="11174F"/>
            </a:solidFill>
            <a:latin typeface="+mj-lt"/>
          </a:endParaRPr>
        </a:p>
        <a:p>
          <a:pPr marL="0" lvl="0" indent="0" algn="r" defTabSz="889000">
            <a:lnSpc>
              <a:spcPct val="90000"/>
            </a:lnSpc>
            <a:spcBef>
              <a:spcPct val="0"/>
            </a:spcBef>
            <a:spcAft>
              <a:spcPts val="0"/>
            </a:spcAft>
            <a:buNone/>
          </a:pPr>
          <a:r>
            <a:rPr lang="en-US" sz="4500" b="1" kern="1200">
              <a:solidFill>
                <a:srgbClr val="11174F"/>
              </a:solidFill>
              <a:latin typeface="+mj-lt"/>
            </a:rPr>
            <a:t>T</a:t>
          </a:r>
          <a:r>
            <a:rPr lang="en-US" sz="4000" b="1" kern="1200">
              <a:solidFill>
                <a:srgbClr val="11174F"/>
              </a:solidFill>
              <a:latin typeface="+mj-lt"/>
            </a:rPr>
            <a:t>ransform</a:t>
          </a:r>
          <a:r>
            <a:rPr lang="en-US" sz="4500" b="1" kern="1200">
              <a:solidFill>
                <a:srgbClr val="11174F"/>
              </a:solidFill>
              <a:latin typeface="+mj-lt"/>
            </a:rPr>
            <a:t> </a:t>
          </a:r>
        </a:p>
        <a:p>
          <a:pPr marL="0" lvl="0" indent="0" algn="r" defTabSz="889000">
            <a:lnSpc>
              <a:spcPct val="90000"/>
            </a:lnSpc>
            <a:spcBef>
              <a:spcPct val="0"/>
            </a:spcBef>
            <a:spcAft>
              <a:spcPts val="0"/>
            </a:spcAft>
            <a:buNone/>
          </a:pPr>
          <a:r>
            <a:rPr lang="en-US" sz="4500" b="1" kern="1200">
              <a:solidFill>
                <a:srgbClr val="11174F"/>
              </a:solidFill>
              <a:latin typeface="+mj-lt"/>
            </a:rPr>
            <a:t>Data</a:t>
          </a:r>
        </a:p>
      </dsp:txBody>
      <dsp:txXfrm>
        <a:off x="1370807" y="248474"/>
        <a:ext cx="4657776" cy="4592150"/>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layout/ReverseList">
  <dgm:title val=""/>
  <dgm:desc val=""/>
  <dgm:catLst>
    <dgm:cat type="relationship" pri="3800"/>
  </dgm:catLst>
  <dgm:samp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clrData>
  <dgm:layoutNode name="Name0">
    <dgm:varLst>
      <dgm:chMax val="2"/>
      <dgm:chPref val="2"/>
      <dgm:animLvl val="lvl"/>
    </dgm:varLst>
    <dgm:choose name="Name1">
      <dgm:if name="Name2" axis="ch" ptType="node" func="cnt" op="lte" val="1">
        <dgm:alg type="composite">
          <dgm:param type="ar" val="0.9993"/>
        </dgm:alg>
      </dgm:if>
      <dgm:else name="Name3">
        <dgm:alg type="composite">
          <dgm:param type="ar" val="0.8036"/>
        </dgm:alg>
      </dgm:else>
    </dgm:choose>
    <dgm:shape xmlns:r="http://schemas.openxmlformats.org/officeDocument/2006/relationships" r:blip="">
      <dgm:adjLst/>
    </dgm:shape>
    <dgm:choose name="Name4">
      <dgm:if name="Name5" axis="ch" ptType="node" func="cnt" op="lte" val="1">
        <dgm:constrLst>
          <dgm:constr type="primFontSz" for="des" ptType="node" op="equ" val="65"/>
          <dgm:constr type="l" for="ch" forName="LeftNode" refType="w" fact="0"/>
          <dgm:constr type="t" for="ch" forName="LeftNode" refType="h" fact="0.25"/>
          <dgm:constr type="w" for="ch" forName="LeftNode" refType="w" fact="0.5"/>
          <dgm:constr type="h" for="ch" forName="LeftNode" refType="h"/>
          <dgm:constr type="l" for="ch" forName="LeftText" refType="w" fact="0"/>
          <dgm:constr type="t" for="ch" forName="LeftText" refType="h" fact="0.25"/>
          <dgm:constr type="w" for="ch" forName="LeftText" refType="w" fact="0.5"/>
          <dgm:constr type="h" for="ch" forName="LeftText" refType="h"/>
        </dgm:constrLst>
      </dgm:if>
      <dgm:else name="Name6">
        <dgm:constrLst>
          <dgm:constr type="primFontSz" for="des" ptType="node" op="equ" val="65"/>
          <dgm:constr type="l" for="ch" forName="LeftNode" refType="w" fact="0"/>
          <dgm:constr type="t" for="ch" forName="LeftNode" refType="h" fact="0.1786"/>
          <dgm:constr type="w" for="ch" forName="LeftNode" refType="w" fact="0.4889"/>
          <dgm:constr type="h" for="ch" forName="LeftNode" refType="h" fact="0.6429"/>
          <dgm:constr type="l" for="ch" forName="LeftText" refType="w" fact="0"/>
          <dgm:constr type="t" for="ch" forName="LeftText" refType="h" fact="0.1786"/>
          <dgm:constr type="w" for="ch" forName="LeftText" refType="w" fact="0.4889"/>
          <dgm:constr type="h" for="ch" forName="LeftText" refType="h" fact="0.6429"/>
          <dgm:constr type="l" for="ch" forName="RightNode" refType="w" fact="0.5111"/>
          <dgm:constr type="t" for="ch" forName="RightNode" refType="h" fact="0.1786"/>
          <dgm:constr type="w" for="ch" forName="RightNode" refType="w" fact="0.4889"/>
          <dgm:constr type="h" for="ch" forName="RightNode" refType="h" fact="0.6429"/>
          <dgm:constr type="l" for="ch" forName="RightText" refType="w" fact="0.5111"/>
          <dgm:constr type="t" for="ch" forName="RightText" refType="h" fact="0.1786"/>
          <dgm:constr type="w" for="ch" forName="RightText" refType="w" fact="0.4889"/>
          <dgm:constr type="h" for="ch" forName="RightText" refType="h" fact="0.6429"/>
          <dgm:constr type="l" for="ch" forName="TopArrow" refType="w" fact="0.2444"/>
          <dgm:constr type="t" for="ch" forName="TopArrow" refType="h" fact="0"/>
          <dgm:constr type="w" for="ch" forName="TopArrow" refType="w" fact="0.5111"/>
          <dgm:constr type="h" for="ch" forName="TopArrow" refType="h" fact="0.4107"/>
          <dgm:constr type="l" for="ch" forName="BottomArrow" refType="w" fact="0.2444"/>
          <dgm:constr type="t" for="ch" forName="BottomArrow" refType="h" fact="0.5893"/>
          <dgm:constr type="w" for="ch" forName="BottomArrow" refType="w" fact="0.5111"/>
          <dgm:constr type="h" for="ch" forName="BottomArrow" refType="h" fact="0.4107"/>
        </dgm:constrLst>
      </dgm:else>
    </dgm:choose>
    <dgm:choose name="Name7">
      <dgm:if name="Name8" axis="ch" ptType="node" func="cnt" op="gte" val="1">
        <dgm:layoutNode name="LeftText" styleLbl="revTx" moveWith="LeftNode">
          <dgm:varLst>
            <dgm:bulletEnabled val="1"/>
          </dgm:varLst>
          <dgm:alg type="tx">
            <dgm:param type="txAnchorVert" val="t"/>
            <dgm:param type="parTxLTRAlign" val="l"/>
          </dgm:alg>
          <dgm:choose name="Name9">
            <dgm:if name="Name10" axis="ch" ptType="node" func="cnt" op="lte" val="1">
              <dgm:shape xmlns:r="http://schemas.openxmlformats.org/officeDocument/2006/relationships" type="roundRect" r:blip="" hideGeom="1">
                <dgm:adjLst>
                  <dgm:adj idx="1" val="0.1667"/>
                  <dgm:adj idx="2" val="0"/>
                </dgm:adjLst>
              </dgm:shape>
              <dgm:presOf axis="ch desOrSelf" ptType="node node" st="1 1" cnt="1 0"/>
              <dgm:constrLst>
                <dgm:constr type="lMarg" refType="primFontSz" fact="0.3"/>
                <dgm:constr type="rMarg" refType="primFontSz" fact="0.3"/>
                <dgm:constr type="tMarg" refType="primFontSz" fact="0.5"/>
                <dgm:constr type="bMarg" refType="primFontSz" fact="0.5"/>
              </dgm:constrLst>
            </dgm:if>
            <dgm:else name="Name11">
              <dgm:shape xmlns:r="http://schemas.openxmlformats.org/officeDocument/2006/relationships" rot="270" type="round2SameRect" r:blip="" hideGeom="1">
                <dgm:adjLst>
                  <dgm:adj idx="1" val="0.1667"/>
                  <dgm:adj idx="2" val="0"/>
                </dgm:adjLst>
              </dgm:shape>
              <dgm:presOf axis="ch desOrSelf" ptType="node node" st="1 1" cnt="1 0"/>
              <dgm:constrLst>
                <dgm:constr type="lMarg" refType="primFontSz" fact="0.3"/>
                <dgm:constr type="rMarg" refType="primFontSz" fact="0.45"/>
                <dgm:constr type="tMarg" refType="primFontSz" fact="0.5"/>
                <dgm:constr type="bMarg" refType="primFontSz" fact="0.5"/>
              </dgm:constrLst>
            </dgm:else>
          </dgm:choose>
          <dgm:ruleLst>
            <dgm:rule type="primFontSz" val="5" fact="NaN" max="NaN"/>
          </dgm:ruleLst>
        </dgm:layoutNode>
        <dgm:layoutNode name="LeftNode" styleLbl="bgImgPlace1">
          <dgm:varLst>
            <dgm:chMax val="2"/>
            <dgm:chPref val="2"/>
          </dgm:varLst>
          <dgm:alg type="sp"/>
          <dgm:choose name="Name12">
            <dgm:if name="Name13" axis="ch" ptType="node" func="cnt" op="lte" val="1">
              <dgm:shape xmlns:r="http://schemas.openxmlformats.org/officeDocument/2006/relationships" type="roundRect" r:blip="">
                <dgm:adjLst>
                  <dgm:adj idx="1" val="0.1667"/>
                  <dgm:adj idx="2" val="0"/>
                </dgm:adjLst>
              </dgm:shape>
            </dgm:if>
            <dgm:else name="Name14">
              <dgm:shape xmlns:r="http://schemas.openxmlformats.org/officeDocument/2006/relationships" rot="270" type="round2SameRect" r:blip="">
                <dgm:adjLst>
                  <dgm:adj idx="1" val="0.1667"/>
                  <dgm:adj idx="2" val="0"/>
                </dgm:adjLst>
              </dgm:shape>
            </dgm:else>
          </dgm:choose>
          <dgm:presOf axis="ch desOrSelf" ptType="node node" st="1 1" cnt="1 0"/>
        </dgm:layoutNode>
        <dgm:choose name="Name15">
          <dgm:if name="Name16" axis="ch" ptType="node" func="cnt" op="gte" val="2">
            <dgm:layoutNode name="RightText" styleLbl="revTx" moveWith="RightNode">
              <dgm:varLst>
                <dgm:bulletEnabled val="1"/>
              </dgm:varLst>
              <dgm:alg type="tx">
                <dgm:param type="txAnchorVert" val="t"/>
                <dgm:param type="parTxLTRAlign" val="l"/>
              </dgm:alg>
              <dgm:shape xmlns:r="http://schemas.openxmlformats.org/officeDocument/2006/relationships" rot="90" type="round2SameRect" r:blip="" hideGeom="1">
                <dgm:adjLst>
                  <dgm:adj idx="1" val="0.1667"/>
                  <dgm:adj idx="2" val="0"/>
                </dgm:adjLst>
              </dgm:shape>
              <dgm:presOf axis="ch desOrSelf" ptType="node node" st="2 1" cnt="1 0"/>
              <dgm:constrLst>
                <dgm:constr type="lMarg" refType="primFontSz" fact="0.45"/>
                <dgm:constr type="rMarg" refType="primFontSz" fact="0.3"/>
                <dgm:constr type="tMarg" refType="primFontSz" fact="0.5"/>
                <dgm:constr type="bMarg" refType="primFontSz" fact="0.5"/>
              </dgm:constrLst>
              <dgm:ruleLst>
                <dgm:rule type="primFontSz" val="5" fact="NaN" max="NaN"/>
              </dgm:ruleLst>
            </dgm:layoutNode>
            <dgm:layoutNode name="RightNode" styleLbl="bgImgPlace1">
              <dgm:varLst>
                <dgm:chMax val="0"/>
                <dgm:chPref val="0"/>
              </dgm:varLst>
              <dgm:alg type="sp"/>
              <dgm:shape xmlns:r="http://schemas.openxmlformats.org/officeDocument/2006/relationships" rot="90" type="round2SameRect" r:blip="">
                <dgm:adjLst>
                  <dgm:adj idx="1" val="0.1667"/>
                  <dgm:adj idx="2" val="0"/>
                </dgm:adjLst>
              </dgm:shape>
              <dgm:presOf axis="ch desOrSelf" ptType="node node" st="2 1" cnt="1 0"/>
            </dgm:layoutNode>
            <dgm:layoutNode name="TopArrow">
              <dgm:alg type="sp"/>
              <dgm:shape xmlns:r="http://schemas.openxmlformats.org/officeDocument/2006/relationships" type="circularArrow" r:blip="">
                <dgm:adjLst>
                  <dgm:adj idx="1" val="0.125"/>
                  <dgm:adj idx="2" val="19.0387"/>
                  <dgm:adj idx="3" val="-19.0387"/>
                  <dgm:adj idx="4" val="180"/>
                  <dgm:adj idx="5" val="0.125"/>
                </dgm:adjLst>
              </dgm:shape>
              <dgm:presOf/>
            </dgm:layoutNode>
            <dgm:layoutNode name="BottomArrow">
              <dgm:alg type="sp"/>
              <dgm:shape xmlns:r="http://schemas.openxmlformats.org/officeDocument/2006/relationships" rot="180" type="circularArrow" r:blip="">
                <dgm:adjLst>
                  <dgm:adj idx="1" val="0.125"/>
                  <dgm:adj idx="2" val="19.0387"/>
                  <dgm:adj idx="3" val="-19.0387"/>
                  <dgm:adj idx="4" val="180"/>
                  <dgm:adj idx="5" val="0.125"/>
                </dgm:adjLst>
              </dgm:shape>
              <dgm:presOf/>
            </dgm:layoutNode>
          </dgm:if>
          <dgm:else name="Name17"/>
        </dgm:choose>
      </dgm:if>
      <dgm:else name="Name18"/>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C314EC-574C-4167-AE43-DDD2BD156D23}" type="datetimeFigureOut">
              <a:rPr lang="en-US" smtClean="0"/>
              <a:t>8/22/2025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A79937-098A-46C2-8C67-228E8D47B7CE}" type="slidenum">
              <a:rPr lang="en-US" smtClean="0"/>
              <a:t>‹#›</a:t>
            </a:fld>
            <a:endParaRPr lang="en-US"/>
          </a:p>
        </p:txBody>
      </p:sp>
    </p:spTree>
    <p:extLst>
      <p:ext uri="{BB962C8B-B14F-4D97-AF65-F5344CB8AC3E}">
        <p14:creationId xmlns:p14="http://schemas.microsoft.com/office/powerpoint/2010/main" val="1805223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4A0F4-603E-D32A-0FCD-1905FEA99C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AD2DB3-5095-2626-FD82-D9FD56896E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724FF9-E80E-AD2A-1748-7A78D4D9ADE1}"/>
              </a:ext>
            </a:extLst>
          </p:cNvPr>
          <p:cNvSpPr>
            <a:spLocks noGrp="1"/>
          </p:cNvSpPr>
          <p:nvPr>
            <p:ph type="body" idx="1"/>
          </p:nvPr>
        </p:nvSpPr>
        <p:spPr/>
        <p:txBody>
          <a:bodyPr/>
          <a:lstStyle/>
          <a:p>
            <a:r>
              <a:rPr lang="en-US"/>
              <a:t>Now we will discuss ETL, a crucial process in the world of data analytics that prepares data for analysis. Understanding ETL will provide a foundation for using KNIME effectively.</a:t>
            </a:r>
          </a:p>
        </p:txBody>
      </p:sp>
      <p:sp>
        <p:nvSpPr>
          <p:cNvPr id="4" name="Slide Number Placeholder 3">
            <a:extLst>
              <a:ext uri="{FF2B5EF4-FFF2-40B4-BE49-F238E27FC236}">
                <a16:creationId xmlns:a16="http://schemas.microsoft.com/office/drawing/2014/main" id="{7A7DEBA8-C14A-E388-ADF1-C142893341F8}"/>
              </a:ext>
            </a:extLst>
          </p:cNvPr>
          <p:cNvSpPr>
            <a:spLocks noGrp="1"/>
          </p:cNvSpPr>
          <p:nvPr>
            <p:ph type="sldNum" sz="quarter" idx="5"/>
          </p:nvPr>
        </p:nvSpPr>
        <p:spPr/>
        <p:txBody>
          <a:bodyPr/>
          <a:lstStyle/>
          <a:p>
            <a:fld id="{7E0028B7-3F8C-4184-B1B5-956CCD199B9B}" type="slidenum">
              <a:rPr lang="en-US" smtClean="0"/>
              <a:t>1</a:t>
            </a:fld>
            <a:endParaRPr lang="en-US"/>
          </a:p>
        </p:txBody>
      </p:sp>
    </p:spTree>
    <p:extLst>
      <p:ext uri="{BB962C8B-B14F-4D97-AF65-F5344CB8AC3E}">
        <p14:creationId xmlns:p14="http://schemas.microsoft.com/office/powerpoint/2010/main" val="2477940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We'll start with an ice-breaking session to get to know each other. Then, we'll dive into the concept of ETL and its importance in data analytics. Following that, we'll introduce KNIME, examining its features and applications. Finally, we will explore KNIME's interface, workflow design, and reporting capabilities.</a:t>
            </a:r>
          </a:p>
        </p:txBody>
      </p:sp>
      <p:sp>
        <p:nvSpPr>
          <p:cNvPr id="4" name="Slide Number Placeholder 3"/>
          <p:cNvSpPr>
            <a:spLocks noGrp="1"/>
          </p:cNvSpPr>
          <p:nvPr>
            <p:ph type="sldNum" sz="quarter" idx="5"/>
          </p:nvPr>
        </p:nvSpPr>
        <p:spPr/>
        <p:txBody>
          <a:bodyPr/>
          <a:lstStyle/>
          <a:p>
            <a:fld id="{7E0028B7-3F8C-4184-B1B5-956CCD199B9B}" type="slidenum">
              <a:rPr lang="en-US" smtClean="0"/>
              <a:t>2</a:t>
            </a:fld>
            <a:endParaRPr lang="en-US"/>
          </a:p>
        </p:txBody>
      </p:sp>
    </p:spTree>
    <p:extLst>
      <p:ext uri="{BB962C8B-B14F-4D97-AF65-F5344CB8AC3E}">
        <p14:creationId xmlns:p14="http://schemas.microsoft.com/office/powerpoint/2010/main" val="249428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everyone to the session. I'll start by introducing myself and sharing a bit about my background in data analytics. This will help us understand each other's perspectives.</a:t>
            </a:r>
          </a:p>
        </p:txBody>
      </p:sp>
      <p:sp>
        <p:nvSpPr>
          <p:cNvPr id="4" name="Slide Number Placeholder 3"/>
          <p:cNvSpPr>
            <a:spLocks noGrp="1"/>
          </p:cNvSpPr>
          <p:nvPr>
            <p:ph type="sldNum" sz="quarter" idx="5"/>
          </p:nvPr>
        </p:nvSpPr>
        <p:spPr/>
        <p:txBody>
          <a:bodyPr/>
          <a:lstStyle/>
          <a:p>
            <a:fld id="{7E0028B7-3F8C-4184-B1B5-956CCD199B9B}" type="slidenum">
              <a:rPr lang="en-US" smtClean="0"/>
              <a:t>3</a:t>
            </a:fld>
            <a:endParaRPr lang="en-US"/>
          </a:p>
        </p:txBody>
      </p:sp>
    </p:spTree>
    <p:extLst>
      <p:ext uri="{BB962C8B-B14F-4D97-AF65-F5344CB8AC3E}">
        <p14:creationId xmlns:p14="http://schemas.microsoft.com/office/powerpoint/2010/main" val="3195701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Finally, I'll outline the goals for today's session. Our aim is to provide you with a solid understanding of KNIME and its capabilities in data analytics, and to leave you feeling empowered to use the tool effectively.</a:t>
            </a:r>
          </a:p>
        </p:txBody>
      </p:sp>
      <p:sp>
        <p:nvSpPr>
          <p:cNvPr id="4" name="Slide Number Placeholder 3"/>
          <p:cNvSpPr>
            <a:spLocks noGrp="1"/>
          </p:cNvSpPr>
          <p:nvPr>
            <p:ph type="sldNum" sz="quarter" idx="5"/>
          </p:nvPr>
        </p:nvSpPr>
        <p:spPr/>
        <p:txBody>
          <a:bodyPr/>
          <a:lstStyle/>
          <a:p>
            <a:fld id="{7E0028B7-3F8C-4184-B1B5-956CCD199B9B}" type="slidenum">
              <a:rPr lang="en-US" smtClean="0"/>
              <a:t>4</a:t>
            </a:fld>
            <a:endParaRPr lang="en-US"/>
          </a:p>
        </p:txBody>
      </p:sp>
    </p:spTree>
    <p:extLst>
      <p:ext uri="{BB962C8B-B14F-4D97-AF65-F5344CB8AC3E}">
        <p14:creationId xmlns:p14="http://schemas.microsoft.com/office/powerpoint/2010/main" val="16429309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1">
    <p:bg>
      <p:bgPr>
        <a:solidFill>
          <a:schemeClr val="bg2"/>
        </a:solidFill>
        <a:effectLst/>
      </p:bgPr>
    </p:bg>
    <p:spTree>
      <p:nvGrpSpPr>
        <p:cNvPr id="1" name=""/>
        <p:cNvGrpSpPr/>
        <p:nvPr/>
      </p:nvGrpSpPr>
      <p:grpSpPr>
        <a:xfrm>
          <a:off x="0" y="0"/>
          <a:ext cx="0" cy="0"/>
          <a:chOff x="0" y="0"/>
          <a:chExt cx="0" cy="0"/>
        </a:xfrm>
      </p:grpSpPr>
      <p:pic>
        <p:nvPicPr>
          <p:cNvPr id="7" name="Picture 6" descr="A blue and black background&#10;&#10;Description automatically generated">
            <a:extLst>
              <a:ext uri="{FF2B5EF4-FFF2-40B4-BE49-F238E27FC236}">
                <a16:creationId xmlns:a16="http://schemas.microsoft.com/office/drawing/2014/main" id="{78834B98-F94F-BBE0-213C-85AFCDC4764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hidden">
          <a:xfrm>
            <a:off x="0" y="-1"/>
            <a:ext cx="12192000" cy="6858000"/>
          </a:xfrm>
          <a:prstGeom prst="rect">
            <a:avLst/>
          </a:prstGeom>
        </p:spPr>
      </p:pic>
      <p:sp>
        <p:nvSpPr>
          <p:cNvPr id="10" name="Freeform 5">
            <a:extLst>
              <a:ext uri="{FF2B5EF4-FFF2-40B4-BE49-F238E27FC236}">
                <a16:creationId xmlns:a16="http://schemas.microsoft.com/office/drawing/2014/main" id="{D38E589A-C29C-8E0A-54D9-0FD61209638A}"/>
              </a:ext>
            </a:extLst>
          </p:cNvPr>
          <p:cNvSpPr/>
          <p:nvPr/>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12" name="Text Placeholder 11">
            <a:extLst>
              <a:ext uri="{FF2B5EF4-FFF2-40B4-BE49-F238E27FC236}">
                <a16:creationId xmlns:a16="http://schemas.microsoft.com/office/drawing/2014/main" id="{E72AFBB8-BCA9-94F3-D205-3A4D41E4862E}"/>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7A00869A-4EEC-6377-9755-BE0859C5FBE0}"/>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8/22/2025</a:t>
            </a:fld>
            <a:endParaRPr lang="en-US"/>
          </a:p>
        </p:txBody>
      </p:sp>
      <p:sp>
        <p:nvSpPr>
          <p:cNvPr id="13" name="Text Placeholder 12">
            <a:extLst>
              <a:ext uri="{FF2B5EF4-FFF2-40B4-BE49-F238E27FC236}">
                <a16:creationId xmlns:a16="http://schemas.microsoft.com/office/drawing/2014/main" id="{C423DB64-C228-437F-B60D-1E1BE27A7AAF}"/>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6" name="Text Placeholder 15">
            <a:extLst>
              <a:ext uri="{FF2B5EF4-FFF2-40B4-BE49-F238E27FC236}">
                <a16:creationId xmlns:a16="http://schemas.microsoft.com/office/drawing/2014/main" id="{98C70801-2682-CDF2-4AEE-21379A10EAB6}"/>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8" name="Text Placeholder 17">
            <a:extLst>
              <a:ext uri="{FF2B5EF4-FFF2-40B4-BE49-F238E27FC236}">
                <a16:creationId xmlns:a16="http://schemas.microsoft.com/office/drawing/2014/main" id="{94B37353-6985-FCA6-CD38-4B2A083EC280}"/>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20" name="Text Placeholder 19">
            <a:extLst>
              <a:ext uri="{FF2B5EF4-FFF2-40B4-BE49-F238E27FC236}">
                <a16:creationId xmlns:a16="http://schemas.microsoft.com/office/drawing/2014/main" id="{6BA32A09-37DC-FCBC-7D07-E937258863A2}"/>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
        <p:nvSpPr>
          <p:cNvPr id="2" name="Title 1">
            <a:extLst>
              <a:ext uri="{FF2B5EF4-FFF2-40B4-BE49-F238E27FC236}">
                <a16:creationId xmlns:a16="http://schemas.microsoft.com/office/drawing/2014/main" id="{3088E214-49DC-F96D-B5B4-49DCAA93C0D2}"/>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Tree>
    <p:extLst>
      <p:ext uri="{BB962C8B-B14F-4D97-AF65-F5344CB8AC3E}">
        <p14:creationId xmlns:p14="http://schemas.microsoft.com/office/powerpoint/2010/main" val="3117022099"/>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2">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bwMode="hidden">
          <a:xfrm>
            <a:off x="0"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10" name="Freeform 5">
            <a:extLst>
              <a:ext uri="{FF2B5EF4-FFF2-40B4-BE49-F238E27FC236}">
                <a16:creationId xmlns:a16="http://schemas.microsoft.com/office/drawing/2014/main" id="{D38E589A-C29C-8E0A-54D9-0FD61209638A}"/>
              </a:ext>
            </a:extLst>
          </p:cNvPr>
          <p:cNvSpPr/>
          <p:nvPr/>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15C7BCFF-949E-6B1A-9E84-4E640E43A099}"/>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8535D649-E56D-F236-C1A7-0EB194B6CA32}"/>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8/22/2025</a:t>
            </a:fld>
            <a:endParaRPr lang="en-US"/>
          </a:p>
        </p:txBody>
      </p:sp>
      <p:sp>
        <p:nvSpPr>
          <p:cNvPr id="11" name="Text Placeholder 12">
            <a:extLst>
              <a:ext uri="{FF2B5EF4-FFF2-40B4-BE49-F238E27FC236}">
                <a16:creationId xmlns:a16="http://schemas.microsoft.com/office/drawing/2014/main" id="{47CB2CEE-A03C-EC89-5AB0-73F5282BA36C}"/>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0376D71A-71A9-510A-D341-C8B568EA210C}"/>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1C83BB37-A25F-C543-4845-494814497A5A}"/>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4" name="Text Placeholder 19">
            <a:extLst>
              <a:ext uri="{FF2B5EF4-FFF2-40B4-BE49-F238E27FC236}">
                <a16:creationId xmlns:a16="http://schemas.microsoft.com/office/drawing/2014/main" id="{52E7508F-569C-0E55-9BA1-A12C84FB7A5D}"/>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2755571223"/>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3">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553F6D28-3FA3-C8DD-333F-25AAC7FDE379}"/>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8/22/2025</a:t>
            </a:fld>
            <a:endParaRPr lang="en-US"/>
          </a:p>
        </p:txBody>
      </p:sp>
      <p:sp>
        <p:nvSpPr>
          <p:cNvPr id="9" name="Text Placeholder 8">
            <a:extLst>
              <a:ext uri="{FF2B5EF4-FFF2-40B4-BE49-F238E27FC236}">
                <a16:creationId xmlns:a16="http://schemas.microsoft.com/office/drawing/2014/main" id="{BB5660BA-32D8-A7E6-5696-BC9C94DC43BE}"/>
              </a:ext>
            </a:extLst>
          </p:cNvPr>
          <p:cNvSpPr>
            <a:spLocks noGrp="1"/>
          </p:cNvSpPr>
          <p:nvPr>
            <p:ph type="body" sz="quarter" idx="13"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tx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20" name="Text Placeholder 12">
            <a:extLst>
              <a:ext uri="{FF2B5EF4-FFF2-40B4-BE49-F238E27FC236}">
                <a16:creationId xmlns:a16="http://schemas.microsoft.com/office/drawing/2014/main" id="{FBA29B2B-670B-AAB2-BC37-FE5A168EDEA0}"/>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21" name="Text Placeholder 15">
            <a:extLst>
              <a:ext uri="{FF2B5EF4-FFF2-40B4-BE49-F238E27FC236}">
                <a16:creationId xmlns:a16="http://schemas.microsoft.com/office/drawing/2014/main" id="{835110E4-502F-E652-7077-A2CE77DA8B44}"/>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22" name="Text Placeholder 17">
            <a:extLst>
              <a:ext uri="{FF2B5EF4-FFF2-40B4-BE49-F238E27FC236}">
                <a16:creationId xmlns:a16="http://schemas.microsoft.com/office/drawing/2014/main" id="{163AD2E7-BE7D-20B6-8408-18EA20DC4C5D}"/>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23" name="Text Placeholder 19">
            <a:extLst>
              <a:ext uri="{FF2B5EF4-FFF2-40B4-BE49-F238E27FC236}">
                <a16:creationId xmlns:a16="http://schemas.microsoft.com/office/drawing/2014/main" id="{358AEE93-EEF8-93F7-7F9A-409CBCB372CF}"/>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1882214867"/>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4 - Dark Photo">
    <p:bg>
      <p:bgPr>
        <a:solidFill>
          <a:schemeClr val="tx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C77B404-B686-66A0-1A20-E42FD89A9DE9}"/>
              </a:ext>
            </a:extLst>
          </p:cNvPr>
          <p:cNvSpPr>
            <a:spLocks noGrp="1"/>
          </p:cNvSpPr>
          <p:nvPr>
            <p:ph type="pic" sz="quarter" idx="13" hasCustomPrompt="1"/>
          </p:nvPr>
        </p:nvSpPr>
        <p:spPr>
          <a:xfrm>
            <a:off x="0" y="0"/>
            <a:ext cx="12192000" cy="6857999"/>
          </a:xfrm>
          <a:custGeom>
            <a:avLst/>
            <a:gdLst>
              <a:gd name="connsiteX0" fmla="*/ 2041649 w 12192000"/>
              <a:gd name="connsiteY0" fmla="*/ 647043 h 6857999"/>
              <a:gd name="connsiteX1" fmla="*/ 2097141 w 12192000"/>
              <a:gd name="connsiteY1" fmla="*/ 647043 h 6857999"/>
              <a:gd name="connsiteX2" fmla="*/ 2185808 w 12192000"/>
              <a:gd name="connsiteY2" fmla="*/ 735711 h 6857999"/>
              <a:gd name="connsiteX3" fmla="*/ 2185808 w 12192000"/>
              <a:gd name="connsiteY3" fmla="*/ 791202 h 6857999"/>
              <a:gd name="connsiteX4" fmla="*/ 2097141 w 12192000"/>
              <a:gd name="connsiteY4" fmla="*/ 879871 h 6857999"/>
              <a:gd name="connsiteX5" fmla="*/ 2041649 w 12192000"/>
              <a:gd name="connsiteY5" fmla="*/ 879871 h 6857999"/>
              <a:gd name="connsiteX6" fmla="*/ 1685779 w 12192000"/>
              <a:gd name="connsiteY6" fmla="*/ 638600 h 6857999"/>
              <a:gd name="connsiteX7" fmla="*/ 1768415 w 12192000"/>
              <a:gd name="connsiteY7" fmla="*/ 715201 h 6857999"/>
              <a:gd name="connsiteX8" fmla="*/ 1768415 w 12192000"/>
              <a:gd name="connsiteY8" fmla="*/ 811711 h 6857999"/>
              <a:gd name="connsiteX9" fmla="*/ 1685779 w 12192000"/>
              <a:gd name="connsiteY9" fmla="*/ 888315 h 6857999"/>
              <a:gd name="connsiteX10" fmla="*/ 1603145 w 12192000"/>
              <a:gd name="connsiteY10" fmla="*/ 811711 h 6857999"/>
              <a:gd name="connsiteX11" fmla="*/ 1603145 w 12192000"/>
              <a:gd name="connsiteY11" fmla="*/ 715201 h 6857999"/>
              <a:gd name="connsiteX12" fmla="*/ 1685779 w 12192000"/>
              <a:gd name="connsiteY12" fmla="*/ 638600 h 6857999"/>
              <a:gd name="connsiteX13" fmla="*/ 1248481 w 12192000"/>
              <a:gd name="connsiteY13" fmla="*/ 638600 h 6857999"/>
              <a:gd name="connsiteX14" fmla="*/ 1331117 w 12192000"/>
              <a:gd name="connsiteY14" fmla="*/ 715201 h 6857999"/>
              <a:gd name="connsiteX15" fmla="*/ 1331117 w 12192000"/>
              <a:gd name="connsiteY15" fmla="*/ 811711 h 6857999"/>
              <a:gd name="connsiteX16" fmla="*/ 1248481 w 12192000"/>
              <a:gd name="connsiteY16" fmla="*/ 888315 h 6857999"/>
              <a:gd name="connsiteX17" fmla="*/ 1165846 w 12192000"/>
              <a:gd name="connsiteY17" fmla="*/ 811711 h 6857999"/>
              <a:gd name="connsiteX18" fmla="*/ 1165846 w 12192000"/>
              <a:gd name="connsiteY18" fmla="*/ 715201 h 6857999"/>
              <a:gd name="connsiteX19" fmla="*/ 1248481 w 12192000"/>
              <a:gd name="connsiteY19" fmla="*/ 638600 h 6857999"/>
              <a:gd name="connsiteX20" fmla="*/ 1927044 w 12192000"/>
              <a:gd name="connsiteY20" fmla="*/ 552346 h 6857999"/>
              <a:gd name="connsiteX21" fmla="*/ 1927044 w 12192000"/>
              <a:gd name="connsiteY21" fmla="*/ 974570 h 6857999"/>
              <a:gd name="connsiteX22" fmla="*/ 2097141 w 12192000"/>
              <a:gd name="connsiteY22" fmla="*/ 974570 h 6857999"/>
              <a:gd name="connsiteX23" fmla="*/ 2301618 w 12192000"/>
              <a:gd name="connsiteY23" fmla="*/ 789394 h 6857999"/>
              <a:gd name="connsiteX24" fmla="*/ 2301618 w 12192000"/>
              <a:gd name="connsiteY24" fmla="*/ 737520 h 6857999"/>
              <a:gd name="connsiteX25" fmla="*/ 2097141 w 12192000"/>
              <a:gd name="connsiteY25" fmla="*/ 552346 h 6857999"/>
              <a:gd name="connsiteX26" fmla="*/ 2266624 w 12192000"/>
              <a:gd name="connsiteY26" fmla="*/ 552345 h 6857999"/>
              <a:gd name="connsiteX27" fmla="*/ 2420435 w 12192000"/>
              <a:gd name="connsiteY27" fmla="*/ 788790 h 6857999"/>
              <a:gd name="connsiteX28" fmla="*/ 2420435 w 12192000"/>
              <a:gd name="connsiteY28" fmla="*/ 974569 h 6857999"/>
              <a:gd name="connsiteX29" fmla="*/ 2529007 w 12192000"/>
              <a:gd name="connsiteY29" fmla="*/ 974569 h 6857999"/>
              <a:gd name="connsiteX30" fmla="*/ 2529007 w 12192000"/>
              <a:gd name="connsiteY30" fmla="*/ 788790 h 6857999"/>
              <a:gd name="connsiteX31" fmla="*/ 2682817 w 12192000"/>
              <a:gd name="connsiteY31" fmla="*/ 552345 h 6857999"/>
              <a:gd name="connsiteX32" fmla="*/ 2558564 w 12192000"/>
              <a:gd name="connsiteY32" fmla="*/ 552345 h 6857999"/>
              <a:gd name="connsiteX33" fmla="*/ 2477738 w 12192000"/>
              <a:gd name="connsiteY33" fmla="*/ 685042 h 6857999"/>
              <a:gd name="connsiteX34" fmla="*/ 2396307 w 12192000"/>
              <a:gd name="connsiteY34" fmla="*/ 552345 h 6857999"/>
              <a:gd name="connsiteX35" fmla="*/ 2694276 w 12192000"/>
              <a:gd name="connsiteY35" fmla="*/ 552345 h 6857999"/>
              <a:gd name="connsiteX36" fmla="*/ 2694276 w 12192000"/>
              <a:gd name="connsiteY36" fmla="*/ 666947 h 6857999"/>
              <a:gd name="connsiteX37" fmla="*/ 2743134 w 12192000"/>
              <a:gd name="connsiteY37" fmla="*/ 666947 h 6857999"/>
              <a:gd name="connsiteX38" fmla="*/ 2710563 w 12192000"/>
              <a:gd name="connsiteY38" fmla="*/ 756821 h 6857999"/>
              <a:gd name="connsiteX39" fmla="*/ 2735293 w 12192000"/>
              <a:gd name="connsiteY39" fmla="*/ 756821 h 6857999"/>
              <a:gd name="connsiteX40" fmla="*/ 2808881 w 12192000"/>
              <a:gd name="connsiteY40" fmla="*/ 657901 h 6857999"/>
              <a:gd name="connsiteX41" fmla="*/ 2808881 w 12192000"/>
              <a:gd name="connsiteY41" fmla="*/ 552345 h 6857999"/>
              <a:gd name="connsiteX42" fmla="*/ 539750 w 12192000"/>
              <a:gd name="connsiteY42" fmla="*/ 552345 h 6857999"/>
              <a:gd name="connsiteX43" fmla="*/ 539750 w 12192000"/>
              <a:gd name="connsiteY43" fmla="*/ 974568 h 6857999"/>
              <a:gd name="connsiteX44" fmla="*/ 645307 w 12192000"/>
              <a:gd name="connsiteY44" fmla="*/ 974568 h 6857999"/>
              <a:gd name="connsiteX45" fmla="*/ 645307 w 12192000"/>
              <a:gd name="connsiteY45" fmla="*/ 700726 h 6857999"/>
              <a:gd name="connsiteX46" fmla="*/ 660385 w 12192000"/>
              <a:gd name="connsiteY46" fmla="*/ 763457 h 6857999"/>
              <a:gd name="connsiteX47" fmla="*/ 716483 w 12192000"/>
              <a:gd name="connsiteY47" fmla="*/ 974568 h 6857999"/>
              <a:gd name="connsiteX48" fmla="*/ 827466 w 12192000"/>
              <a:gd name="connsiteY48" fmla="*/ 974568 h 6857999"/>
              <a:gd name="connsiteX49" fmla="*/ 883562 w 12192000"/>
              <a:gd name="connsiteY49" fmla="*/ 763457 h 6857999"/>
              <a:gd name="connsiteX50" fmla="*/ 898643 w 12192000"/>
              <a:gd name="connsiteY50" fmla="*/ 700726 h 6857999"/>
              <a:gd name="connsiteX51" fmla="*/ 898643 w 12192000"/>
              <a:gd name="connsiteY51" fmla="*/ 974568 h 6857999"/>
              <a:gd name="connsiteX52" fmla="*/ 1006610 w 12192000"/>
              <a:gd name="connsiteY52" fmla="*/ 974568 h 6857999"/>
              <a:gd name="connsiteX53" fmla="*/ 1006610 w 12192000"/>
              <a:gd name="connsiteY53" fmla="*/ 552345 h 6857999"/>
              <a:gd name="connsiteX54" fmla="*/ 838323 w 12192000"/>
              <a:gd name="connsiteY54" fmla="*/ 552345 h 6857999"/>
              <a:gd name="connsiteX55" fmla="*/ 785847 w 12192000"/>
              <a:gd name="connsiteY55" fmla="*/ 769489 h 6857999"/>
              <a:gd name="connsiteX56" fmla="*/ 773181 w 12192000"/>
              <a:gd name="connsiteY56" fmla="*/ 829806 h 6857999"/>
              <a:gd name="connsiteX57" fmla="*/ 760513 w 12192000"/>
              <a:gd name="connsiteY57" fmla="*/ 769489 h 6857999"/>
              <a:gd name="connsiteX58" fmla="*/ 708037 w 12192000"/>
              <a:gd name="connsiteY58" fmla="*/ 552345 h 6857999"/>
              <a:gd name="connsiteX59" fmla="*/ 1685779 w 12192000"/>
              <a:gd name="connsiteY59" fmla="*/ 545106 h 6857999"/>
              <a:gd name="connsiteX60" fmla="*/ 1487334 w 12192000"/>
              <a:gd name="connsiteY60" fmla="*/ 725456 h 6857999"/>
              <a:gd name="connsiteX61" fmla="*/ 1487334 w 12192000"/>
              <a:gd name="connsiteY61" fmla="*/ 801457 h 6857999"/>
              <a:gd name="connsiteX62" fmla="*/ 1685779 w 12192000"/>
              <a:gd name="connsiteY62" fmla="*/ 981806 h 6857999"/>
              <a:gd name="connsiteX63" fmla="*/ 1884225 w 12192000"/>
              <a:gd name="connsiteY63" fmla="*/ 801457 h 6857999"/>
              <a:gd name="connsiteX64" fmla="*/ 1884225 w 12192000"/>
              <a:gd name="connsiteY64" fmla="*/ 725456 h 6857999"/>
              <a:gd name="connsiteX65" fmla="*/ 1685779 w 12192000"/>
              <a:gd name="connsiteY65" fmla="*/ 545106 h 6857999"/>
              <a:gd name="connsiteX66" fmla="*/ 1248481 w 12192000"/>
              <a:gd name="connsiteY66" fmla="*/ 545106 h 6857999"/>
              <a:gd name="connsiteX67" fmla="*/ 1050036 w 12192000"/>
              <a:gd name="connsiteY67" fmla="*/ 725456 h 6857999"/>
              <a:gd name="connsiteX68" fmla="*/ 1050036 w 12192000"/>
              <a:gd name="connsiteY68" fmla="*/ 801457 h 6857999"/>
              <a:gd name="connsiteX69" fmla="*/ 1248481 w 12192000"/>
              <a:gd name="connsiteY69" fmla="*/ 981806 h 6857999"/>
              <a:gd name="connsiteX70" fmla="*/ 1446927 w 12192000"/>
              <a:gd name="connsiteY70" fmla="*/ 801457 h 6857999"/>
              <a:gd name="connsiteX71" fmla="*/ 1446927 w 12192000"/>
              <a:gd name="connsiteY71" fmla="*/ 725456 h 6857999"/>
              <a:gd name="connsiteX72" fmla="*/ 1248481 w 12192000"/>
              <a:gd name="connsiteY72" fmla="*/ 545106 h 6857999"/>
              <a:gd name="connsiteX73" fmla="*/ 3000079 w 12192000"/>
              <a:gd name="connsiteY73" fmla="*/ 545106 h 6857999"/>
              <a:gd name="connsiteX74" fmla="*/ 2828172 w 12192000"/>
              <a:gd name="connsiteY74" fmla="*/ 682630 h 6857999"/>
              <a:gd name="connsiteX75" fmla="*/ 2942175 w 12192000"/>
              <a:gd name="connsiteY75" fmla="*/ 806281 h 6857999"/>
              <a:gd name="connsiteX76" fmla="*/ 3018174 w 12192000"/>
              <a:gd name="connsiteY76" fmla="*/ 817743 h 6857999"/>
              <a:gd name="connsiteX77" fmla="*/ 3061604 w 12192000"/>
              <a:gd name="connsiteY77" fmla="*/ 852728 h 6857999"/>
              <a:gd name="connsiteX78" fmla="*/ 3000079 w 12192000"/>
              <a:gd name="connsiteY78" fmla="*/ 887712 h 6857999"/>
              <a:gd name="connsiteX79" fmla="*/ 2937348 w 12192000"/>
              <a:gd name="connsiteY79" fmla="*/ 845489 h 6857999"/>
              <a:gd name="connsiteX80" fmla="*/ 2937348 w 12192000"/>
              <a:gd name="connsiteY80" fmla="*/ 829203 h 6857999"/>
              <a:gd name="connsiteX81" fmla="*/ 2825761 w 12192000"/>
              <a:gd name="connsiteY81" fmla="*/ 829203 h 6857999"/>
              <a:gd name="connsiteX82" fmla="*/ 2825761 w 12192000"/>
              <a:gd name="connsiteY82" fmla="*/ 847901 h 6857999"/>
              <a:gd name="connsiteX83" fmla="*/ 3000079 w 12192000"/>
              <a:gd name="connsiteY83" fmla="*/ 981808 h 6857999"/>
              <a:gd name="connsiteX84" fmla="*/ 3172012 w 12192000"/>
              <a:gd name="connsiteY84" fmla="*/ 874148 h 6857999"/>
              <a:gd name="connsiteX85" fmla="*/ 3175000 w 12192000"/>
              <a:gd name="connsiteY85" fmla="*/ 843076 h 6857999"/>
              <a:gd name="connsiteX86" fmla="*/ 3172125 w 12192000"/>
              <a:gd name="connsiteY86" fmla="*/ 811710 h 6857999"/>
              <a:gd name="connsiteX87" fmla="*/ 3057985 w 12192000"/>
              <a:gd name="connsiteY87" fmla="*/ 718220 h 6857999"/>
              <a:gd name="connsiteX88" fmla="*/ 2982586 w 12192000"/>
              <a:gd name="connsiteY88" fmla="*/ 706758 h 6857999"/>
              <a:gd name="connsiteX89" fmla="*/ 2941572 w 12192000"/>
              <a:gd name="connsiteY89" fmla="*/ 672981 h 6857999"/>
              <a:gd name="connsiteX90" fmla="*/ 3000079 w 12192000"/>
              <a:gd name="connsiteY90" fmla="*/ 639203 h 6857999"/>
              <a:gd name="connsiteX91" fmla="*/ 3058587 w 12192000"/>
              <a:gd name="connsiteY91" fmla="*/ 680219 h 6857999"/>
              <a:gd name="connsiteX92" fmla="*/ 3058587 w 12192000"/>
              <a:gd name="connsiteY92" fmla="*/ 694092 h 6857999"/>
              <a:gd name="connsiteX93" fmla="*/ 3170176 w 12192000"/>
              <a:gd name="connsiteY93" fmla="*/ 694092 h 6857999"/>
              <a:gd name="connsiteX94" fmla="*/ 3170176 w 12192000"/>
              <a:gd name="connsiteY94" fmla="*/ 677806 h 6857999"/>
              <a:gd name="connsiteX95" fmla="*/ 3000079 w 12192000"/>
              <a:gd name="connsiteY95" fmla="*/ 545106 h 6857999"/>
              <a:gd name="connsiteX96" fmla="*/ 0 w 12192000"/>
              <a:gd name="connsiteY96" fmla="*/ 0 h 6857999"/>
              <a:gd name="connsiteX97" fmla="*/ 12192000 w 12192000"/>
              <a:gd name="connsiteY97" fmla="*/ 0 h 6857999"/>
              <a:gd name="connsiteX98" fmla="*/ 12192000 w 12192000"/>
              <a:gd name="connsiteY98" fmla="*/ 6857999 h 6857999"/>
              <a:gd name="connsiteX99" fmla="*/ 0 w 12192000"/>
              <a:gd name="connsiteY99"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12192000" h="6857999">
                <a:moveTo>
                  <a:pt x="2041649" y="647043"/>
                </a:moveTo>
                <a:lnTo>
                  <a:pt x="2097141" y="647043"/>
                </a:lnTo>
                <a:cubicBezTo>
                  <a:pt x="2156253" y="647043"/>
                  <a:pt x="2185808" y="676600"/>
                  <a:pt x="2185808" y="735711"/>
                </a:cubicBezTo>
                <a:lnTo>
                  <a:pt x="2185808" y="791202"/>
                </a:lnTo>
                <a:cubicBezTo>
                  <a:pt x="2185808" y="849711"/>
                  <a:pt x="2156253" y="879871"/>
                  <a:pt x="2097141" y="879871"/>
                </a:cubicBezTo>
                <a:lnTo>
                  <a:pt x="2041649" y="879871"/>
                </a:lnTo>
                <a:close/>
                <a:moveTo>
                  <a:pt x="1685779" y="638600"/>
                </a:moveTo>
                <a:cubicBezTo>
                  <a:pt x="1737050" y="638600"/>
                  <a:pt x="1768415" y="667552"/>
                  <a:pt x="1768415" y="715201"/>
                </a:cubicBezTo>
                <a:lnTo>
                  <a:pt x="1768415" y="811711"/>
                </a:lnTo>
                <a:cubicBezTo>
                  <a:pt x="1768415" y="858758"/>
                  <a:pt x="1737048" y="888315"/>
                  <a:pt x="1685779" y="888315"/>
                </a:cubicBezTo>
                <a:cubicBezTo>
                  <a:pt x="1634510" y="888315"/>
                  <a:pt x="1603145" y="858758"/>
                  <a:pt x="1603145" y="811711"/>
                </a:cubicBezTo>
                <a:lnTo>
                  <a:pt x="1603145" y="715201"/>
                </a:lnTo>
                <a:cubicBezTo>
                  <a:pt x="1603145" y="667552"/>
                  <a:pt x="1634510" y="638600"/>
                  <a:pt x="1685779" y="638600"/>
                </a:cubicBezTo>
                <a:close/>
                <a:moveTo>
                  <a:pt x="1248481" y="638600"/>
                </a:moveTo>
                <a:cubicBezTo>
                  <a:pt x="1299752" y="638600"/>
                  <a:pt x="1331117" y="667552"/>
                  <a:pt x="1331117" y="715201"/>
                </a:cubicBezTo>
                <a:lnTo>
                  <a:pt x="1331117" y="811711"/>
                </a:lnTo>
                <a:cubicBezTo>
                  <a:pt x="1331117" y="858758"/>
                  <a:pt x="1299749" y="888315"/>
                  <a:pt x="1248481" y="888315"/>
                </a:cubicBezTo>
                <a:cubicBezTo>
                  <a:pt x="1197212" y="888315"/>
                  <a:pt x="1165846" y="858758"/>
                  <a:pt x="1165846" y="811711"/>
                </a:cubicBezTo>
                <a:lnTo>
                  <a:pt x="1165846" y="715201"/>
                </a:lnTo>
                <a:cubicBezTo>
                  <a:pt x="1165846" y="667552"/>
                  <a:pt x="1197212" y="638600"/>
                  <a:pt x="1248481" y="638600"/>
                </a:cubicBezTo>
                <a:close/>
                <a:moveTo>
                  <a:pt x="1927044" y="552346"/>
                </a:moveTo>
                <a:lnTo>
                  <a:pt x="1927044" y="974570"/>
                </a:lnTo>
                <a:lnTo>
                  <a:pt x="2097141" y="974570"/>
                </a:lnTo>
                <a:cubicBezTo>
                  <a:pt x="2226825" y="974570"/>
                  <a:pt x="2301618" y="906409"/>
                  <a:pt x="2301618" y="789394"/>
                </a:cubicBezTo>
                <a:lnTo>
                  <a:pt x="2301618" y="737520"/>
                </a:lnTo>
                <a:cubicBezTo>
                  <a:pt x="2301618" y="620504"/>
                  <a:pt x="2226825" y="552346"/>
                  <a:pt x="2097141" y="552346"/>
                </a:cubicBezTo>
                <a:close/>
                <a:moveTo>
                  <a:pt x="2266624" y="552345"/>
                </a:moveTo>
                <a:lnTo>
                  <a:pt x="2420435" y="788790"/>
                </a:lnTo>
                <a:lnTo>
                  <a:pt x="2420435" y="974569"/>
                </a:lnTo>
                <a:lnTo>
                  <a:pt x="2529007" y="974569"/>
                </a:lnTo>
                <a:lnTo>
                  <a:pt x="2529007" y="788790"/>
                </a:lnTo>
                <a:lnTo>
                  <a:pt x="2682817" y="552345"/>
                </a:lnTo>
                <a:lnTo>
                  <a:pt x="2558564" y="552345"/>
                </a:lnTo>
                <a:lnTo>
                  <a:pt x="2477738" y="685042"/>
                </a:lnTo>
                <a:lnTo>
                  <a:pt x="2396307" y="552345"/>
                </a:lnTo>
                <a:close/>
                <a:moveTo>
                  <a:pt x="2694276" y="552345"/>
                </a:moveTo>
                <a:lnTo>
                  <a:pt x="2694276" y="666947"/>
                </a:lnTo>
                <a:lnTo>
                  <a:pt x="2743134" y="666947"/>
                </a:lnTo>
                <a:lnTo>
                  <a:pt x="2710563" y="756821"/>
                </a:lnTo>
                <a:lnTo>
                  <a:pt x="2735293" y="756821"/>
                </a:lnTo>
                <a:lnTo>
                  <a:pt x="2808881" y="657901"/>
                </a:lnTo>
                <a:lnTo>
                  <a:pt x="2808881" y="552345"/>
                </a:lnTo>
                <a:close/>
                <a:moveTo>
                  <a:pt x="539750" y="552345"/>
                </a:moveTo>
                <a:lnTo>
                  <a:pt x="539750" y="974568"/>
                </a:lnTo>
                <a:lnTo>
                  <a:pt x="645307" y="974568"/>
                </a:lnTo>
                <a:lnTo>
                  <a:pt x="645307" y="700726"/>
                </a:lnTo>
                <a:lnTo>
                  <a:pt x="660385" y="763457"/>
                </a:lnTo>
                <a:lnTo>
                  <a:pt x="716483" y="974568"/>
                </a:lnTo>
                <a:lnTo>
                  <a:pt x="827466" y="974568"/>
                </a:lnTo>
                <a:lnTo>
                  <a:pt x="883562" y="763457"/>
                </a:lnTo>
                <a:lnTo>
                  <a:pt x="898643" y="700726"/>
                </a:lnTo>
                <a:lnTo>
                  <a:pt x="898643" y="974568"/>
                </a:lnTo>
                <a:lnTo>
                  <a:pt x="1006610" y="974568"/>
                </a:lnTo>
                <a:lnTo>
                  <a:pt x="1006610" y="552345"/>
                </a:lnTo>
                <a:lnTo>
                  <a:pt x="838323" y="552345"/>
                </a:lnTo>
                <a:lnTo>
                  <a:pt x="785847" y="769489"/>
                </a:lnTo>
                <a:lnTo>
                  <a:pt x="773181" y="829806"/>
                </a:lnTo>
                <a:lnTo>
                  <a:pt x="760513" y="769489"/>
                </a:lnTo>
                <a:lnTo>
                  <a:pt x="708037" y="552345"/>
                </a:lnTo>
                <a:close/>
                <a:moveTo>
                  <a:pt x="1685779" y="545106"/>
                </a:moveTo>
                <a:cubicBezTo>
                  <a:pt x="1561525" y="545106"/>
                  <a:pt x="1487334" y="612662"/>
                  <a:pt x="1487334" y="725456"/>
                </a:cubicBezTo>
                <a:lnTo>
                  <a:pt x="1487334" y="801457"/>
                </a:lnTo>
                <a:cubicBezTo>
                  <a:pt x="1487334" y="914854"/>
                  <a:pt x="1560922" y="981806"/>
                  <a:pt x="1685779" y="981806"/>
                </a:cubicBezTo>
                <a:cubicBezTo>
                  <a:pt x="1810035" y="981806"/>
                  <a:pt x="1884225" y="914251"/>
                  <a:pt x="1884225" y="801457"/>
                </a:cubicBezTo>
                <a:lnTo>
                  <a:pt x="1884225" y="725456"/>
                </a:lnTo>
                <a:cubicBezTo>
                  <a:pt x="1884225" y="612059"/>
                  <a:pt x="1810637" y="545106"/>
                  <a:pt x="1685779" y="545106"/>
                </a:cubicBezTo>
                <a:close/>
                <a:moveTo>
                  <a:pt x="1248481" y="545106"/>
                </a:moveTo>
                <a:cubicBezTo>
                  <a:pt x="1124227" y="545106"/>
                  <a:pt x="1050036" y="612662"/>
                  <a:pt x="1050036" y="725456"/>
                </a:cubicBezTo>
                <a:lnTo>
                  <a:pt x="1050036" y="801457"/>
                </a:lnTo>
                <a:cubicBezTo>
                  <a:pt x="1050036" y="914854"/>
                  <a:pt x="1123624" y="981806"/>
                  <a:pt x="1248481" y="981806"/>
                </a:cubicBezTo>
                <a:cubicBezTo>
                  <a:pt x="1372737" y="981806"/>
                  <a:pt x="1446927" y="914251"/>
                  <a:pt x="1446927" y="801457"/>
                </a:cubicBezTo>
                <a:lnTo>
                  <a:pt x="1446927" y="725456"/>
                </a:lnTo>
                <a:cubicBezTo>
                  <a:pt x="1446927" y="612059"/>
                  <a:pt x="1373339" y="545106"/>
                  <a:pt x="1248481" y="545106"/>
                </a:cubicBezTo>
                <a:close/>
                <a:moveTo>
                  <a:pt x="3000079" y="545106"/>
                </a:moveTo>
                <a:cubicBezTo>
                  <a:pt x="2891506" y="545106"/>
                  <a:pt x="2828172" y="595774"/>
                  <a:pt x="2828172" y="682630"/>
                </a:cubicBezTo>
                <a:cubicBezTo>
                  <a:pt x="2828172" y="773710"/>
                  <a:pt x="2892714" y="799045"/>
                  <a:pt x="2942175" y="806281"/>
                </a:cubicBezTo>
                <a:lnTo>
                  <a:pt x="3018174" y="817743"/>
                </a:lnTo>
                <a:cubicBezTo>
                  <a:pt x="3044112" y="821362"/>
                  <a:pt x="3061604" y="826790"/>
                  <a:pt x="3061604" y="852728"/>
                </a:cubicBezTo>
                <a:cubicBezTo>
                  <a:pt x="3061604" y="875647"/>
                  <a:pt x="3040492" y="887712"/>
                  <a:pt x="3000079" y="887712"/>
                </a:cubicBezTo>
                <a:cubicBezTo>
                  <a:pt x="2956048" y="887712"/>
                  <a:pt x="2937348" y="875044"/>
                  <a:pt x="2937348" y="845489"/>
                </a:cubicBezTo>
                <a:lnTo>
                  <a:pt x="2937348" y="829203"/>
                </a:lnTo>
                <a:lnTo>
                  <a:pt x="2825761" y="829203"/>
                </a:lnTo>
                <a:lnTo>
                  <a:pt x="2825761" y="847901"/>
                </a:lnTo>
                <a:cubicBezTo>
                  <a:pt x="2825761" y="931743"/>
                  <a:pt x="2890301" y="981808"/>
                  <a:pt x="3000079" y="981808"/>
                </a:cubicBezTo>
                <a:cubicBezTo>
                  <a:pt x="3096664" y="981808"/>
                  <a:pt x="3158149" y="942554"/>
                  <a:pt x="3172012" y="874148"/>
                </a:cubicBezTo>
                <a:lnTo>
                  <a:pt x="3175000" y="843076"/>
                </a:lnTo>
                <a:lnTo>
                  <a:pt x="3172125" y="811710"/>
                </a:lnTo>
                <a:cubicBezTo>
                  <a:pt x="3159054" y="745334"/>
                  <a:pt x="3103902" y="725081"/>
                  <a:pt x="3057985" y="718220"/>
                </a:cubicBezTo>
                <a:lnTo>
                  <a:pt x="2982586" y="706758"/>
                </a:lnTo>
                <a:cubicBezTo>
                  <a:pt x="2958461" y="703139"/>
                  <a:pt x="2941572" y="697711"/>
                  <a:pt x="2941572" y="672981"/>
                </a:cubicBezTo>
                <a:cubicBezTo>
                  <a:pt x="2941572" y="650662"/>
                  <a:pt x="2961475" y="639203"/>
                  <a:pt x="3000079" y="639203"/>
                </a:cubicBezTo>
                <a:cubicBezTo>
                  <a:pt x="3041095" y="639203"/>
                  <a:pt x="3058587" y="651265"/>
                  <a:pt x="3058587" y="680219"/>
                </a:cubicBezTo>
                <a:lnTo>
                  <a:pt x="3058587" y="694092"/>
                </a:lnTo>
                <a:lnTo>
                  <a:pt x="3170176" y="694092"/>
                </a:lnTo>
                <a:lnTo>
                  <a:pt x="3170176" y="677806"/>
                </a:lnTo>
                <a:cubicBezTo>
                  <a:pt x="3170176" y="594567"/>
                  <a:pt x="3106842" y="545106"/>
                  <a:pt x="3000079" y="545106"/>
                </a:cubicBezTo>
                <a:close/>
                <a:moveTo>
                  <a:pt x="0" y="0"/>
                </a:moveTo>
                <a:lnTo>
                  <a:pt x="12192000" y="0"/>
                </a:lnTo>
                <a:lnTo>
                  <a:pt x="12192000" y="6857999"/>
                </a:lnTo>
                <a:lnTo>
                  <a:pt x="0" y="6857999"/>
                </a:lnTo>
                <a:close/>
              </a:path>
            </a:pathLst>
          </a:custGeom>
          <a:solidFill>
            <a:srgbClr val="A6A9AA"/>
          </a:solidFill>
        </p:spPr>
        <p:txBody>
          <a:bodyPr wrap="square" rIns="548640" anchor="ctr">
            <a:noAutofit/>
          </a:bodyPr>
          <a:lstStyle>
            <a:lvl1pPr algn="r">
              <a:defRPr>
                <a:solidFill>
                  <a:schemeClr val="tx1"/>
                </a:solidFill>
              </a:defRPr>
            </a:lvl1pPr>
          </a:lstStyle>
          <a:p>
            <a:r>
              <a:rPr lang="en-US"/>
              <a:t>Click to add picture</a:t>
            </a:r>
          </a:p>
        </p:txBody>
      </p:sp>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6DC47A95-CCFB-A6E7-23DB-287FFF642D6A}"/>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8/22/2025</a:t>
            </a:fld>
            <a:endParaRPr lang="en-US"/>
          </a:p>
        </p:txBody>
      </p:sp>
      <p:sp>
        <p:nvSpPr>
          <p:cNvPr id="6" name="Text Placeholder 8">
            <a:extLst>
              <a:ext uri="{FF2B5EF4-FFF2-40B4-BE49-F238E27FC236}">
                <a16:creationId xmlns:a16="http://schemas.microsoft.com/office/drawing/2014/main" id="{A16C230C-5691-F970-ED78-91F42403D1D0}"/>
              </a:ext>
            </a:extLst>
          </p:cNvPr>
          <p:cNvSpPr>
            <a:spLocks noGrp="1"/>
          </p:cNvSpPr>
          <p:nvPr>
            <p:ph type="body" sz="quarter" idx="14"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tx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11" name="Text Placeholder 12">
            <a:extLst>
              <a:ext uri="{FF2B5EF4-FFF2-40B4-BE49-F238E27FC236}">
                <a16:creationId xmlns:a16="http://schemas.microsoft.com/office/drawing/2014/main" id="{3C21ED02-4A33-6EFD-6724-30A8642C13A3}"/>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DDFCCCE6-1080-7167-2C83-D3BE43A6E107}"/>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4E920023-5558-3759-D0F7-D4E02260898A}"/>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4" name="Text Placeholder 19">
            <a:extLst>
              <a:ext uri="{FF2B5EF4-FFF2-40B4-BE49-F238E27FC236}">
                <a16:creationId xmlns:a16="http://schemas.microsoft.com/office/drawing/2014/main" id="{6463DDA5-4241-B62D-0CE3-D5CF7DDC78DE}"/>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316134742"/>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5 - Light Photo">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6E69FF6-3FAE-6184-8074-A3CDDC7C9ABD}"/>
              </a:ext>
            </a:extLst>
          </p:cNvPr>
          <p:cNvSpPr/>
          <p:nvPr/>
        </p:nvSpPr>
        <p:spPr>
          <a:xfrm>
            <a:off x="0" y="0"/>
            <a:ext cx="12188952"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5C77B404-B686-66A0-1A20-E42FD89A9DE9}"/>
              </a:ext>
            </a:extLst>
          </p:cNvPr>
          <p:cNvSpPr>
            <a:spLocks noGrp="1"/>
          </p:cNvSpPr>
          <p:nvPr>
            <p:ph type="pic" sz="quarter" idx="13" hasCustomPrompt="1"/>
          </p:nvPr>
        </p:nvSpPr>
        <p:spPr>
          <a:xfrm>
            <a:off x="0" y="0"/>
            <a:ext cx="12192000" cy="6857999"/>
          </a:xfrm>
          <a:custGeom>
            <a:avLst/>
            <a:gdLst>
              <a:gd name="connsiteX0" fmla="*/ 2041649 w 12192000"/>
              <a:gd name="connsiteY0" fmla="*/ 647043 h 6857999"/>
              <a:gd name="connsiteX1" fmla="*/ 2097141 w 12192000"/>
              <a:gd name="connsiteY1" fmla="*/ 647043 h 6857999"/>
              <a:gd name="connsiteX2" fmla="*/ 2185808 w 12192000"/>
              <a:gd name="connsiteY2" fmla="*/ 735711 h 6857999"/>
              <a:gd name="connsiteX3" fmla="*/ 2185808 w 12192000"/>
              <a:gd name="connsiteY3" fmla="*/ 791202 h 6857999"/>
              <a:gd name="connsiteX4" fmla="*/ 2097141 w 12192000"/>
              <a:gd name="connsiteY4" fmla="*/ 879871 h 6857999"/>
              <a:gd name="connsiteX5" fmla="*/ 2041649 w 12192000"/>
              <a:gd name="connsiteY5" fmla="*/ 879871 h 6857999"/>
              <a:gd name="connsiteX6" fmla="*/ 1685779 w 12192000"/>
              <a:gd name="connsiteY6" fmla="*/ 638600 h 6857999"/>
              <a:gd name="connsiteX7" fmla="*/ 1768415 w 12192000"/>
              <a:gd name="connsiteY7" fmla="*/ 715201 h 6857999"/>
              <a:gd name="connsiteX8" fmla="*/ 1768415 w 12192000"/>
              <a:gd name="connsiteY8" fmla="*/ 811711 h 6857999"/>
              <a:gd name="connsiteX9" fmla="*/ 1685779 w 12192000"/>
              <a:gd name="connsiteY9" fmla="*/ 888315 h 6857999"/>
              <a:gd name="connsiteX10" fmla="*/ 1603145 w 12192000"/>
              <a:gd name="connsiteY10" fmla="*/ 811711 h 6857999"/>
              <a:gd name="connsiteX11" fmla="*/ 1603145 w 12192000"/>
              <a:gd name="connsiteY11" fmla="*/ 715201 h 6857999"/>
              <a:gd name="connsiteX12" fmla="*/ 1685779 w 12192000"/>
              <a:gd name="connsiteY12" fmla="*/ 638600 h 6857999"/>
              <a:gd name="connsiteX13" fmla="*/ 1248481 w 12192000"/>
              <a:gd name="connsiteY13" fmla="*/ 638600 h 6857999"/>
              <a:gd name="connsiteX14" fmla="*/ 1331117 w 12192000"/>
              <a:gd name="connsiteY14" fmla="*/ 715201 h 6857999"/>
              <a:gd name="connsiteX15" fmla="*/ 1331117 w 12192000"/>
              <a:gd name="connsiteY15" fmla="*/ 811711 h 6857999"/>
              <a:gd name="connsiteX16" fmla="*/ 1248481 w 12192000"/>
              <a:gd name="connsiteY16" fmla="*/ 888315 h 6857999"/>
              <a:gd name="connsiteX17" fmla="*/ 1165846 w 12192000"/>
              <a:gd name="connsiteY17" fmla="*/ 811711 h 6857999"/>
              <a:gd name="connsiteX18" fmla="*/ 1165846 w 12192000"/>
              <a:gd name="connsiteY18" fmla="*/ 715201 h 6857999"/>
              <a:gd name="connsiteX19" fmla="*/ 1248481 w 12192000"/>
              <a:gd name="connsiteY19" fmla="*/ 638600 h 6857999"/>
              <a:gd name="connsiteX20" fmla="*/ 1927044 w 12192000"/>
              <a:gd name="connsiteY20" fmla="*/ 552346 h 6857999"/>
              <a:gd name="connsiteX21" fmla="*/ 1927044 w 12192000"/>
              <a:gd name="connsiteY21" fmla="*/ 974570 h 6857999"/>
              <a:gd name="connsiteX22" fmla="*/ 2097141 w 12192000"/>
              <a:gd name="connsiteY22" fmla="*/ 974570 h 6857999"/>
              <a:gd name="connsiteX23" fmla="*/ 2301618 w 12192000"/>
              <a:gd name="connsiteY23" fmla="*/ 789394 h 6857999"/>
              <a:gd name="connsiteX24" fmla="*/ 2301618 w 12192000"/>
              <a:gd name="connsiteY24" fmla="*/ 737520 h 6857999"/>
              <a:gd name="connsiteX25" fmla="*/ 2097141 w 12192000"/>
              <a:gd name="connsiteY25" fmla="*/ 552346 h 6857999"/>
              <a:gd name="connsiteX26" fmla="*/ 2266624 w 12192000"/>
              <a:gd name="connsiteY26" fmla="*/ 552345 h 6857999"/>
              <a:gd name="connsiteX27" fmla="*/ 2420435 w 12192000"/>
              <a:gd name="connsiteY27" fmla="*/ 788790 h 6857999"/>
              <a:gd name="connsiteX28" fmla="*/ 2420435 w 12192000"/>
              <a:gd name="connsiteY28" fmla="*/ 974569 h 6857999"/>
              <a:gd name="connsiteX29" fmla="*/ 2529007 w 12192000"/>
              <a:gd name="connsiteY29" fmla="*/ 974569 h 6857999"/>
              <a:gd name="connsiteX30" fmla="*/ 2529007 w 12192000"/>
              <a:gd name="connsiteY30" fmla="*/ 788790 h 6857999"/>
              <a:gd name="connsiteX31" fmla="*/ 2682817 w 12192000"/>
              <a:gd name="connsiteY31" fmla="*/ 552345 h 6857999"/>
              <a:gd name="connsiteX32" fmla="*/ 2558564 w 12192000"/>
              <a:gd name="connsiteY32" fmla="*/ 552345 h 6857999"/>
              <a:gd name="connsiteX33" fmla="*/ 2477738 w 12192000"/>
              <a:gd name="connsiteY33" fmla="*/ 685042 h 6857999"/>
              <a:gd name="connsiteX34" fmla="*/ 2396307 w 12192000"/>
              <a:gd name="connsiteY34" fmla="*/ 552345 h 6857999"/>
              <a:gd name="connsiteX35" fmla="*/ 2694276 w 12192000"/>
              <a:gd name="connsiteY35" fmla="*/ 552345 h 6857999"/>
              <a:gd name="connsiteX36" fmla="*/ 2694276 w 12192000"/>
              <a:gd name="connsiteY36" fmla="*/ 666947 h 6857999"/>
              <a:gd name="connsiteX37" fmla="*/ 2743134 w 12192000"/>
              <a:gd name="connsiteY37" fmla="*/ 666947 h 6857999"/>
              <a:gd name="connsiteX38" fmla="*/ 2710563 w 12192000"/>
              <a:gd name="connsiteY38" fmla="*/ 756821 h 6857999"/>
              <a:gd name="connsiteX39" fmla="*/ 2735293 w 12192000"/>
              <a:gd name="connsiteY39" fmla="*/ 756821 h 6857999"/>
              <a:gd name="connsiteX40" fmla="*/ 2808881 w 12192000"/>
              <a:gd name="connsiteY40" fmla="*/ 657901 h 6857999"/>
              <a:gd name="connsiteX41" fmla="*/ 2808881 w 12192000"/>
              <a:gd name="connsiteY41" fmla="*/ 552345 h 6857999"/>
              <a:gd name="connsiteX42" fmla="*/ 539750 w 12192000"/>
              <a:gd name="connsiteY42" fmla="*/ 552345 h 6857999"/>
              <a:gd name="connsiteX43" fmla="*/ 539750 w 12192000"/>
              <a:gd name="connsiteY43" fmla="*/ 974568 h 6857999"/>
              <a:gd name="connsiteX44" fmla="*/ 645307 w 12192000"/>
              <a:gd name="connsiteY44" fmla="*/ 974568 h 6857999"/>
              <a:gd name="connsiteX45" fmla="*/ 645307 w 12192000"/>
              <a:gd name="connsiteY45" fmla="*/ 700726 h 6857999"/>
              <a:gd name="connsiteX46" fmla="*/ 660385 w 12192000"/>
              <a:gd name="connsiteY46" fmla="*/ 763457 h 6857999"/>
              <a:gd name="connsiteX47" fmla="*/ 716483 w 12192000"/>
              <a:gd name="connsiteY47" fmla="*/ 974568 h 6857999"/>
              <a:gd name="connsiteX48" fmla="*/ 827466 w 12192000"/>
              <a:gd name="connsiteY48" fmla="*/ 974568 h 6857999"/>
              <a:gd name="connsiteX49" fmla="*/ 883562 w 12192000"/>
              <a:gd name="connsiteY49" fmla="*/ 763457 h 6857999"/>
              <a:gd name="connsiteX50" fmla="*/ 898643 w 12192000"/>
              <a:gd name="connsiteY50" fmla="*/ 700726 h 6857999"/>
              <a:gd name="connsiteX51" fmla="*/ 898643 w 12192000"/>
              <a:gd name="connsiteY51" fmla="*/ 974568 h 6857999"/>
              <a:gd name="connsiteX52" fmla="*/ 1006610 w 12192000"/>
              <a:gd name="connsiteY52" fmla="*/ 974568 h 6857999"/>
              <a:gd name="connsiteX53" fmla="*/ 1006610 w 12192000"/>
              <a:gd name="connsiteY53" fmla="*/ 552345 h 6857999"/>
              <a:gd name="connsiteX54" fmla="*/ 838323 w 12192000"/>
              <a:gd name="connsiteY54" fmla="*/ 552345 h 6857999"/>
              <a:gd name="connsiteX55" fmla="*/ 785847 w 12192000"/>
              <a:gd name="connsiteY55" fmla="*/ 769489 h 6857999"/>
              <a:gd name="connsiteX56" fmla="*/ 773181 w 12192000"/>
              <a:gd name="connsiteY56" fmla="*/ 829806 h 6857999"/>
              <a:gd name="connsiteX57" fmla="*/ 760513 w 12192000"/>
              <a:gd name="connsiteY57" fmla="*/ 769489 h 6857999"/>
              <a:gd name="connsiteX58" fmla="*/ 708037 w 12192000"/>
              <a:gd name="connsiteY58" fmla="*/ 552345 h 6857999"/>
              <a:gd name="connsiteX59" fmla="*/ 1685779 w 12192000"/>
              <a:gd name="connsiteY59" fmla="*/ 545106 h 6857999"/>
              <a:gd name="connsiteX60" fmla="*/ 1487334 w 12192000"/>
              <a:gd name="connsiteY60" fmla="*/ 725456 h 6857999"/>
              <a:gd name="connsiteX61" fmla="*/ 1487334 w 12192000"/>
              <a:gd name="connsiteY61" fmla="*/ 801457 h 6857999"/>
              <a:gd name="connsiteX62" fmla="*/ 1685779 w 12192000"/>
              <a:gd name="connsiteY62" fmla="*/ 981806 h 6857999"/>
              <a:gd name="connsiteX63" fmla="*/ 1884225 w 12192000"/>
              <a:gd name="connsiteY63" fmla="*/ 801457 h 6857999"/>
              <a:gd name="connsiteX64" fmla="*/ 1884225 w 12192000"/>
              <a:gd name="connsiteY64" fmla="*/ 725456 h 6857999"/>
              <a:gd name="connsiteX65" fmla="*/ 1685779 w 12192000"/>
              <a:gd name="connsiteY65" fmla="*/ 545106 h 6857999"/>
              <a:gd name="connsiteX66" fmla="*/ 1248481 w 12192000"/>
              <a:gd name="connsiteY66" fmla="*/ 545106 h 6857999"/>
              <a:gd name="connsiteX67" fmla="*/ 1050036 w 12192000"/>
              <a:gd name="connsiteY67" fmla="*/ 725456 h 6857999"/>
              <a:gd name="connsiteX68" fmla="*/ 1050036 w 12192000"/>
              <a:gd name="connsiteY68" fmla="*/ 801457 h 6857999"/>
              <a:gd name="connsiteX69" fmla="*/ 1248481 w 12192000"/>
              <a:gd name="connsiteY69" fmla="*/ 981806 h 6857999"/>
              <a:gd name="connsiteX70" fmla="*/ 1446927 w 12192000"/>
              <a:gd name="connsiteY70" fmla="*/ 801457 h 6857999"/>
              <a:gd name="connsiteX71" fmla="*/ 1446927 w 12192000"/>
              <a:gd name="connsiteY71" fmla="*/ 725456 h 6857999"/>
              <a:gd name="connsiteX72" fmla="*/ 1248481 w 12192000"/>
              <a:gd name="connsiteY72" fmla="*/ 545106 h 6857999"/>
              <a:gd name="connsiteX73" fmla="*/ 3000079 w 12192000"/>
              <a:gd name="connsiteY73" fmla="*/ 545106 h 6857999"/>
              <a:gd name="connsiteX74" fmla="*/ 2828172 w 12192000"/>
              <a:gd name="connsiteY74" fmla="*/ 682630 h 6857999"/>
              <a:gd name="connsiteX75" fmla="*/ 2942175 w 12192000"/>
              <a:gd name="connsiteY75" fmla="*/ 806281 h 6857999"/>
              <a:gd name="connsiteX76" fmla="*/ 3018174 w 12192000"/>
              <a:gd name="connsiteY76" fmla="*/ 817743 h 6857999"/>
              <a:gd name="connsiteX77" fmla="*/ 3061604 w 12192000"/>
              <a:gd name="connsiteY77" fmla="*/ 852728 h 6857999"/>
              <a:gd name="connsiteX78" fmla="*/ 3000079 w 12192000"/>
              <a:gd name="connsiteY78" fmla="*/ 887712 h 6857999"/>
              <a:gd name="connsiteX79" fmla="*/ 2937348 w 12192000"/>
              <a:gd name="connsiteY79" fmla="*/ 845489 h 6857999"/>
              <a:gd name="connsiteX80" fmla="*/ 2937348 w 12192000"/>
              <a:gd name="connsiteY80" fmla="*/ 829203 h 6857999"/>
              <a:gd name="connsiteX81" fmla="*/ 2825761 w 12192000"/>
              <a:gd name="connsiteY81" fmla="*/ 829203 h 6857999"/>
              <a:gd name="connsiteX82" fmla="*/ 2825761 w 12192000"/>
              <a:gd name="connsiteY82" fmla="*/ 847901 h 6857999"/>
              <a:gd name="connsiteX83" fmla="*/ 3000079 w 12192000"/>
              <a:gd name="connsiteY83" fmla="*/ 981808 h 6857999"/>
              <a:gd name="connsiteX84" fmla="*/ 3172012 w 12192000"/>
              <a:gd name="connsiteY84" fmla="*/ 874148 h 6857999"/>
              <a:gd name="connsiteX85" fmla="*/ 3175000 w 12192000"/>
              <a:gd name="connsiteY85" fmla="*/ 843076 h 6857999"/>
              <a:gd name="connsiteX86" fmla="*/ 3172125 w 12192000"/>
              <a:gd name="connsiteY86" fmla="*/ 811710 h 6857999"/>
              <a:gd name="connsiteX87" fmla="*/ 3057985 w 12192000"/>
              <a:gd name="connsiteY87" fmla="*/ 718220 h 6857999"/>
              <a:gd name="connsiteX88" fmla="*/ 2982586 w 12192000"/>
              <a:gd name="connsiteY88" fmla="*/ 706758 h 6857999"/>
              <a:gd name="connsiteX89" fmla="*/ 2941572 w 12192000"/>
              <a:gd name="connsiteY89" fmla="*/ 672981 h 6857999"/>
              <a:gd name="connsiteX90" fmla="*/ 3000079 w 12192000"/>
              <a:gd name="connsiteY90" fmla="*/ 639203 h 6857999"/>
              <a:gd name="connsiteX91" fmla="*/ 3058587 w 12192000"/>
              <a:gd name="connsiteY91" fmla="*/ 680219 h 6857999"/>
              <a:gd name="connsiteX92" fmla="*/ 3058587 w 12192000"/>
              <a:gd name="connsiteY92" fmla="*/ 694092 h 6857999"/>
              <a:gd name="connsiteX93" fmla="*/ 3170176 w 12192000"/>
              <a:gd name="connsiteY93" fmla="*/ 694092 h 6857999"/>
              <a:gd name="connsiteX94" fmla="*/ 3170176 w 12192000"/>
              <a:gd name="connsiteY94" fmla="*/ 677806 h 6857999"/>
              <a:gd name="connsiteX95" fmla="*/ 3000079 w 12192000"/>
              <a:gd name="connsiteY95" fmla="*/ 545106 h 6857999"/>
              <a:gd name="connsiteX96" fmla="*/ 0 w 12192000"/>
              <a:gd name="connsiteY96" fmla="*/ 0 h 6857999"/>
              <a:gd name="connsiteX97" fmla="*/ 12192000 w 12192000"/>
              <a:gd name="connsiteY97" fmla="*/ 0 h 6857999"/>
              <a:gd name="connsiteX98" fmla="*/ 12192000 w 12192000"/>
              <a:gd name="connsiteY98" fmla="*/ 6857999 h 6857999"/>
              <a:gd name="connsiteX99" fmla="*/ 0 w 12192000"/>
              <a:gd name="connsiteY99"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12192000" h="6857999">
                <a:moveTo>
                  <a:pt x="2041649" y="647043"/>
                </a:moveTo>
                <a:lnTo>
                  <a:pt x="2097141" y="647043"/>
                </a:lnTo>
                <a:cubicBezTo>
                  <a:pt x="2156253" y="647043"/>
                  <a:pt x="2185808" y="676600"/>
                  <a:pt x="2185808" y="735711"/>
                </a:cubicBezTo>
                <a:lnTo>
                  <a:pt x="2185808" y="791202"/>
                </a:lnTo>
                <a:cubicBezTo>
                  <a:pt x="2185808" y="849711"/>
                  <a:pt x="2156253" y="879871"/>
                  <a:pt x="2097141" y="879871"/>
                </a:cubicBezTo>
                <a:lnTo>
                  <a:pt x="2041649" y="879871"/>
                </a:lnTo>
                <a:close/>
                <a:moveTo>
                  <a:pt x="1685779" y="638600"/>
                </a:moveTo>
                <a:cubicBezTo>
                  <a:pt x="1737050" y="638600"/>
                  <a:pt x="1768415" y="667552"/>
                  <a:pt x="1768415" y="715201"/>
                </a:cubicBezTo>
                <a:lnTo>
                  <a:pt x="1768415" y="811711"/>
                </a:lnTo>
                <a:cubicBezTo>
                  <a:pt x="1768415" y="858758"/>
                  <a:pt x="1737048" y="888315"/>
                  <a:pt x="1685779" y="888315"/>
                </a:cubicBezTo>
                <a:cubicBezTo>
                  <a:pt x="1634510" y="888315"/>
                  <a:pt x="1603145" y="858758"/>
                  <a:pt x="1603145" y="811711"/>
                </a:cubicBezTo>
                <a:lnTo>
                  <a:pt x="1603145" y="715201"/>
                </a:lnTo>
                <a:cubicBezTo>
                  <a:pt x="1603145" y="667552"/>
                  <a:pt x="1634510" y="638600"/>
                  <a:pt x="1685779" y="638600"/>
                </a:cubicBezTo>
                <a:close/>
                <a:moveTo>
                  <a:pt x="1248481" y="638600"/>
                </a:moveTo>
                <a:cubicBezTo>
                  <a:pt x="1299752" y="638600"/>
                  <a:pt x="1331117" y="667552"/>
                  <a:pt x="1331117" y="715201"/>
                </a:cubicBezTo>
                <a:lnTo>
                  <a:pt x="1331117" y="811711"/>
                </a:lnTo>
                <a:cubicBezTo>
                  <a:pt x="1331117" y="858758"/>
                  <a:pt x="1299749" y="888315"/>
                  <a:pt x="1248481" y="888315"/>
                </a:cubicBezTo>
                <a:cubicBezTo>
                  <a:pt x="1197212" y="888315"/>
                  <a:pt x="1165846" y="858758"/>
                  <a:pt x="1165846" y="811711"/>
                </a:cubicBezTo>
                <a:lnTo>
                  <a:pt x="1165846" y="715201"/>
                </a:lnTo>
                <a:cubicBezTo>
                  <a:pt x="1165846" y="667552"/>
                  <a:pt x="1197212" y="638600"/>
                  <a:pt x="1248481" y="638600"/>
                </a:cubicBezTo>
                <a:close/>
                <a:moveTo>
                  <a:pt x="1927044" y="552346"/>
                </a:moveTo>
                <a:lnTo>
                  <a:pt x="1927044" y="974570"/>
                </a:lnTo>
                <a:lnTo>
                  <a:pt x="2097141" y="974570"/>
                </a:lnTo>
                <a:cubicBezTo>
                  <a:pt x="2226825" y="974570"/>
                  <a:pt x="2301618" y="906409"/>
                  <a:pt x="2301618" y="789394"/>
                </a:cubicBezTo>
                <a:lnTo>
                  <a:pt x="2301618" y="737520"/>
                </a:lnTo>
                <a:cubicBezTo>
                  <a:pt x="2301618" y="620504"/>
                  <a:pt x="2226825" y="552346"/>
                  <a:pt x="2097141" y="552346"/>
                </a:cubicBezTo>
                <a:close/>
                <a:moveTo>
                  <a:pt x="2266624" y="552345"/>
                </a:moveTo>
                <a:lnTo>
                  <a:pt x="2420435" y="788790"/>
                </a:lnTo>
                <a:lnTo>
                  <a:pt x="2420435" y="974569"/>
                </a:lnTo>
                <a:lnTo>
                  <a:pt x="2529007" y="974569"/>
                </a:lnTo>
                <a:lnTo>
                  <a:pt x="2529007" y="788790"/>
                </a:lnTo>
                <a:lnTo>
                  <a:pt x="2682817" y="552345"/>
                </a:lnTo>
                <a:lnTo>
                  <a:pt x="2558564" y="552345"/>
                </a:lnTo>
                <a:lnTo>
                  <a:pt x="2477738" y="685042"/>
                </a:lnTo>
                <a:lnTo>
                  <a:pt x="2396307" y="552345"/>
                </a:lnTo>
                <a:close/>
                <a:moveTo>
                  <a:pt x="2694276" y="552345"/>
                </a:moveTo>
                <a:lnTo>
                  <a:pt x="2694276" y="666947"/>
                </a:lnTo>
                <a:lnTo>
                  <a:pt x="2743134" y="666947"/>
                </a:lnTo>
                <a:lnTo>
                  <a:pt x="2710563" y="756821"/>
                </a:lnTo>
                <a:lnTo>
                  <a:pt x="2735293" y="756821"/>
                </a:lnTo>
                <a:lnTo>
                  <a:pt x="2808881" y="657901"/>
                </a:lnTo>
                <a:lnTo>
                  <a:pt x="2808881" y="552345"/>
                </a:lnTo>
                <a:close/>
                <a:moveTo>
                  <a:pt x="539750" y="552345"/>
                </a:moveTo>
                <a:lnTo>
                  <a:pt x="539750" y="974568"/>
                </a:lnTo>
                <a:lnTo>
                  <a:pt x="645307" y="974568"/>
                </a:lnTo>
                <a:lnTo>
                  <a:pt x="645307" y="700726"/>
                </a:lnTo>
                <a:lnTo>
                  <a:pt x="660385" y="763457"/>
                </a:lnTo>
                <a:lnTo>
                  <a:pt x="716483" y="974568"/>
                </a:lnTo>
                <a:lnTo>
                  <a:pt x="827466" y="974568"/>
                </a:lnTo>
                <a:lnTo>
                  <a:pt x="883562" y="763457"/>
                </a:lnTo>
                <a:lnTo>
                  <a:pt x="898643" y="700726"/>
                </a:lnTo>
                <a:lnTo>
                  <a:pt x="898643" y="974568"/>
                </a:lnTo>
                <a:lnTo>
                  <a:pt x="1006610" y="974568"/>
                </a:lnTo>
                <a:lnTo>
                  <a:pt x="1006610" y="552345"/>
                </a:lnTo>
                <a:lnTo>
                  <a:pt x="838323" y="552345"/>
                </a:lnTo>
                <a:lnTo>
                  <a:pt x="785847" y="769489"/>
                </a:lnTo>
                <a:lnTo>
                  <a:pt x="773181" y="829806"/>
                </a:lnTo>
                <a:lnTo>
                  <a:pt x="760513" y="769489"/>
                </a:lnTo>
                <a:lnTo>
                  <a:pt x="708037" y="552345"/>
                </a:lnTo>
                <a:close/>
                <a:moveTo>
                  <a:pt x="1685779" y="545106"/>
                </a:moveTo>
                <a:cubicBezTo>
                  <a:pt x="1561525" y="545106"/>
                  <a:pt x="1487334" y="612662"/>
                  <a:pt x="1487334" y="725456"/>
                </a:cubicBezTo>
                <a:lnTo>
                  <a:pt x="1487334" y="801457"/>
                </a:lnTo>
                <a:cubicBezTo>
                  <a:pt x="1487334" y="914854"/>
                  <a:pt x="1560922" y="981806"/>
                  <a:pt x="1685779" y="981806"/>
                </a:cubicBezTo>
                <a:cubicBezTo>
                  <a:pt x="1810035" y="981806"/>
                  <a:pt x="1884225" y="914251"/>
                  <a:pt x="1884225" y="801457"/>
                </a:cubicBezTo>
                <a:lnTo>
                  <a:pt x="1884225" y="725456"/>
                </a:lnTo>
                <a:cubicBezTo>
                  <a:pt x="1884225" y="612059"/>
                  <a:pt x="1810637" y="545106"/>
                  <a:pt x="1685779" y="545106"/>
                </a:cubicBezTo>
                <a:close/>
                <a:moveTo>
                  <a:pt x="1248481" y="545106"/>
                </a:moveTo>
                <a:cubicBezTo>
                  <a:pt x="1124227" y="545106"/>
                  <a:pt x="1050036" y="612662"/>
                  <a:pt x="1050036" y="725456"/>
                </a:cubicBezTo>
                <a:lnTo>
                  <a:pt x="1050036" y="801457"/>
                </a:lnTo>
                <a:cubicBezTo>
                  <a:pt x="1050036" y="914854"/>
                  <a:pt x="1123624" y="981806"/>
                  <a:pt x="1248481" y="981806"/>
                </a:cubicBezTo>
                <a:cubicBezTo>
                  <a:pt x="1372737" y="981806"/>
                  <a:pt x="1446927" y="914251"/>
                  <a:pt x="1446927" y="801457"/>
                </a:cubicBezTo>
                <a:lnTo>
                  <a:pt x="1446927" y="725456"/>
                </a:lnTo>
                <a:cubicBezTo>
                  <a:pt x="1446927" y="612059"/>
                  <a:pt x="1373339" y="545106"/>
                  <a:pt x="1248481" y="545106"/>
                </a:cubicBezTo>
                <a:close/>
                <a:moveTo>
                  <a:pt x="3000079" y="545106"/>
                </a:moveTo>
                <a:cubicBezTo>
                  <a:pt x="2891506" y="545106"/>
                  <a:pt x="2828172" y="595774"/>
                  <a:pt x="2828172" y="682630"/>
                </a:cubicBezTo>
                <a:cubicBezTo>
                  <a:pt x="2828172" y="773710"/>
                  <a:pt x="2892714" y="799045"/>
                  <a:pt x="2942175" y="806281"/>
                </a:cubicBezTo>
                <a:lnTo>
                  <a:pt x="3018174" y="817743"/>
                </a:lnTo>
                <a:cubicBezTo>
                  <a:pt x="3044112" y="821362"/>
                  <a:pt x="3061604" y="826790"/>
                  <a:pt x="3061604" y="852728"/>
                </a:cubicBezTo>
                <a:cubicBezTo>
                  <a:pt x="3061604" y="875647"/>
                  <a:pt x="3040492" y="887712"/>
                  <a:pt x="3000079" y="887712"/>
                </a:cubicBezTo>
                <a:cubicBezTo>
                  <a:pt x="2956048" y="887712"/>
                  <a:pt x="2937348" y="875044"/>
                  <a:pt x="2937348" y="845489"/>
                </a:cubicBezTo>
                <a:lnTo>
                  <a:pt x="2937348" y="829203"/>
                </a:lnTo>
                <a:lnTo>
                  <a:pt x="2825761" y="829203"/>
                </a:lnTo>
                <a:lnTo>
                  <a:pt x="2825761" y="847901"/>
                </a:lnTo>
                <a:cubicBezTo>
                  <a:pt x="2825761" y="931743"/>
                  <a:pt x="2890301" y="981808"/>
                  <a:pt x="3000079" y="981808"/>
                </a:cubicBezTo>
                <a:cubicBezTo>
                  <a:pt x="3096664" y="981808"/>
                  <a:pt x="3158149" y="942554"/>
                  <a:pt x="3172012" y="874148"/>
                </a:cubicBezTo>
                <a:lnTo>
                  <a:pt x="3175000" y="843076"/>
                </a:lnTo>
                <a:lnTo>
                  <a:pt x="3172125" y="811710"/>
                </a:lnTo>
                <a:cubicBezTo>
                  <a:pt x="3159054" y="745334"/>
                  <a:pt x="3103902" y="725081"/>
                  <a:pt x="3057985" y="718220"/>
                </a:cubicBezTo>
                <a:lnTo>
                  <a:pt x="2982586" y="706758"/>
                </a:lnTo>
                <a:cubicBezTo>
                  <a:pt x="2958461" y="703139"/>
                  <a:pt x="2941572" y="697711"/>
                  <a:pt x="2941572" y="672981"/>
                </a:cubicBezTo>
                <a:cubicBezTo>
                  <a:pt x="2941572" y="650662"/>
                  <a:pt x="2961475" y="639203"/>
                  <a:pt x="3000079" y="639203"/>
                </a:cubicBezTo>
                <a:cubicBezTo>
                  <a:pt x="3041095" y="639203"/>
                  <a:pt x="3058587" y="651265"/>
                  <a:pt x="3058587" y="680219"/>
                </a:cubicBezTo>
                <a:lnTo>
                  <a:pt x="3058587" y="694092"/>
                </a:lnTo>
                <a:lnTo>
                  <a:pt x="3170176" y="694092"/>
                </a:lnTo>
                <a:lnTo>
                  <a:pt x="3170176" y="677806"/>
                </a:lnTo>
                <a:cubicBezTo>
                  <a:pt x="3170176" y="594567"/>
                  <a:pt x="3106842" y="545106"/>
                  <a:pt x="3000079" y="545106"/>
                </a:cubicBezTo>
                <a:close/>
                <a:moveTo>
                  <a:pt x="0" y="0"/>
                </a:moveTo>
                <a:lnTo>
                  <a:pt x="12192000" y="0"/>
                </a:lnTo>
                <a:lnTo>
                  <a:pt x="12192000" y="6857999"/>
                </a:lnTo>
                <a:lnTo>
                  <a:pt x="0" y="6857999"/>
                </a:lnTo>
                <a:close/>
              </a:path>
            </a:pathLst>
          </a:custGeom>
          <a:solidFill>
            <a:srgbClr val="F0F0F1"/>
          </a:solidFill>
        </p:spPr>
        <p:txBody>
          <a:bodyPr wrap="square" rIns="548640" anchor="ctr">
            <a:noAutofit/>
          </a:bodyPr>
          <a:lstStyle>
            <a:lvl1pPr algn="r">
              <a:defRPr>
                <a:solidFill>
                  <a:schemeClr val="bg1"/>
                </a:solidFill>
              </a:defRPr>
            </a:lvl1pPr>
          </a:lstStyle>
          <a:p>
            <a:r>
              <a:rPr lang="en-US"/>
              <a:t>Click to add picture</a:t>
            </a:r>
          </a:p>
        </p:txBody>
      </p:sp>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bg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bg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6DC47A95-CCFB-A6E7-23DB-287FFF642D6A}"/>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bg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8/22/2025</a:t>
            </a:fld>
            <a:endParaRPr lang="en-US"/>
          </a:p>
        </p:txBody>
      </p:sp>
      <p:sp>
        <p:nvSpPr>
          <p:cNvPr id="6" name="Text Placeholder 8">
            <a:extLst>
              <a:ext uri="{FF2B5EF4-FFF2-40B4-BE49-F238E27FC236}">
                <a16:creationId xmlns:a16="http://schemas.microsoft.com/office/drawing/2014/main" id="{A16C230C-5691-F970-ED78-91F42403D1D0}"/>
              </a:ext>
            </a:extLst>
          </p:cNvPr>
          <p:cNvSpPr>
            <a:spLocks noGrp="1"/>
          </p:cNvSpPr>
          <p:nvPr>
            <p:ph type="body" sz="quarter" idx="14"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bg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11" name="Text Placeholder 12">
            <a:extLst>
              <a:ext uri="{FF2B5EF4-FFF2-40B4-BE49-F238E27FC236}">
                <a16:creationId xmlns:a16="http://schemas.microsoft.com/office/drawing/2014/main" id="{3C21ED02-4A33-6EFD-6724-30A8642C13A3}"/>
              </a:ext>
            </a:extLst>
          </p:cNvPr>
          <p:cNvSpPr>
            <a:spLocks noGrp="1"/>
          </p:cNvSpPr>
          <p:nvPr>
            <p:ph type="body" sz="quarter" idx="99" hasCustomPrompt="1"/>
          </p:nvPr>
        </p:nvSpPr>
        <p:spPr>
          <a:xfrm>
            <a:off x="539750" y="6311900"/>
            <a:ext cx="2619375" cy="269875"/>
          </a:xfrm>
        </p:spPr>
        <p:txBody>
          <a:bodyPr anchor="b">
            <a:noAutofit/>
          </a:bodyPr>
          <a:lstStyle>
            <a:lvl1pPr>
              <a:defRPr sz="1000" b="0">
                <a:solidFill>
                  <a:schemeClr val="bg1"/>
                </a:solidFill>
              </a:defRPr>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DDFCCCE6-1080-7167-2C83-D3BE43A6E107}"/>
              </a:ext>
            </a:extLst>
          </p:cNvPr>
          <p:cNvSpPr>
            <a:spLocks noGrp="1"/>
          </p:cNvSpPr>
          <p:nvPr>
            <p:ph type="body" sz="quarter" idx="100" hasCustomPrompt="1"/>
          </p:nvPr>
        </p:nvSpPr>
        <p:spPr>
          <a:xfrm>
            <a:off x="546099" y="3014450"/>
            <a:ext cx="2615184" cy="281478"/>
          </a:xfrm>
        </p:spPr>
        <p:txBody>
          <a:bodyPr>
            <a:noAutofit/>
          </a:bodyPr>
          <a:lstStyle>
            <a:lvl1pPr>
              <a:defRPr sz="1000">
                <a:solidFill>
                  <a:schemeClr val="bg1"/>
                </a:solidFill>
              </a:defRPr>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4E920023-5558-3759-D0F7-D4E02260898A}"/>
              </a:ext>
            </a:extLst>
          </p:cNvPr>
          <p:cNvSpPr>
            <a:spLocks noGrp="1"/>
          </p:cNvSpPr>
          <p:nvPr>
            <p:ph type="body" sz="quarter" idx="101" hasCustomPrompt="1"/>
          </p:nvPr>
        </p:nvSpPr>
        <p:spPr>
          <a:xfrm>
            <a:off x="3386138" y="3009900"/>
            <a:ext cx="2615184" cy="286028"/>
          </a:xfrm>
        </p:spPr>
        <p:txBody>
          <a:bodyPr>
            <a:noAutofit/>
          </a:bodyPr>
          <a:lstStyle>
            <a:lvl1pPr>
              <a:defRPr sz="1000">
                <a:solidFill>
                  <a:schemeClr val="bg1"/>
                </a:solidFill>
              </a:defRPr>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4" name="Text Placeholder 19">
            <a:extLst>
              <a:ext uri="{FF2B5EF4-FFF2-40B4-BE49-F238E27FC236}">
                <a16:creationId xmlns:a16="http://schemas.microsoft.com/office/drawing/2014/main" id="{6463DDA5-4241-B62D-0CE3-D5CF7DDC78DE}"/>
              </a:ext>
            </a:extLst>
          </p:cNvPr>
          <p:cNvSpPr>
            <a:spLocks noGrp="1"/>
          </p:cNvSpPr>
          <p:nvPr>
            <p:ph type="body" sz="quarter" idx="102" hasCustomPrompt="1"/>
          </p:nvPr>
        </p:nvSpPr>
        <p:spPr>
          <a:xfrm>
            <a:off x="6194425" y="3009900"/>
            <a:ext cx="2615184" cy="286028"/>
          </a:xfrm>
        </p:spPr>
        <p:txBody>
          <a:bodyPr>
            <a:normAutofit/>
          </a:bodyPr>
          <a:lstStyle>
            <a:lvl1pPr>
              <a:defRPr sz="1000">
                <a:solidFill>
                  <a:schemeClr val="bg1"/>
                </a:solidFill>
              </a:defRPr>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977117379"/>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ver 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9" name="Picture Placeholder 8">
            <a:extLst>
              <a:ext uri="{FF2B5EF4-FFF2-40B4-BE49-F238E27FC236}">
                <a16:creationId xmlns:a16="http://schemas.microsoft.com/office/drawing/2014/main" id="{7AC15287-0630-B8DA-C579-8B9B7FB3569E}"/>
              </a:ext>
            </a:extLst>
          </p:cNvPr>
          <p:cNvSpPr>
            <a:spLocks noGrp="1"/>
          </p:cNvSpPr>
          <p:nvPr>
            <p:ph type="pic" sz="quarter" idx="13" hasCustomPrompt="1"/>
          </p:nvPr>
        </p:nvSpPr>
        <p:spPr bwMode="auto">
          <a:xfrm>
            <a:off x="6096000" y="0"/>
            <a:ext cx="2029968" cy="5868988"/>
          </a:xfrm>
          <a:solidFill>
            <a:srgbClr val="A6A9AA"/>
          </a:solidFill>
        </p:spPr>
        <p:txBody>
          <a:bodyPr tIns="731520" anchor="ctr"/>
          <a:lstStyle>
            <a:lvl1pPr algn="ctr">
              <a:defRPr b="0">
                <a:solidFill>
                  <a:schemeClr val="bg1"/>
                </a:solidFill>
                <a:latin typeface="+mn-lt"/>
              </a:defRPr>
            </a:lvl1pPr>
          </a:lstStyle>
          <a:p>
            <a:r>
              <a:rPr lang="en-US"/>
              <a:t>Dynamic slice crop 1</a:t>
            </a:r>
          </a:p>
        </p:txBody>
      </p:sp>
      <p:sp>
        <p:nvSpPr>
          <p:cNvPr id="13" name="Picture Placeholder 8">
            <a:extLst>
              <a:ext uri="{FF2B5EF4-FFF2-40B4-BE49-F238E27FC236}">
                <a16:creationId xmlns:a16="http://schemas.microsoft.com/office/drawing/2014/main" id="{88B0AA94-1619-F4BF-E5D2-311BE603DDAC}"/>
              </a:ext>
            </a:extLst>
          </p:cNvPr>
          <p:cNvSpPr>
            <a:spLocks noGrp="1"/>
          </p:cNvSpPr>
          <p:nvPr>
            <p:ph type="pic" sz="quarter" idx="14" hasCustomPrompt="1"/>
          </p:nvPr>
        </p:nvSpPr>
        <p:spPr bwMode="auto">
          <a:xfrm>
            <a:off x="8125968" y="1422400"/>
            <a:ext cx="2029968" cy="5434765"/>
          </a:xfrm>
          <a:solidFill>
            <a:srgbClr val="A6A9AA"/>
          </a:solidFill>
        </p:spPr>
        <p:txBody>
          <a:bodyPr tIns="731520" anchor="ctr"/>
          <a:lstStyle>
            <a:lvl1pPr algn="ctr">
              <a:defRPr b="0">
                <a:solidFill>
                  <a:schemeClr val="bg1"/>
                </a:solidFill>
                <a:latin typeface="+mn-lt"/>
              </a:defRPr>
            </a:lvl1pPr>
          </a:lstStyle>
          <a:p>
            <a:r>
              <a:rPr lang="en-US"/>
              <a:t>Dynamic slice crop 2</a:t>
            </a:r>
          </a:p>
        </p:txBody>
      </p:sp>
      <p:sp>
        <p:nvSpPr>
          <p:cNvPr id="15" name="Picture Placeholder 8">
            <a:extLst>
              <a:ext uri="{FF2B5EF4-FFF2-40B4-BE49-F238E27FC236}">
                <a16:creationId xmlns:a16="http://schemas.microsoft.com/office/drawing/2014/main" id="{D814C211-DBD2-6DA0-0A9F-8BF774A63EE4}"/>
              </a:ext>
            </a:extLst>
          </p:cNvPr>
          <p:cNvSpPr>
            <a:spLocks noGrp="1"/>
          </p:cNvSpPr>
          <p:nvPr>
            <p:ph type="pic" sz="quarter" idx="15" hasCustomPrompt="1"/>
          </p:nvPr>
        </p:nvSpPr>
        <p:spPr bwMode="auto">
          <a:xfrm>
            <a:off x="10155936" y="1"/>
            <a:ext cx="2036063" cy="4419599"/>
          </a:xfrm>
          <a:solidFill>
            <a:srgbClr val="A6A9AA"/>
          </a:solidFill>
        </p:spPr>
        <p:txBody>
          <a:bodyPr tIns="731520" anchor="ctr"/>
          <a:lstStyle>
            <a:lvl1pPr algn="ctr">
              <a:defRPr b="0">
                <a:solidFill>
                  <a:schemeClr val="bg1"/>
                </a:solidFill>
                <a:latin typeface="+mn-lt"/>
              </a:defRPr>
            </a:lvl1pPr>
          </a:lstStyle>
          <a:p>
            <a:r>
              <a:rPr lang="en-US"/>
              <a:t>Dynamic slice crop 3</a:t>
            </a:r>
          </a:p>
        </p:txBody>
      </p:sp>
      <p:sp>
        <p:nvSpPr>
          <p:cNvPr id="4" name="Text Placeholder 11">
            <a:extLst>
              <a:ext uri="{FF2B5EF4-FFF2-40B4-BE49-F238E27FC236}">
                <a16:creationId xmlns:a16="http://schemas.microsoft.com/office/drawing/2014/main" id="{662F28CC-4FDC-6231-81B1-808636A2AFE1}"/>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4E4E5E40-9936-2B1A-A957-B3832110D191}"/>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8/22/2025</a:t>
            </a:fld>
            <a:endParaRPr lang="en-US"/>
          </a:p>
        </p:txBody>
      </p:sp>
      <p:sp>
        <p:nvSpPr>
          <p:cNvPr id="11" name="Text Placeholder 12">
            <a:extLst>
              <a:ext uri="{FF2B5EF4-FFF2-40B4-BE49-F238E27FC236}">
                <a16:creationId xmlns:a16="http://schemas.microsoft.com/office/drawing/2014/main" id="{2831160B-5FF4-1736-F0D0-4A4677891D9D}"/>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CF96A1AB-78C0-6521-B97B-BDB3F01285A2}"/>
              </a:ext>
            </a:extLst>
          </p:cNvPr>
          <p:cNvSpPr>
            <a:spLocks noGrp="1"/>
          </p:cNvSpPr>
          <p:nvPr>
            <p:ph type="body" sz="quarter" idx="100" hasCustomPrompt="1"/>
          </p:nvPr>
        </p:nvSpPr>
        <p:spPr>
          <a:xfrm>
            <a:off x="559816" y="1717185"/>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4" name="Text Placeholder 17">
            <a:extLst>
              <a:ext uri="{FF2B5EF4-FFF2-40B4-BE49-F238E27FC236}">
                <a16:creationId xmlns:a16="http://schemas.microsoft.com/office/drawing/2014/main" id="{E8D27B1D-88E9-5CC5-DDCC-40CEA313B46B}"/>
              </a:ext>
            </a:extLst>
          </p:cNvPr>
          <p:cNvSpPr>
            <a:spLocks noGrp="1"/>
          </p:cNvSpPr>
          <p:nvPr>
            <p:ph type="body" sz="quarter" idx="101" hasCustomPrompt="1"/>
          </p:nvPr>
        </p:nvSpPr>
        <p:spPr>
          <a:xfrm>
            <a:off x="559816" y="2284135"/>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6" name="Text Placeholder 19">
            <a:extLst>
              <a:ext uri="{FF2B5EF4-FFF2-40B4-BE49-F238E27FC236}">
                <a16:creationId xmlns:a16="http://schemas.microsoft.com/office/drawing/2014/main" id="{B7AFFEB9-D67F-9298-FCF9-0054A5CB24FB}"/>
              </a:ext>
            </a:extLst>
          </p:cNvPr>
          <p:cNvSpPr>
            <a:spLocks noGrp="1"/>
          </p:cNvSpPr>
          <p:nvPr>
            <p:ph type="body" sz="quarter" idx="102" hasCustomPrompt="1"/>
          </p:nvPr>
        </p:nvSpPr>
        <p:spPr>
          <a:xfrm>
            <a:off x="559816" y="2857474"/>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159524768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ver 7">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262413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8" name="Picture Placeholder 9">
            <a:extLst>
              <a:ext uri="{FF2B5EF4-FFF2-40B4-BE49-F238E27FC236}">
                <a16:creationId xmlns:a16="http://schemas.microsoft.com/office/drawing/2014/main" id="{4DFF5D06-761A-8209-6035-68AC3551CA5A}"/>
              </a:ext>
            </a:extLst>
          </p:cNvPr>
          <p:cNvSpPr>
            <a:spLocks noGrp="1"/>
          </p:cNvSpPr>
          <p:nvPr>
            <p:ph type="pic" sz="quarter" idx="13" hasCustomPrompt="1"/>
          </p:nvPr>
        </p:nvSpPr>
        <p:spPr>
          <a:xfrm>
            <a:off x="6096000" y="2425700"/>
            <a:ext cx="2029968" cy="4432300"/>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9" name="Picture Placeholder 9">
            <a:extLst>
              <a:ext uri="{FF2B5EF4-FFF2-40B4-BE49-F238E27FC236}">
                <a16:creationId xmlns:a16="http://schemas.microsoft.com/office/drawing/2014/main" id="{A06D238C-D66D-D54D-25CD-678D0ECC7E53}"/>
              </a:ext>
            </a:extLst>
          </p:cNvPr>
          <p:cNvSpPr>
            <a:spLocks noGrp="1"/>
          </p:cNvSpPr>
          <p:nvPr>
            <p:ph type="pic" sz="quarter" idx="14" hasCustomPrompt="1"/>
          </p:nvPr>
        </p:nvSpPr>
        <p:spPr>
          <a:xfrm>
            <a:off x="8125968" y="0"/>
            <a:ext cx="4066032" cy="4567237"/>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3" name="Date Placeholder 3">
            <a:extLst>
              <a:ext uri="{FF2B5EF4-FFF2-40B4-BE49-F238E27FC236}">
                <a16:creationId xmlns:a16="http://schemas.microsoft.com/office/drawing/2014/main" id="{0C3AF8AB-703B-6EF3-1025-97479D9CF493}"/>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8/22/2025</a:t>
            </a:fld>
            <a:endParaRPr lang="en-US"/>
          </a:p>
        </p:txBody>
      </p:sp>
      <p:sp>
        <p:nvSpPr>
          <p:cNvPr id="12" name="Text Placeholder 12">
            <a:extLst>
              <a:ext uri="{FF2B5EF4-FFF2-40B4-BE49-F238E27FC236}">
                <a16:creationId xmlns:a16="http://schemas.microsoft.com/office/drawing/2014/main" id="{EDF60DF2-B8E2-23E1-0952-91B36AE41896}"/>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3" name="Text Placeholder 15">
            <a:extLst>
              <a:ext uri="{FF2B5EF4-FFF2-40B4-BE49-F238E27FC236}">
                <a16:creationId xmlns:a16="http://schemas.microsoft.com/office/drawing/2014/main" id="{83A399C3-4B34-EF9D-F98F-879132EB60BE}"/>
              </a:ext>
            </a:extLst>
          </p:cNvPr>
          <p:cNvSpPr>
            <a:spLocks noGrp="1"/>
          </p:cNvSpPr>
          <p:nvPr>
            <p:ph type="body" sz="quarter" idx="100" hasCustomPrompt="1"/>
          </p:nvPr>
        </p:nvSpPr>
        <p:spPr>
          <a:xfrm>
            <a:off x="559816" y="1717185"/>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4" name="Text Placeholder 17">
            <a:extLst>
              <a:ext uri="{FF2B5EF4-FFF2-40B4-BE49-F238E27FC236}">
                <a16:creationId xmlns:a16="http://schemas.microsoft.com/office/drawing/2014/main" id="{04311926-1FA1-54E9-A566-1E93D701E606}"/>
              </a:ext>
            </a:extLst>
          </p:cNvPr>
          <p:cNvSpPr>
            <a:spLocks noGrp="1"/>
          </p:cNvSpPr>
          <p:nvPr>
            <p:ph type="body" sz="quarter" idx="101" hasCustomPrompt="1"/>
          </p:nvPr>
        </p:nvSpPr>
        <p:spPr>
          <a:xfrm>
            <a:off x="559816" y="2284135"/>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5" name="Text Placeholder 19">
            <a:extLst>
              <a:ext uri="{FF2B5EF4-FFF2-40B4-BE49-F238E27FC236}">
                <a16:creationId xmlns:a16="http://schemas.microsoft.com/office/drawing/2014/main" id="{C7A7ABC1-D1E0-552E-EE6B-7B417C789504}"/>
              </a:ext>
            </a:extLst>
          </p:cNvPr>
          <p:cNvSpPr>
            <a:spLocks noGrp="1"/>
          </p:cNvSpPr>
          <p:nvPr>
            <p:ph type="body" sz="quarter" idx="102" hasCustomPrompt="1"/>
          </p:nvPr>
        </p:nvSpPr>
        <p:spPr>
          <a:xfrm>
            <a:off x="559816" y="2857474"/>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3293637241"/>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5127C53-C848-5C29-009F-006AB168562E}"/>
              </a:ext>
            </a:extLst>
          </p:cNvPr>
          <p:cNvSpPr/>
          <p:nvPr/>
        </p:nvSpPr>
        <p:spPr bwMode="hidden">
          <a:xfrm>
            <a:off x="0" y="0"/>
            <a:ext cx="60960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blue and black background&#10;&#10;Description automatically generated">
            <a:extLst>
              <a:ext uri="{FF2B5EF4-FFF2-40B4-BE49-F238E27FC236}">
                <a16:creationId xmlns:a16="http://schemas.microsoft.com/office/drawing/2014/main" id="{CFF49F27-390A-B9BC-E6E4-8A08407B6C3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hidden">
          <a:xfrm>
            <a:off x="0" y="0"/>
            <a:ext cx="6095999" cy="684530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a:xfrm>
            <a:off x="6210302" y="6311900"/>
            <a:ext cx="4008435" cy="269875"/>
          </a:xfrm>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6" name="Freeform 5">
            <a:extLst>
              <a:ext uri="{FF2B5EF4-FFF2-40B4-BE49-F238E27FC236}">
                <a16:creationId xmlns:a16="http://schemas.microsoft.com/office/drawing/2014/main" id="{5BCC6303-B8A8-E0F3-1B26-45B29EE4DC62}"/>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4" name="Table Placeholder 13">
            <a:extLst>
              <a:ext uri="{FF2B5EF4-FFF2-40B4-BE49-F238E27FC236}">
                <a16:creationId xmlns:a16="http://schemas.microsoft.com/office/drawing/2014/main" id="{5002590A-F907-AAD8-7A39-3B1BC429EBA8}"/>
              </a:ext>
            </a:extLst>
          </p:cNvPr>
          <p:cNvSpPr>
            <a:spLocks noGrp="1"/>
          </p:cNvSpPr>
          <p:nvPr>
            <p:ph type="tbl" sz="quarter" idx="13"/>
          </p:nvPr>
        </p:nvSpPr>
        <p:spPr>
          <a:xfrm>
            <a:off x="6194426" y="552450"/>
            <a:ext cx="5443536" cy="5467349"/>
          </a:xfrm>
        </p:spPr>
        <p:txBody>
          <a:bodyPr/>
          <a:lstStyle/>
          <a:p>
            <a:r>
              <a:rPr lang="en-US"/>
              <a:t>Click icon to add table</a:t>
            </a:r>
          </a:p>
        </p:txBody>
      </p:sp>
      <p:sp>
        <p:nvSpPr>
          <p:cNvPr id="8" name="Title 7">
            <a:extLst>
              <a:ext uri="{FF2B5EF4-FFF2-40B4-BE49-F238E27FC236}">
                <a16:creationId xmlns:a16="http://schemas.microsoft.com/office/drawing/2014/main" id="{F732482F-65F2-3E7E-D15F-93B580EFB897}"/>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Tree>
    <p:extLst>
      <p:ext uri="{BB962C8B-B14F-4D97-AF65-F5344CB8AC3E}">
        <p14:creationId xmlns:p14="http://schemas.microsoft.com/office/powerpoint/2010/main" val="166304343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33748-ED34-E7AE-787B-D4DA9BB7C4F8}"/>
              </a:ext>
            </a:extLst>
          </p:cNvPr>
          <p:cNvSpPr/>
          <p:nvPr/>
        </p:nvSpPr>
        <p:spPr bwMode="hidden">
          <a:xfrm>
            <a:off x="0" y="0"/>
            <a:ext cx="40513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blue lines on a black background&#10;&#10;Description automatically generated">
            <a:extLst>
              <a:ext uri="{FF2B5EF4-FFF2-40B4-BE49-F238E27FC236}">
                <a16:creationId xmlns:a16="http://schemas.microsoft.com/office/drawing/2014/main" id="{A1C86A7D-867C-38DB-B865-B67E5D7B6F9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hidden">
          <a:xfrm>
            <a:off x="0" y="0"/>
            <a:ext cx="4051300" cy="6861175"/>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2" name="Table Placeholder 13">
            <a:extLst>
              <a:ext uri="{FF2B5EF4-FFF2-40B4-BE49-F238E27FC236}">
                <a16:creationId xmlns:a16="http://schemas.microsoft.com/office/drawing/2014/main" id="{A0797360-089A-16D7-DE4B-F780195CD85D}"/>
              </a:ext>
            </a:extLst>
          </p:cNvPr>
          <p:cNvSpPr>
            <a:spLocks noGrp="1"/>
          </p:cNvSpPr>
          <p:nvPr>
            <p:ph type="tbl" sz="quarter" idx="13"/>
          </p:nvPr>
        </p:nvSpPr>
        <p:spPr>
          <a:xfrm>
            <a:off x="4781550" y="552450"/>
            <a:ext cx="6856412" cy="5467349"/>
          </a:xfrm>
        </p:spPr>
        <p:txBody>
          <a:bodyPr/>
          <a:lstStyle/>
          <a:p>
            <a:r>
              <a:rPr lang="en-US"/>
              <a:t>Click icon to add table</a:t>
            </a:r>
          </a:p>
        </p:txBody>
      </p:sp>
      <p:sp>
        <p:nvSpPr>
          <p:cNvPr id="7" name="Title 7">
            <a:extLst>
              <a:ext uri="{FF2B5EF4-FFF2-40B4-BE49-F238E27FC236}">
                <a16:creationId xmlns:a16="http://schemas.microsoft.com/office/drawing/2014/main" id="{E8842A9F-5DAC-1A89-ECDC-18AF7833EC93}"/>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
        <p:nvSpPr>
          <p:cNvPr id="6" name="Freeform 5">
            <a:extLst>
              <a:ext uri="{FF2B5EF4-FFF2-40B4-BE49-F238E27FC236}">
                <a16:creationId xmlns:a16="http://schemas.microsoft.com/office/drawing/2014/main" id="{FBCFFD49-0E38-27F1-9148-4BA3956AB0BA}"/>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53770827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33748-ED34-E7AE-787B-D4DA9BB7C4F8}"/>
              </a:ext>
            </a:extLst>
          </p:cNvPr>
          <p:cNvSpPr/>
          <p:nvPr/>
        </p:nvSpPr>
        <p:spPr bwMode="hidden">
          <a:xfrm>
            <a:off x="0" y="0"/>
            <a:ext cx="40513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blue lines on a black background&#10;&#10;Description automatically generated">
            <a:extLst>
              <a:ext uri="{FF2B5EF4-FFF2-40B4-BE49-F238E27FC236}">
                <a16:creationId xmlns:a16="http://schemas.microsoft.com/office/drawing/2014/main" id="{A1C86A7D-867C-38DB-B865-B67E5D7B6F9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hidden">
          <a:xfrm>
            <a:off x="0" y="0"/>
            <a:ext cx="4051300" cy="685165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8" name="Title 7">
            <a:extLst>
              <a:ext uri="{FF2B5EF4-FFF2-40B4-BE49-F238E27FC236}">
                <a16:creationId xmlns:a16="http://schemas.microsoft.com/office/drawing/2014/main" id="{206CF7A0-1025-798C-4F78-6E1CEC419EB2}"/>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
        <p:nvSpPr>
          <p:cNvPr id="11" name="Content Placeholder 14">
            <a:extLst>
              <a:ext uri="{FF2B5EF4-FFF2-40B4-BE49-F238E27FC236}">
                <a16:creationId xmlns:a16="http://schemas.microsoft.com/office/drawing/2014/main" id="{79C31469-D237-4EA8-F1C3-B47BCC277981}"/>
              </a:ext>
            </a:extLst>
          </p:cNvPr>
          <p:cNvSpPr>
            <a:spLocks noGrp="1"/>
          </p:cNvSpPr>
          <p:nvPr>
            <p:ph sz="quarter" idx="18"/>
          </p:nvPr>
        </p:nvSpPr>
        <p:spPr>
          <a:xfrm>
            <a:off x="4781551" y="1125147"/>
            <a:ext cx="3434663"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4">
            <a:extLst>
              <a:ext uri="{FF2B5EF4-FFF2-40B4-BE49-F238E27FC236}">
                <a16:creationId xmlns:a16="http://schemas.microsoft.com/office/drawing/2014/main" id="{E38CD9FA-DA45-C534-5220-93740ACA0EFE}"/>
              </a:ext>
            </a:extLst>
          </p:cNvPr>
          <p:cNvSpPr>
            <a:spLocks noGrp="1"/>
          </p:cNvSpPr>
          <p:nvPr>
            <p:ph sz="quarter" idx="19"/>
          </p:nvPr>
        </p:nvSpPr>
        <p:spPr>
          <a:xfrm>
            <a:off x="8423565" y="1125147"/>
            <a:ext cx="3214397"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reeform 5">
            <a:extLst>
              <a:ext uri="{FF2B5EF4-FFF2-40B4-BE49-F238E27FC236}">
                <a16:creationId xmlns:a16="http://schemas.microsoft.com/office/drawing/2014/main" id="{AFD5427C-4E5B-6000-5CD3-86A62148516C}"/>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26293124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p:nvSpPr>
        <p:spPr bwMode="hidden">
          <a:xfrm>
            <a:off x="0" y="-1"/>
            <a:ext cx="2023265"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blue lines on a black background&#10;&#10;Description automatically generated">
            <a:extLst>
              <a:ext uri="{FF2B5EF4-FFF2-40B4-BE49-F238E27FC236}">
                <a16:creationId xmlns:a16="http://schemas.microsoft.com/office/drawing/2014/main" id="{43506656-89E5-4D3B-4C51-0386CED5F1BF}"/>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bwMode="hidden">
          <a:xfrm>
            <a:off x="0" y="-3175"/>
            <a:ext cx="2023265" cy="6861175"/>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8" name="Title 7">
            <a:extLst>
              <a:ext uri="{FF2B5EF4-FFF2-40B4-BE49-F238E27FC236}">
                <a16:creationId xmlns:a16="http://schemas.microsoft.com/office/drawing/2014/main" id="{FA4C2D89-5A83-CD6F-2299-7919A799DEE8}"/>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
        <p:nvSpPr>
          <p:cNvPr id="14" name="Content Placeholder 14">
            <a:extLst>
              <a:ext uri="{FF2B5EF4-FFF2-40B4-BE49-F238E27FC236}">
                <a16:creationId xmlns:a16="http://schemas.microsoft.com/office/drawing/2014/main" id="{7F7D1AB4-84B1-ADE1-C7F9-49B0C5FF2260}"/>
              </a:ext>
            </a:extLst>
          </p:cNvPr>
          <p:cNvSpPr>
            <a:spLocks noGrp="1"/>
          </p:cNvSpPr>
          <p:nvPr>
            <p:ph sz="quarter" idx="18"/>
          </p:nvPr>
        </p:nvSpPr>
        <p:spPr>
          <a:xfrm>
            <a:off x="3367089" y="1125147"/>
            <a:ext cx="2614612"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4">
            <a:extLst>
              <a:ext uri="{FF2B5EF4-FFF2-40B4-BE49-F238E27FC236}">
                <a16:creationId xmlns:a16="http://schemas.microsoft.com/office/drawing/2014/main" id="{6D78DEDE-E51D-2DA8-81C0-6DE1149263B8}"/>
              </a:ext>
            </a:extLst>
          </p:cNvPr>
          <p:cNvSpPr>
            <a:spLocks noGrp="1"/>
          </p:cNvSpPr>
          <p:nvPr>
            <p:ph sz="quarter" idx="19"/>
          </p:nvPr>
        </p:nvSpPr>
        <p:spPr>
          <a:xfrm>
            <a:off x="6199189" y="1125147"/>
            <a:ext cx="2614612"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4">
            <a:extLst>
              <a:ext uri="{FF2B5EF4-FFF2-40B4-BE49-F238E27FC236}">
                <a16:creationId xmlns:a16="http://schemas.microsoft.com/office/drawing/2014/main" id="{D7068E9D-638D-F265-198A-5531D05A58CD}"/>
              </a:ext>
            </a:extLst>
          </p:cNvPr>
          <p:cNvSpPr>
            <a:spLocks noGrp="1"/>
          </p:cNvSpPr>
          <p:nvPr>
            <p:ph sz="quarter" idx="20"/>
          </p:nvPr>
        </p:nvSpPr>
        <p:spPr>
          <a:xfrm>
            <a:off x="9023350" y="1125147"/>
            <a:ext cx="2614612"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reeform 5">
            <a:extLst>
              <a:ext uri="{FF2B5EF4-FFF2-40B4-BE49-F238E27FC236}">
                <a16:creationId xmlns:a16="http://schemas.microsoft.com/office/drawing/2014/main" id="{4BA903E0-6CAC-CD5B-11F8-069CA9884EB0}"/>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54093278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vider 1 - Short title">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b="1">
                <a:solidFill>
                  <a:schemeClr val="tx1"/>
                </a:solidFill>
              </a:defRPr>
            </a:lvl1pPr>
          </a:lstStyle>
          <a:p>
            <a:r>
              <a:rPr lang="en-US"/>
              <a:t>Use this divider only</a:t>
            </a:r>
            <a:br>
              <a:rPr lang="en-US"/>
            </a:br>
            <a:r>
              <a:rPr lang="en-US"/>
              <a:t>if your headline is short</a:t>
            </a:r>
          </a:p>
        </p:txBody>
      </p:sp>
    </p:spTree>
    <p:extLst>
      <p:ext uri="{BB962C8B-B14F-4D97-AF65-F5344CB8AC3E}">
        <p14:creationId xmlns:p14="http://schemas.microsoft.com/office/powerpoint/2010/main" val="1155872516"/>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ivider 1 - Long title">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70C12960-6E85-460F-B6E3-5B82CB31AF3D}" type="slidenum">
              <a:rPr lang="en-US" smtClean="0"/>
              <a:t>‹#›</a:t>
            </a:fld>
            <a:endParaRPr lang="en-US"/>
          </a:p>
        </p:txBody>
      </p:sp>
      <p:sp>
        <p:nvSpPr>
          <p:cNvPr id="5" name="Title 17">
            <a:extLst>
              <a:ext uri="{FF2B5EF4-FFF2-40B4-BE49-F238E27FC236}">
                <a16:creationId xmlns:a16="http://schemas.microsoft.com/office/drawing/2014/main" id="{9FEA9B73-F154-CEDE-C3F9-3BA38B6541A9}"/>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b="1">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407877980"/>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ivider 3 - Short title">
    <p:bg>
      <p:bgPr>
        <a:solidFill>
          <a:schemeClr val="bg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8337103-59B6-6AE9-80A5-90CFAC0400CE}"/>
              </a:ext>
            </a:extLst>
          </p:cNvPr>
          <p:cNvPicPr>
            <a:picLocks noChangeAspect="1"/>
          </p:cNvPicPr>
          <p:nvPr/>
        </p:nvPicPr>
        <p:blipFill>
          <a:blip r:embed="rId2"/>
          <a:srcRect/>
          <a:stretch/>
        </p:blipFill>
        <p:spPr bwMode="hidden">
          <a:xfrm>
            <a:off x="6350" y="3570"/>
            <a:ext cx="12179302" cy="6850857"/>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b="1">
                <a:solidFill>
                  <a:schemeClr val="tx1"/>
                </a:solidFill>
              </a:defRPr>
            </a:lvl1pPr>
          </a:lstStyle>
          <a:p>
            <a:r>
              <a:rPr lang="en-US"/>
              <a:t>Use this divider only</a:t>
            </a:r>
            <a:br>
              <a:rPr lang="en-US"/>
            </a:br>
            <a:r>
              <a:rPr lang="en-US"/>
              <a:t>if your headline is short</a:t>
            </a:r>
          </a:p>
        </p:txBody>
      </p:sp>
    </p:spTree>
    <p:extLst>
      <p:ext uri="{BB962C8B-B14F-4D97-AF65-F5344CB8AC3E}">
        <p14:creationId xmlns:p14="http://schemas.microsoft.com/office/powerpoint/2010/main" val="3583335316"/>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ivider 2 - Long titl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36C1EA9-D1CD-4494-05CB-C8B04EE4273A}"/>
              </a:ext>
            </a:extLst>
          </p:cNvPr>
          <p:cNvPicPr>
            <a:picLocks noChangeAspect="1"/>
          </p:cNvPicPr>
          <p:nvPr/>
        </p:nvPicPr>
        <p:blipFill>
          <a:blip r:embed="rId2"/>
          <a:srcRect/>
          <a:stretch/>
        </p:blipFill>
        <p:spPr bwMode="hidden">
          <a:xfrm>
            <a:off x="6350" y="3570"/>
            <a:ext cx="12179302" cy="6850857"/>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70C12960-6E85-460F-B6E3-5B82CB31AF3D}" type="slidenum">
              <a:rPr lang="en-US" smtClean="0"/>
              <a:t>‹#›</a:t>
            </a:fld>
            <a:endParaRPr lang="en-US"/>
          </a:p>
        </p:txBody>
      </p:sp>
      <p:sp>
        <p:nvSpPr>
          <p:cNvPr id="7" name="Title 17">
            <a:extLst>
              <a:ext uri="{FF2B5EF4-FFF2-40B4-BE49-F238E27FC236}">
                <a16:creationId xmlns:a16="http://schemas.microsoft.com/office/drawing/2014/main" id="{0E02A696-5AEC-8241-7182-A62C3777A058}"/>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b="1">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3123619701"/>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Divider Photo - Short title">
    <p:bg>
      <p:bgPr>
        <a:solidFill>
          <a:schemeClr val="tx1"/>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EC514BA5-6487-0CDD-2D28-66E701C8A937}"/>
              </a:ext>
            </a:extLst>
          </p:cNvPr>
          <p:cNvSpPr>
            <a:spLocks noGrp="1"/>
          </p:cNvSpPr>
          <p:nvPr>
            <p:ph type="pic" sz="quarter" idx="14" hasCustomPrompt="1"/>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tIns="2103120">
            <a:noAutofit/>
          </a:bodyPr>
          <a:lstStyle>
            <a:lvl1pPr algn="ctr">
              <a:defRPr>
                <a:solidFill>
                  <a:schemeClr val="tx1"/>
                </a:solidFill>
              </a:defRPr>
            </a:lvl1pPr>
          </a:lstStyle>
          <a:p>
            <a:r>
              <a:rPr lang="en-US"/>
              <a:t>Click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b="1">
                <a:solidFill>
                  <a:schemeClr val="tx1"/>
                </a:solidFill>
              </a:defRPr>
            </a:lvl1pPr>
          </a:lstStyle>
          <a:p>
            <a:r>
              <a:rPr lang="en-US"/>
              <a:t>Use this divider only</a:t>
            </a:r>
            <a:br>
              <a:rPr lang="en-US"/>
            </a:br>
            <a:r>
              <a:rPr lang="en-US"/>
              <a:t>if your headline is short</a:t>
            </a:r>
          </a:p>
        </p:txBody>
      </p:sp>
    </p:spTree>
    <p:extLst>
      <p:ext uri="{BB962C8B-B14F-4D97-AF65-F5344CB8AC3E}">
        <p14:creationId xmlns:p14="http://schemas.microsoft.com/office/powerpoint/2010/main" val="3506133358"/>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Divider Photo - Long title">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2C1E244-876B-1F11-FE16-79C6C8406455}"/>
              </a:ext>
            </a:extLst>
          </p:cNvPr>
          <p:cNvSpPr>
            <a:spLocks noGrp="1"/>
          </p:cNvSpPr>
          <p:nvPr>
            <p:ph type="pic" sz="quarter" idx="14" hasCustomPrompt="1"/>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tIns="2103120">
            <a:noAutofit/>
          </a:bodyPr>
          <a:lstStyle>
            <a:lvl1pPr algn="ctr">
              <a:defRPr>
                <a:solidFill>
                  <a:schemeClr val="tx1"/>
                </a:solidFill>
              </a:defRPr>
            </a:lvl1pPr>
          </a:lstStyle>
          <a:p>
            <a:r>
              <a:rPr lang="en-US"/>
              <a:t>Click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70C12960-6E85-460F-B6E3-5B82CB31AF3D}" type="slidenum">
              <a:rPr lang="en-US" smtClean="0"/>
              <a:t>‹#›</a:t>
            </a:fld>
            <a:endParaRPr lang="en-US"/>
          </a:p>
        </p:txBody>
      </p:sp>
      <p:sp>
        <p:nvSpPr>
          <p:cNvPr id="5" name="Title 17">
            <a:extLst>
              <a:ext uri="{FF2B5EF4-FFF2-40B4-BE49-F238E27FC236}">
                <a16:creationId xmlns:a16="http://schemas.microsoft.com/office/drawing/2014/main" id="{9FB85A57-AF49-344B-37C6-7EFC489A80CC}"/>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b="1">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9954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ote 1 - General">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B7ED4C-416B-722A-BF88-042E3CA9DC4D}"/>
              </a:ext>
            </a:extLst>
          </p:cNvPr>
          <p:cNvPicPr>
            <a:picLocks noChangeAspect="1"/>
          </p:cNvPicPr>
          <p:nvPr/>
        </p:nvPicPr>
        <p:blipFill>
          <a:blip r:embed="rId2"/>
          <a:srcRect/>
          <a:stretch/>
        </p:blipFill>
        <p:spPr bwMode="hidden">
          <a:xfrm>
            <a:off x="6350" y="3570"/>
            <a:ext cx="12179302" cy="6850857"/>
          </a:xfrm>
          <a:prstGeom prst="rect">
            <a:avLst/>
          </a:prstGeom>
        </p:spPr>
      </p:pic>
      <p:sp>
        <p:nvSpPr>
          <p:cNvPr id="20" name="Freeform 19">
            <a:extLst>
              <a:ext uri="{FF2B5EF4-FFF2-40B4-BE49-F238E27FC236}">
                <a16:creationId xmlns:a16="http://schemas.microsoft.com/office/drawing/2014/main" id="{6732315D-1057-6521-C359-22C1DAF4964C}"/>
              </a:ext>
            </a:extLst>
          </p:cNvPr>
          <p:cNvSpPr/>
          <p:nvPr/>
        </p:nvSpPr>
        <p:spPr bwMode="black">
          <a:xfrm>
            <a:off x="546100" y="552450"/>
            <a:ext cx="830637" cy="570456"/>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tx1"/>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2" name="Text Placeholder 7">
            <a:extLst>
              <a:ext uri="{FF2B5EF4-FFF2-40B4-BE49-F238E27FC236}">
                <a16:creationId xmlns:a16="http://schemas.microsoft.com/office/drawing/2014/main" id="{1AB67421-8B53-10B8-8989-A3493E1A8470}"/>
              </a:ext>
            </a:extLst>
          </p:cNvPr>
          <p:cNvSpPr>
            <a:spLocks noGrp="1"/>
          </p:cNvSpPr>
          <p:nvPr>
            <p:ph type="body" sz="quarter" idx="16"/>
          </p:nvPr>
        </p:nvSpPr>
        <p:spPr>
          <a:xfrm>
            <a:off x="3367087" y="1415038"/>
            <a:ext cx="8270876" cy="4171375"/>
          </a:xfrm>
        </p:spPr>
        <p:txBody>
          <a:bodyPr anchor="b"/>
          <a:lstStyle>
            <a:lvl1pPr>
              <a:lnSpc>
                <a:spcPts val="4600"/>
              </a:lnSpc>
              <a:defRPr sz="4200" b="1">
                <a:solidFill>
                  <a:schemeClr val="tx1"/>
                </a:solidFill>
                <a:latin typeface="+mj-lt"/>
              </a:defRPr>
            </a:lvl1pPr>
            <a:lvl2pPr marL="0" indent="0">
              <a:spcAft>
                <a:spcPts val="0"/>
              </a:spcAft>
              <a:buNone/>
              <a:defRPr sz="2400">
                <a:solidFill>
                  <a:schemeClr val="tx1"/>
                </a:solidFill>
                <a:latin typeface="GT America Regular" panose="00000500000000000000" pitchFamily="50" charset="0"/>
              </a:defRPr>
            </a:lvl2pPr>
            <a:lvl3pPr marL="0" indent="0">
              <a:spcAft>
                <a:spcPts val="0"/>
              </a:spcAft>
              <a:buNone/>
              <a:defRPr sz="2400">
                <a:solidFill>
                  <a:schemeClr val="tx1"/>
                </a:solidFill>
              </a:defRPr>
            </a:lvl3pPr>
            <a:lvl4pPr marL="0" indent="0">
              <a:spcAft>
                <a:spcPts val="0"/>
              </a:spcAft>
              <a:buNone/>
              <a:defRPr sz="2400">
                <a:solidFill>
                  <a:schemeClr val="tx1"/>
                </a:solidFill>
              </a:defRPr>
            </a:lvl4pPr>
            <a:lvl5pPr marL="0" indent="0">
              <a:spcAft>
                <a:spcPts val="0"/>
              </a:spcAft>
              <a:buNone/>
              <a:defRPr sz="2400">
                <a:solidFill>
                  <a:schemeClr val="tx1"/>
                </a:solidFill>
              </a:defRPr>
            </a:lvl5pPr>
            <a:lvl6pPr marL="0" indent="0">
              <a:spcAft>
                <a:spcPts val="0"/>
              </a:spcAft>
              <a:buNone/>
              <a:defRPr sz="2400">
                <a:solidFill>
                  <a:schemeClr val="tx1"/>
                </a:solidFill>
              </a:defRPr>
            </a:lvl6pPr>
            <a:lvl7pPr marL="0" indent="0">
              <a:spcAft>
                <a:spcPts val="0"/>
              </a:spcAft>
              <a:buNone/>
              <a:defRPr sz="2400">
                <a:solidFill>
                  <a:schemeClr val="tx1"/>
                </a:solidFill>
              </a:defRPr>
            </a:lvl7pPr>
            <a:lvl8pPr marL="0" indent="0">
              <a:spcAft>
                <a:spcPts val="0"/>
              </a:spcAft>
              <a:buNone/>
              <a:defRPr sz="2400">
                <a:solidFill>
                  <a:schemeClr val="tx1"/>
                </a:solidFill>
              </a:defRPr>
            </a:lvl8pPr>
            <a:lvl9pPr marL="0" indent="0">
              <a:spcAft>
                <a:spcPts val="0"/>
              </a:spcAft>
              <a:buNone/>
              <a:defRPr sz="2400">
                <a:solidFill>
                  <a:schemeClr val="tx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27408495"/>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Quote - Photo">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3F68FBE-251E-31B8-904E-1E16C461B772}"/>
              </a:ext>
            </a:extLst>
          </p:cNvPr>
          <p:cNvSpPr>
            <a:spLocks noGrp="1"/>
          </p:cNvSpPr>
          <p:nvPr>
            <p:ph type="pic" sz="quarter" idx="15" hasCustomPrompt="1"/>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lIns="548640" tIns="0" anchor="ctr" anchorCtr="0">
            <a:noAutofit/>
          </a:bodyPr>
          <a:lstStyle>
            <a:lvl1pPr algn="l">
              <a:defRPr>
                <a:solidFill>
                  <a:schemeClr val="tx1"/>
                </a:solidFill>
              </a:defRPr>
            </a:lvl1pPr>
          </a:lstStyle>
          <a:p>
            <a:r>
              <a:rPr lang="en-US"/>
              <a:t>Click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7" name="Text Placeholder 7">
            <a:extLst>
              <a:ext uri="{FF2B5EF4-FFF2-40B4-BE49-F238E27FC236}">
                <a16:creationId xmlns:a16="http://schemas.microsoft.com/office/drawing/2014/main" id="{FF0E76BC-245F-8420-594E-37916313D315}"/>
              </a:ext>
            </a:extLst>
          </p:cNvPr>
          <p:cNvSpPr>
            <a:spLocks noGrp="1"/>
          </p:cNvSpPr>
          <p:nvPr>
            <p:ph type="body" sz="quarter" idx="16"/>
          </p:nvPr>
        </p:nvSpPr>
        <p:spPr>
          <a:xfrm>
            <a:off x="3367087" y="1415038"/>
            <a:ext cx="8270876" cy="4171375"/>
          </a:xfrm>
        </p:spPr>
        <p:txBody>
          <a:bodyPr anchor="b"/>
          <a:lstStyle>
            <a:lvl1pPr>
              <a:lnSpc>
                <a:spcPts val="4600"/>
              </a:lnSpc>
              <a:defRPr sz="4200" b="1">
                <a:solidFill>
                  <a:schemeClr val="tx1"/>
                </a:solidFill>
                <a:latin typeface="+mj-lt"/>
              </a:defRPr>
            </a:lvl1pPr>
            <a:lvl2pPr marL="0" indent="0">
              <a:spcAft>
                <a:spcPts val="0"/>
              </a:spcAft>
              <a:buNone/>
              <a:defRPr sz="2400">
                <a:solidFill>
                  <a:schemeClr val="tx1"/>
                </a:solidFill>
                <a:latin typeface="GT America Regular" panose="00000500000000000000" pitchFamily="50" charset="0"/>
              </a:defRPr>
            </a:lvl2pPr>
            <a:lvl3pPr marL="0" indent="0">
              <a:spcAft>
                <a:spcPts val="0"/>
              </a:spcAft>
              <a:buNone/>
              <a:defRPr sz="2400">
                <a:solidFill>
                  <a:schemeClr val="tx1"/>
                </a:solidFill>
              </a:defRPr>
            </a:lvl3pPr>
            <a:lvl4pPr marL="0" indent="0">
              <a:spcAft>
                <a:spcPts val="0"/>
              </a:spcAft>
              <a:buNone/>
              <a:defRPr sz="2400">
                <a:solidFill>
                  <a:schemeClr val="tx1"/>
                </a:solidFill>
              </a:defRPr>
            </a:lvl4pPr>
            <a:lvl5pPr marL="0" indent="0">
              <a:spcAft>
                <a:spcPts val="0"/>
              </a:spcAft>
              <a:buNone/>
              <a:defRPr sz="2400">
                <a:solidFill>
                  <a:schemeClr val="tx1"/>
                </a:solidFill>
              </a:defRPr>
            </a:lvl5pPr>
            <a:lvl6pPr marL="0" indent="0">
              <a:spcAft>
                <a:spcPts val="0"/>
              </a:spcAft>
              <a:buNone/>
              <a:defRPr sz="2400">
                <a:solidFill>
                  <a:schemeClr val="tx1"/>
                </a:solidFill>
              </a:defRPr>
            </a:lvl6pPr>
            <a:lvl7pPr marL="0" indent="0">
              <a:spcAft>
                <a:spcPts val="0"/>
              </a:spcAft>
              <a:buNone/>
              <a:defRPr sz="2400">
                <a:solidFill>
                  <a:schemeClr val="tx1"/>
                </a:solidFill>
              </a:defRPr>
            </a:lvl7pPr>
            <a:lvl8pPr marL="0" indent="0">
              <a:spcAft>
                <a:spcPts val="0"/>
              </a:spcAft>
              <a:buNone/>
              <a:defRPr sz="2400">
                <a:solidFill>
                  <a:schemeClr val="tx1"/>
                </a:solidFill>
              </a:defRPr>
            </a:lvl8pPr>
            <a:lvl9pPr marL="0" indent="0">
              <a:spcAft>
                <a:spcPts val="0"/>
              </a:spcAft>
              <a:buNone/>
              <a:defRPr sz="2400">
                <a:solidFill>
                  <a:schemeClr val="tx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897983180"/>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Executive Summary/Key Takeaways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and black background&#10;&#10;Description automatically generated">
            <a:extLst>
              <a:ext uri="{FF2B5EF4-FFF2-40B4-BE49-F238E27FC236}">
                <a16:creationId xmlns:a16="http://schemas.microsoft.com/office/drawing/2014/main" id="{97914066-9D48-E454-16D9-2005965187FB}"/>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2" b="-8724"/>
          <a:stretch/>
        </p:blipFill>
        <p:spPr bwMode="hidden">
          <a:xfrm>
            <a:off x="0" y="1"/>
            <a:ext cx="4060556" cy="6861174"/>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70C12960-6E85-460F-B6E3-5B82CB31AF3D}" type="slidenum">
              <a:rPr lang="en-US" smtClean="0"/>
              <a:t>‹#›</a:t>
            </a:fld>
            <a:endParaRPr lang="en-US"/>
          </a:p>
        </p:txBody>
      </p:sp>
      <p:sp>
        <p:nvSpPr>
          <p:cNvPr id="5" name="Text Placeholder 5">
            <a:extLst>
              <a:ext uri="{FF2B5EF4-FFF2-40B4-BE49-F238E27FC236}">
                <a16:creationId xmlns:a16="http://schemas.microsoft.com/office/drawing/2014/main" id="{DAB1020F-2330-5C4C-014E-9A0A4D6C7B46}"/>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8" name="Content Placeholder 14">
            <a:extLst>
              <a:ext uri="{FF2B5EF4-FFF2-40B4-BE49-F238E27FC236}">
                <a16:creationId xmlns:a16="http://schemas.microsoft.com/office/drawing/2014/main" id="{A1DFA430-6288-90D6-63A5-55E9803EDA48}"/>
              </a:ext>
            </a:extLst>
          </p:cNvPr>
          <p:cNvSpPr>
            <a:spLocks noGrp="1"/>
          </p:cNvSpPr>
          <p:nvPr>
            <p:ph sz="quarter" idx="18"/>
          </p:nvPr>
        </p:nvSpPr>
        <p:spPr>
          <a:xfrm>
            <a:off x="4794909" y="550862"/>
            <a:ext cx="6843053" cy="5616576"/>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a:extLst>
              <a:ext uri="{FF2B5EF4-FFF2-40B4-BE49-F238E27FC236}">
                <a16:creationId xmlns:a16="http://schemas.microsoft.com/office/drawing/2014/main" id="{CF85734D-94AB-D049-B937-FAD0A0CCED8F}"/>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13" name="Text Placeholder 9">
            <a:extLst>
              <a:ext uri="{FF2B5EF4-FFF2-40B4-BE49-F238E27FC236}">
                <a16:creationId xmlns:a16="http://schemas.microsoft.com/office/drawing/2014/main" id="{6BA9FED7-DE0C-7F83-A85B-DFAB8731D442}"/>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10" name="Freeform 5">
            <a:extLst>
              <a:ext uri="{FF2B5EF4-FFF2-40B4-BE49-F238E27FC236}">
                <a16:creationId xmlns:a16="http://schemas.microsoft.com/office/drawing/2014/main" id="{057BA6D7-6093-DC9C-A17F-7182A1A60690}"/>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268383999"/>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Executive Summary/Key Takeaways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70C12960-6E85-460F-B6E3-5B82CB31AF3D}" type="slidenum">
              <a:rPr lang="en-US" smtClean="0"/>
              <a:t>‹#›</a:t>
            </a:fld>
            <a:endParaRPr lang="en-US"/>
          </a:p>
        </p:txBody>
      </p:sp>
      <p:sp>
        <p:nvSpPr>
          <p:cNvPr id="5" name="Text Placeholder 5">
            <a:extLst>
              <a:ext uri="{FF2B5EF4-FFF2-40B4-BE49-F238E27FC236}">
                <a16:creationId xmlns:a16="http://schemas.microsoft.com/office/drawing/2014/main" id="{F220F211-F00A-3592-8474-A66D511E950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8" name="Content Placeholder 14">
            <a:extLst>
              <a:ext uri="{FF2B5EF4-FFF2-40B4-BE49-F238E27FC236}">
                <a16:creationId xmlns:a16="http://schemas.microsoft.com/office/drawing/2014/main" id="{F09DC10E-18F7-F606-AA7D-1F193D692076}"/>
              </a:ext>
            </a:extLst>
          </p:cNvPr>
          <p:cNvSpPr>
            <a:spLocks noGrp="1"/>
          </p:cNvSpPr>
          <p:nvPr>
            <p:ph sz="quarter" idx="18"/>
          </p:nvPr>
        </p:nvSpPr>
        <p:spPr>
          <a:xfrm>
            <a:off x="4794909" y="550862"/>
            <a:ext cx="6843053" cy="5616576"/>
          </a:xfrm>
        </p:spPr>
        <p:txBody>
          <a:bodyPr/>
          <a:lstStyle>
            <a:lvl1pPr>
              <a:defRPr sz="1800" b="1">
                <a:solidFill>
                  <a:schemeClr val="tx2"/>
                </a:solidFill>
              </a:defRPr>
            </a:lvl1pPr>
            <a:lvl5pPr>
              <a:defRPr/>
            </a:lvl5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5675E2C-12F0-6E54-DD61-08CD2AF33EB6}"/>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7" name="Title 6">
            <a:extLst>
              <a:ext uri="{FF2B5EF4-FFF2-40B4-BE49-F238E27FC236}">
                <a16:creationId xmlns:a16="http://schemas.microsoft.com/office/drawing/2014/main" id="{C229B0EB-DA23-CA0E-CBCD-C8E9F08B8E8F}"/>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2" name="Freeform 5">
            <a:extLst>
              <a:ext uri="{FF2B5EF4-FFF2-40B4-BE49-F238E27FC236}">
                <a16:creationId xmlns:a16="http://schemas.microsoft.com/office/drawing/2014/main" id="{234D3584-418D-3148-61FA-2D069CDDE2EA}"/>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106949282"/>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Executive Summary/Key Takeaways 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70C12960-6E85-460F-B6E3-5B82CB31AF3D}" type="slidenum">
              <a:rPr lang="en-US" smtClean="0"/>
              <a:t>‹#›</a:t>
            </a:fld>
            <a:endParaRPr lang="en-US"/>
          </a:p>
        </p:txBody>
      </p:sp>
      <p:sp>
        <p:nvSpPr>
          <p:cNvPr id="5" name="Text Placeholder 5">
            <a:extLst>
              <a:ext uri="{FF2B5EF4-FFF2-40B4-BE49-F238E27FC236}">
                <a16:creationId xmlns:a16="http://schemas.microsoft.com/office/drawing/2014/main" id="{287913A0-E5F8-8CDA-9C09-B31372EAF98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2" name="Content Placeholder 30">
            <a:extLst>
              <a:ext uri="{FF2B5EF4-FFF2-40B4-BE49-F238E27FC236}">
                <a16:creationId xmlns:a16="http://schemas.microsoft.com/office/drawing/2014/main" id="{F0F02397-A9A7-9451-4B86-0093DE0C5DAC}"/>
              </a:ext>
            </a:extLst>
          </p:cNvPr>
          <p:cNvSpPr>
            <a:spLocks noGrp="1"/>
          </p:cNvSpPr>
          <p:nvPr>
            <p:ph sz="quarter" idx="49" hasCustomPrompt="1"/>
          </p:nvPr>
        </p:nvSpPr>
        <p:spPr>
          <a:xfrm>
            <a:off x="4781550" y="552448"/>
            <a:ext cx="2103120" cy="2057400"/>
          </a:xfrm>
        </p:spPr>
        <p:txBody>
          <a:bodyPr/>
          <a:lstStyle>
            <a:lvl1pPr>
              <a:defRPr sz="4800" b="1">
                <a:solidFill>
                  <a:schemeClr val="accent1"/>
                </a:solidFill>
                <a:latin typeface="+mj-lt"/>
              </a:defRPr>
            </a:lvl1pPr>
            <a:lvl2pPr>
              <a:defRPr>
                <a:solidFill>
                  <a:schemeClr val="tx1"/>
                </a:solidFill>
              </a:defRPr>
            </a:lvl2pPr>
            <a:lvl3pPr>
              <a:buClr>
                <a:schemeClr val="accent1"/>
              </a:buClr>
              <a:defRPr>
                <a:solidFill>
                  <a:schemeClr val="tx1"/>
                </a:solidFill>
              </a:defRPr>
            </a:lvl3pPr>
            <a:lvl4pPr marL="457200" indent="0">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1" name="Content Placeholder 33">
            <a:extLst>
              <a:ext uri="{FF2B5EF4-FFF2-40B4-BE49-F238E27FC236}">
                <a16:creationId xmlns:a16="http://schemas.microsoft.com/office/drawing/2014/main" id="{E08A6D02-5787-2EA8-5353-86CF167EE5C0}"/>
              </a:ext>
            </a:extLst>
          </p:cNvPr>
          <p:cNvSpPr>
            <a:spLocks noGrp="1"/>
          </p:cNvSpPr>
          <p:nvPr>
            <p:ph sz="quarter" idx="50" hasCustomPrompt="1"/>
          </p:nvPr>
        </p:nvSpPr>
        <p:spPr>
          <a:xfrm>
            <a:off x="7157707"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3" name="Content Placeholder 35">
            <a:extLst>
              <a:ext uri="{FF2B5EF4-FFF2-40B4-BE49-F238E27FC236}">
                <a16:creationId xmlns:a16="http://schemas.microsoft.com/office/drawing/2014/main" id="{F25358D4-61D4-B82A-AA95-040B8023E1BF}"/>
              </a:ext>
            </a:extLst>
          </p:cNvPr>
          <p:cNvSpPr>
            <a:spLocks noGrp="1"/>
          </p:cNvSpPr>
          <p:nvPr>
            <p:ph sz="quarter" idx="51" hasCustomPrompt="1"/>
          </p:nvPr>
        </p:nvSpPr>
        <p:spPr>
          <a:xfrm>
            <a:off x="9533864"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5" name="Content Placeholder 37">
            <a:extLst>
              <a:ext uri="{FF2B5EF4-FFF2-40B4-BE49-F238E27FC236}">
                <a16:creationId xmlns:a16="http://schemas.microsoft.com/office/drawing/2014/main" id="{28D07FDD-A130-72D7-5662-2F5893A2F61C}"/>
              </a:ext>
            </a:extLst>
          </p:cNvPr>
          <p:cNvSpPr>
            <a:spLocks noGrp="1"/>
          </p:cNvSpPr>
          <p:nvPr>
            <p:ph sz="quarter" idx="52" hasCustomPrompt="1"/>
          </p:nvPr>
        </p:nvSpPr>
        <p:spPr>
          <a:xfrm>
            <a:off x="4768285" y="3013075"/>
            <a:ext cx="2103120" cy="2057400"/>
          </a:xfrm>
        </p:spPr>
        <p:txBody>
          <a:bodyPr/>
          <a:lstStyle>
            <a:lvl1pPr>
              <a:buClr>
                <a:schemeClr val="accent1"/>
              </a:buCl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a:buClrTx/>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a:t>
            </a:r>
            <a:r>
              <a:rPr lang="en-US" err="1"/>
              <a:t>leve</a:t>
            </a:r>
            <a:endParaRPr lang="en-US"/>
          </a:p>
        </p:txBody>
      </p:sp>
      <p:sp>
        <p:nvSpPr>
          <p:cNvPr id="17" name="Content Placeholder 39">
            <a:extLst>
              <a:ext uri="{FF2B5EF4-FFF2-40B4-BE49-F238E27FC236}">
                <a16:creationId xmlns:a16="http://schemas.microsoft.com/office/drawing/2014/main" id="{A58291F8-7E75-1EB3-64FC-0B3465A92BFE}"/>
              </a:ext>
            </a:extLst>
          </p:cNvPr>
          <p:cNvSpPr>
            <a:spLocks noGrp="1"/>
          </p:cNvSpPr>
          <p:nvPr>
            <p:ph sz="quarter" idx="53" hasCustomPrompt="1"/>
          </p:nvPr>
        </p:nvSpPr>
        <p:spPr>
          <a:xfrm>
            <a:off x="7138252" y="3013074"/>
            <a:ext cx="2103120" cy="2057400"/>
          </a:xfrm>
        </p:spPr>
        <p:txBody>
          <a:bodyPr/>
          <a:lstStyle>
            <a:lvl1pPr>
              <a:buClr>
                <a:schemeClr val="accent1"/>
              </a:buCl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8" name="Content Placeholder 41">
            <a:extLst>
              <a:ext uri="{FF2B5EF4-FFF2-40B4-BE49-F238E27FC236}">
                <a16:creationId xmlns:a16="http://schemas.microsoft.com/office/drawing/2014/main" id="{2C124D70-1F9D-DF72-C740-7D33E7E919BB}"/>
              </a:ext>
            </a:extLst>
          </p:cNvPr>
          <p:cNvSpPr>
            <a:spLocks noGrp="1"/>
          </p:cNvSpPr>
          <p:nvPr>
            <p:ph sz="quarter" idx="54" hasCustomPrompt="1"/>
          </p:nvPr>
        </p:nvSpPr>
        <p:spPr>
          <a:xfrm>
            <a:off x="9520599" y="3013074"/>
            <a:ext cx="2116385"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4" name="Text Placeholder 9">
            <a:extLst>
              <a:ext uri="{FF2B5EF4-FFF2-40B4-BE49-F238E27FC236}">
                <a16:creationId xmlns:a16="http://schemas.microsoft.com/office/drawing/2014/main" id="{22272C70-ABBC-EEA2-285E-3BD345EFC0D5}"/>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8" name="Title 6">
            <a:extLst>
              <a:ext uri="{FF2B5EF4-FFF2-40B4-BE49-F238E27FC236}">
                <a16:creationId xmlns:a16="http://schemas.microsoft.com/office/drawing/2014/main" id="{E1D6F330-952D-2D88-799F-3D68035BEE16}"/>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7" name="Freeform 5">
            <a:extLst>
              <a:ext uri="{FF2B5EF4-FFF2-40B4-BE49-F238E27FC236}">
                <a16:creationId xmlns:a16="http://schemas.microsoft.com/office/drawing/2014/main" id="{1041BA5F-E785-E961-BA33-7F9F0D5BC7BA}"/>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166178490"/>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Executive Summary/Key Takeaways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70C12960-6E85-460F-B6E3-5B82CB31AF3D}" type="slidenum">
              <a:rPr lang="en-US" smtClean="0"/>
              <a:t>‹#›</a:t>
            </a:fld>
            <a:endParaRPr lang="en-US"/>
          </a:p>
        </p:txBody>
      </p:sp>
      <p:sp>
        <p:nvSpPr>
          <p:cNvPr id="5" name="Text Placeholder 5">
            <a:extLst>
              <a:ext uri="{FF2B5EF4-FFF2-40B4-BE49-F238E27FC236}">
                <a16:creationId xmlns:a16="http://schemas.microsoft.com/office/drawing/2014/main" id="{52482AC7-FB54-E014-C3C0-45AEDF0A6AF6}"/>
              </a:ext>
            </a:extLst>
          </p:cNvPr>
          <p:cNvSpPr>
            <a:spLocks noGrp="1"/>
          </p:cNvSpPr>
          <p:nvPr>
            <p:ph type="body" sz="quarter" idx="13" hasCustomPrompt="1"/>
          </p:nvPr>
        </p:nvSpPr>
        <p:spPr>
          <a:xfrm>
            <a:off x="546102"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5"/>
            <a:r>
              <a:rPr lang="en-US"/>
              <a:t>Click to add footnotes or disclaimer information</a:t>
            </a:r>
          </a:p>
        </p:txBody>
      </p:sp>
      <p:sp>
        <p:nvSpPr>
          <p:cNvPr id="8" name="Content Placeholder 14">
            <a:extLst>
              <a:ext uri="{FF2B5EF4-FFF2-40B4-BE49-F238E27FC236}">
                <a16:creationId xmlns:a16="http://schemas.microsoft.com/office/drawing/2014/main" id="{236722AC-0E89-9D63-9FAE-23FD3FEFCEE5}"/>
              </a:ext>
            </a:extLst>
          </p:cNvPr>
          <p:cNvSpPr>
            <a:spLocks noGrp="1"/>
          </p:cNvSpPr>
          <p:nvPr>
            <p:ph sz="quarter" idx="19"/>
          </p:nvPr>
        </p:nvSpPr>
        <p:spPr>
          <a:xfrm>
            <a:off x="4794909" y="2714625"/>
            <a:ext cx="6843053" cy="3452813"/>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4">
            <a:extLst>
              <a:ext uri="{FF2B5EF4-FFF2-40B4-BE49-F238E27FC236}">
                <a16:creationId xmlns:a16="http://schemas.microsoft.com/office/drawing/2014/main" id="{A30EF87B-5A48-3E5D-B7D1-5EC1FEC7DE51}"/>
              </a:ext>
            </a:extLst>
          </p:cNvPr>
          <p:cNvSpPr>
            <a:spLocks noGrp="1"/>
          </p:cNvSpPr>
          <p:nvPr>
            <p:ph sz="quarter" idx="20"/>
          </p:nvPr>
        </p:nvSpPr>
        <p:spPr>
          <a:xfrm>
            <a:off x="4060556" y="0"/>
            <a:ext cx="8131443" cy="2425700"/>
          </a:xfrm>
          <a:solidFill>
            <a:schemeClr val="accent1"/>
          </a:solidFill>
        </p:spPr>
        <p:txBody>
          <a:bodyPr lIns="731520" tIns="548640" rIns="548640"/>
          <a:lstStyle>
            <a:lvl1pPr>
              <a:defRPr sz="1800" b="1">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
                <a:srgbClr val="FEFEFE"/>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89AAFAA9-5AFB-6E67-56FB-1590A25DCD7E}"/>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2" name="Title 6">
            <a:extLst>
              <a:ext uri="{FF2B5EF4-FFF2-40B4-BE49-F238E27FC236}">
                <a16:creationId xmlns:a16="http://schemas.microsoft.com/office/drawing/2014/main" id="{72E40A24-F112-048E-2670-E270A9ABC67A}"/>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7" name="Freeform 5">
            <a:extLst>
              <a:ext uri="{FF2B5EF4-FFF2-40B4-BE49-F238E27FC236}">
                <a16:creationId xmlns:a16="http://schemas.microsoft.com/office/drawing/2014/main" id="{3497A463-08F1-3A4B-A706-B87CBDA2E0A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764063352"/>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Executive Summary/Key Takeaways 5">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p:nvSpPr>
        <p:spPr bwMode="hidden">
          <a:xfrm>
            <a:off x="0" y="-1"/>
            <a:ext cx="4060556" cy="6861175"/>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70C12960-6E85-460F-B6E3-5B82CB31AF3D}" type="slidenum">
              <a:rPr lang="en-US" smtClean="0"/>
              <a:t>‹#›</a:t>
            </a:fld>
            <a:endParaRPr lang="en-US"/>
          </a:p>
        </p:txBody>
      </p:sp>
      <p:sp>
        <p:nvSpPr>
          <p:cNvPr id="5" name="Text Placeholder 5">
            <a:extLst>
              <a:ext uri="{FF2B5EF4-FFF2-40B4-BE49-F238E27FC236}">
                <a16:creationId xmlns:a16="http://schemas.microsoft.com/office/drawing/2014/main" id="{0DBC71B0-EDFA-73E1-2685-8B96936EB6D6}"/>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rgbClr val="75787B"/>
                </a:solidFill>
              </a:defRPr>
            </a:lvl1pPr>
            <a:lvl2pPr marL="0" indent="0">
              <a:buNone/>
              <a:defRPr sz="600">
                <a:solidFill>
                  <a:srgbClr val="75787B"/>
                </a:solidFill>
              </a:defRPr>
            </a:lvl2pPr>
            <a:lvl3pPr marL="0" indent="0">
              <a:buNone/>
              <a:defRPr sz="600">
                <a:solidFill>
                  <a:srgbClr val="75787B"/>
                </a:solidFill>
              </a:defRPr>
            </a:lvl3pPr>
            <a:lvl4pPr marL="0" indent="0">
              <a:buNone/>
              <a:defRPr sz="600">
                <a:solidFill>
                  <a:srgbClr val="75787B"/>
                </a:solidFill>
              </a:defRPr>
            </a:lvl4pPr>
            <a:lvl5pPr marL="0" indent="0">
              <a:buNone/>
              <a:defRPr sz="600">
                <a:solidFill>
                  <a:srgbClr val="75787B"/>
                </a:solidFill>
              </a:defRPr>
            </a:lvl5pPr>
            <a:lvl6pPr marL="0" indent="0">
              <a:buNone/>
              <a:defRPr sz="600">
                <a:solidFill>
                  <a:srgbClr val="75787B"/>
                </a:solidFill>
              </a:defRPr>
            </a:lvl6pPr>
            <a:lvl7pPr marL="0" indent="0">
              <a:buNone/>
              <a:defRPr sz="600">
                <a:solidFill>
                  <a:srgbClr val="75787B"/>
                </a:solidFill>
              </a:defRPr>
            </a:lvl7pPr>
            <a:lvl8pPr marL="0" indent="0">
              <a:buNone/>
              <a:defRPr sz="600">
                <a:solidFill>
                  <a:srgbClr val="75787B"/>
                </a:solidFill>
              </a:defRPr>
            </a:lvl8pPr>
            <a:lvl9pPr marL="0" indent="0">
              <a:buNone/>
              <a:defRPr sz="600">
                <a:solidFill>
                  <a:srgbClr val="75787B"/>
                </a:solidFill>
              </a:defRPr>
            </a:lvl9pPr>
          </a:lstStyle>
          <a:p>
            <a:pPr lvl="8"/>
            <a:r>
              <a:rPr lang="en-US"/>
              <a:t>Click to add footnotes or disclaimer information</a:t>
            </a:r>
          </a:p>
        </p:txBody>
      </p:sp>
      <p:sp>
        <p:nvSpPr>
          <p:cNvPr id="7" name="Content Placeholder 14">
            <a:extLst>
              <a:ext uri="{FF2B5EF4-FFF2-40B4-BE49-F238E27FC236}">
                <a16:creationId xmlns:a16="http://schemas.microsoft.com/office/drawing/2014/main" id="{8BE58806-493A-43A7-588A-8383D4BFD9E2}"/>
              </a:ext>
            </a:extLst>
          </p:cNvPr>
          <p:cNvSpPr>
            <a:spLocks noGrp="1"/>
          </p:cNvSpPr>
          <p:nvPr>
            <p:ph sz="quarter" idx="18"/>
          </p:nvPr>
        </p:nvSpPr>
        <p:spPr>
          <a:xfrm>
            <a:off x="4781551" y="552450"/>
            <a:ext cx="6856412" cy="5614988"/>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9">
            <a:extLst>
              <a:ext uri="{FF2B5EF4-FFF2-40B4-BE49-F238E27FC236}">
                <a16:creationId xmlns:a16="http://schemas.microsoft.com/office/drawing/2014/main" id="{D5898180-820F-A08A-0685-75299A62D197}"/>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tx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10" name="Title 6">
            <a:extLst>
              <a:ext uri="{FF2B5EF4-FFF2-40B4-BE49-F238E27FC236}">
                <a16:creationId xmlns:a16="http://schemas.microsoft.com/office/drawing/2014/main" id="{446E99B7-41B6-EF2A-4043-E90AA9BC51BA}"/>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 style</a:t>
            </a:r>
          </a:p>
        </p:txBody>
      </p:sp>
      <p:sp>
        <p:nvSpPr>
          <p:cNvPr id="2" name="Freeform 5">
            <a:extLst>
              <a:ext uri="{FF2B5EF4-FFF2-40B4-BE49-F238E27FC236}">
                <a16:creationId xmlns:a16="http://schemas.microsoft.com/office/drawing/2014/main" id="{37A12BAC-7CE9-5878-7C76-A1E57C36C876}"/>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298616968"/>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1" name="Title 10">
            <a:extLst>
              <a:ext uri="{FF2B5EF4-FFF2-40B4-BE49-F238E27FC236}">
                <a16:creationId xmlns:a16="http://schemas.microsoft.com/office/drawing/2014/main" id="{DE7DA74E-D875-C25E-3313-FF110AB47A00}"/>
              </a:ext>
            </a:extLst>
          </p:cNvPr>
          <p:cNvSpPr>
            <a:spLocks noGrp="1"/>
          </p:cNvSpPr>
          <p:nvPr>
            <p:ph type="title"/>
          </p:nvPr>
        </p:nvSpPr>
        <p:spPr>
          <a:xfrm>
            <a:off x="546100" y="552450"/>
            <a:ext cx="11091861" cy="434975"/>
          </a:xfrm>
        </p:spPr>
        <p:txBody>
          <a:bodyPr/>
          <a:lstStyle>
            <a:lvl1pPr>
              <a:defRPr b="1"/>
            </a:lvl1pPr>
          </a:lstStyle>
          <a:p>
            <a:r>
              <a:rPr lang="en-US"/>
              <a:t>Click to edit Master title style</a:t>
            </a:r>
          </a:p>
        </p:txBody>
      </p:sp>
      <p:sp>
        <p:nvSpPr>
          <p:cNvPr id="12" name="Text Placeholder 11">
            <a:extLst>
              <a:ext uri="{FF2B5EF4-FFF2-40B4-BE49-F238E27FC236}">
                <a16:creationId xmlns:a16="http://schemas.microsoft.com/office/drawing/2014/main" id="{B8003664-EBF7-AE05-456F-9D95210B1FB2}"/>
              </a:ext>
            </a:extLst>
          </p:cNvPr>
          <p:cNvSpPr>
            <a:spLocks noGrp="1"/>
          </p:cNvSpPr>
          <p:nvPr>
            <p:ph type="body" sz="quarter" idx="18"/>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6" name="Content Placeholder 25">
            <a:extLst>
              <a:ext uri="{FF2B5EF4-FFF2-40B4-BE49-F238E27FC236}">
                <a16:creationId xmlns:a16="http://schemas.microsoft.com/office/drawing/2014/main" id="{8063A536-29D2-B27C-39FB-210C8061D1E6}"/>
              </a:ext>
            </a:extLst>
          </p:cNvPr>
          <p:cNvSpPr>
            <a:spLocks noGrp="1"/>
          </p:cNvSpPr>
          <p:nvPr>
            <p:ph sz="quarter" idx="22"/>
          </p:nvPr>
        </p:nvSpPr>
        <p:spPr>
          <a:xfrm>
            <a:off x="546100" y="2425700"/>
            <a:ext cx="9683750"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33">
            <a:extLst>
              <a:ext uri="{FF2B5EF4-FFF2-40B4-BE49-F238E27FC236}">
                <a16:creationId xmlns:a16="http://schemas.microsoft.com/office/drawing/2014/main" id="{58A03220-7283-8469-3E48-E6A54B72DE67}"/>
              </a:ext>
            </a:extLst>
          </p:cNvPr>
          <p:cNvSpPr>
            <a:spLocks noGrp="1"/>
          </p:cNvSpPr>
          <p:nvPr>
            <p:ph type="body" sz="quarter" idx="29"/>
          </p:nvPr>
        </p:nvSpPr>
        <p:spPr>
          <a:xfrm>
            <a:off x="546100" y="1849436"/>
            <a:ext cx="9683496" cy="296864"/>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4" name="Text Placeholder 15">
            <a:extLst>
              <a:ext uri="{FF2B5EF4-FFF2-40B4-BE49-F238E27FC236}">
                <a16:creationId xmlns:a16="http://schemas.microsoft.com/office/drawing/2014/main" id="{AC44E031-9667-5445-F506-392861A50839}"/>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5" name="Freeform 5">
            <a:extLst>
              <a:ext uri="{FF2B5EF4-FFF2-40B4-BE49-F238E27FC236}">
                <a16:creationId xmlns:a16="http://schemas.microsoft.com/office/drawing/2014/main" id="{D599C468-2E5D-0E77-CA8C-A2470E504AE8}"/>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29656485"/>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 Column, Equal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8" name="Title 17">
            <a:extLst>
              <a:ext uri="{FF2B5EF4-FFF2-40B4-BE49-F238E27FC236}">
                <a16:creationId xmlns:a16="http://schemas.microsoft.com/office/drawing/2014/main" id="{EC9D0933-64E3-BFA1-9514-B7DF150292A4}"/>
              </a:ext>
            </a:extLst>
          </p:cNvPr>
          <p:cNvSpPr>
            <a:spLocks noGrp="1"/>
          </p:cNvSpPr>
          <p:nvPr>
            <p:ph type="title"/>
          </p:nvPr>
        </p:nvSpPr>
        <p:spPr>
          <a:xfrm>
            <a:off x="546100" y="552450"/>
            <a:ext cx="11091861" cy="434975"/>
          </a:xfrm>
        </p:spPr>
        <p:txBody>
          <a:bodyPr/>
          <a:lstStyle>
            <a:lvl1pPr>
              <a:defRPr b="1"/>
            </a:lvl1pPr>
          </a:lstStyle>
          <a:p>
            <a:r>
              <a:rPr lang="en-US"/>
              <a:t>Click to edit Master title style</a:t>
            </a:r>
          </a:p>
        </p:txBody>
      </p:sp>
      <p:sp>
        <p:nvSpPr>
          <p:cNvPr id="12" name="Text Placeholder 11">
            <a:extLst>
              <a:ext uri="{FF2B5EF4-FFF2-40B4-BE49-F238E27FC236}">
                <a16:creationId xmlns:a16="http://schemas.microsoft.com/office/drawing/2014/main" id="{5D9301CB-D124-C2F5-CEF2-1087073EEC8A}"/>
              </a:ext>
            </a:extLst>
          </p:cNvPr>
          <p:cNvSpPr>
            <a:spLocks noGrp="1"/>
          </p:cNvSpPr>
          <p:nvPr>
            <p:ph type="body" sz="quarter" idx="21"/>
          </p:nvPr>
        </p:nvSpPr>
        <p:spPr>
          <a:xfrm>
            <a:off x="546100" y="1127125"/>
            <a:ext cx="11097578"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0" name="Content Placeholder 29">
            <a:extLst>
              <a:ext uri="{FF2B5EF4-FFF2-40B4-BE49-F238E27FC236}">
                <a16:creationId xmlns:a16="http://schemas.microsoft.com/office/drawing/2014/main" id="{0BDF59AF-B2BA-5A83-3E07-990E126292C1}"/>
              </a:ext>
            </a:extLst>
          </p:cNvPr>
          <p:cNvSpPr>
            <a:spLocks noGrp="1"/>
          </p:cNvSpPr>
          <p:nvPr>
            <p:ph sz="quarter" idx="27"/>
          </p:nvPr>
        </p:nvSpPr>
        <p:spPr>
          <a:xfrm>
            <a:off x="546101" y="2425700"/>
            <a:ext cx="5445124"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6F691F75-1851-7040-01A9-AB8C9E4CA60B}"/>
              </a:ext>
            </a:extLst>
          </p:cNvPr>
          <p:cNvSpPr>
            <a:spLocks noGrp="1"/>
          </p:cNvSpPr>
          <p:nvPr>
            <p:ph sz="quarter" idx="28"/>
          </p:nvPr>
        </p:nvSpPr>
        <p:spPr>
          <a:xfrm>
            <a:off x="6194425" y="2425700"/>
            <a:ext cx="5443538"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Text Placeholder 33">
            <a:extLst>
              <a:ext uri="{FF2B5EF4-FFF2-40B4-BE49-F238E27FC236}">
                <a16:creationId xmlns:a16="http://schemas.microsoft.com/office/drawing/2014/main" id="{5FE0CD66-027F-AA7D-2F1F-385DF569B800}"/>
              </a:ext>
            </a:extLst>
          </p:cNvPr>
          <p:cNvSpPr>
            <a:spLocks noGrp="1"/>
          </p:cNvSpPr>
          <p:nvPr>
            <p:ph type="body" sz="quarter" idx="29"/>
          </p:nvPr>
        </p:nvSpPr>
        <p:spPr>
          <a:xfrm>
            <a:off x="546100" y="1849436"/>
            <a:ext cx="5445125" cy="296864"/>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6" name="Text Placeholder 35">
            <a:extLst>
              <a:ext uri="{FF2B5EF4-FFF2-40B4-BE49-F238E27FC236}">
                <a16:creationId xmlns:a16="http://schemas.microsoft.com/office/drawing/2014/main" id="{3A72DFFD-6972-74A3-175B-07193979F2E8}"/>
              </a:ext>
            </a:extLst>
          </p:cNvPr>
          <p:cNvSpPr>
            <a:spLocks noGrp="1"/>
          </p:cNvSpPr>
          <p:nvPr>
            <p:ph type="body" sz="quarter" idx="30"/>
          </p:nvPr>
        </p:nvSpPr>
        <p:spPr>
          <a:xfrm>
            <a:off x="6194425" y="1849434"/>
            <a:ext cx="5443537" cy="296866"/>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 name="Text Placeholder 15">
            <a:extLst>
              <a:ext uri="{FF2B5EF4-FFF2-40B4-BE49-F238E27FC236}">
                <a16:creationId xmlns:a16="http://schemas.microsoft.com/office/drawing/2014/main" id="{4CC30E8D-42E4-0384-765A-E32636D6AD9B}"/>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2" name="Freeform 5">
            <a:extLst>
              <a:ext uri="{FF2B5EF4-FFF2-40B4-BE49-F238E27FC236}">
                <a16:creationId xmlns:a16="http://schemas.microsoft.com/office/drawing/2014/main" id="{56FCD859-E8CD-1157-D9F9-9A6A6EAF94A2}"/>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090638483"/>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2 Column, Equal - Subhead/Icon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9" name="Title 18">
            <a:extLst>
              <a:ext uri="{FF2B5EF4-FFF2-40B4-BE49-F238E27FC236}">
                <a16:creationId xmlns:a16="http://schemas.microsoft.com/office/drawing/2014/main" id="{4203C809-6284-F504-FD1D-2F733D8EF672}"/>
              </a:ext>
            </a:extLst>
          </p:cNvPr>
          <p:cNvSpPr>
            <a:spLocks noGrp="1"/>
          </p:cNvSpPr>
          <p:nvPr>
            <p:ph type="title"/>
          </p:nvPr>
        </p:nvSpPr>
        <p:spPr>
          <a:xfrm>
            <a:off x="546100" y="552450"/>
            <a:ext cx="11091862" cy="434975"/>
          </a:xfrm>
        </p:spPr>
        <p:txBody>
          <a:bodyPr/>
          <a:lstStyle>
            <a:lvl1pPr>
              <a:defRPr b="1"/>
            </a:lvl1pPr>
          </a:lstStyle>
          <a:p>
            <a:r>
              <a:rPr lang="en-US"/>
              <a:t>Click to edit Master title style</a:t>
            </a:r>
          </a:p>
        </p:txBody>
      </p:sp>
      <p:sp>
        <p:nvSpPr>
          <p:cNvPr id="12" name="Text Placeholder 11">
            <a:extLst>
              <a:ext uri="{FF2B5EF4-FFF2-40B4-BE49-F238E27FC236}">
                <a16:creationId xmlns:a16="http://schemas.microsoft.com/office/drawing/2014/main" id="{9DBD8FF5-701A-95F4-260E-E54FC660C38F}"/>
              </a:ext>
            </a:extLst>
          </p:cNvPr>
          <p:cNvSpPr>
            <a:spLocks noGrp="1"/>
          </p:cNvSpPr>
          <p:nvPr>
            <p:ph type="body" sz="quarter" idx="41"/>
          </p:nvPr>
        </p:nvSpPr>
        <p:spPr>
          <a:xfrm>
            <a:off x="546100" y="1127124"/>
            <a:ext cx="11094211" cy="295276"/>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7" name="Content Placeholder 16">
            <a:extLst>
              <a:ext uri="{FF2B5EF4-FFF2-40B4-BE49-F238E27FC236}">
                <a16:creationId xmlns:a16="http://schemas.microsoft.com/office/drawing/2014/main" id="{EE99AD3F-BADC-0A62-5455-2F629230E03A}"/>
              </a:ext>
            </a:extLst>
          </p:cNvPr>
          <p:cNvSpPr>
            <a:spLocks noGrp="1"/>
          </p:cNvSpPr>
          <p:nvPr>
            <p:ph sz="quarter" idx="43"/>
          </p:nvPr>
        </p:nvSpPr>
        <p:spPr>
          <a:xfrm>
            <a:off x="546100" y="3295650"/>
            <a:ext cx="5445125" cy="2437637"/>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Content Placeholder 24">
            <a:extLst>
              <a:ext uri="{FF2B5EF4-FFF2-40B4-BE49-F238E27FC236}">
                <a16:creationId xmlns:a16="http://schemas.microsoft.com/office/drawing/2014/main" id="{F13C4FDE-A81E-EF79-BD4B-61C6431C7630}"/>
              </a:ext>
            </a:extLst>
          </p:cNvPr>
          <p:cNvSpPr>
            <a:spLocks noGrp="1"/>
          </p:cNvSpPr>
          <p:nvPr>
            <p:ph sz="quarter" idx="44"/>
          </p:nvPr>
        </p:nvSpPr>
        <p:spPr>
          <a:xfrm>
            <a:off x="6194425" y="3295650"/>
            <a:ext cx="5443536" cy="2437638"/>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26">
            <a:extLst>
              <a:ext uri="{FF2B5EF4-FFF2-40B4-BE49-F238E27FC236}">
                <a16:creationId xmlns:a16="http://schemas.microsoft.com/office/drawing/2014/main" id="{79AA7307-4097-61A7-6D7C-E1E31662FD7C}"/>
              </a:ext>
            </a:extLst>
          </p:cNvPr>
          <p:cNvSpPr>
            <a:spLocks noGrp="1"/>
          </p:cNvSpPr>
          <p:nvPr>
            <p:ph type="body" sz="quarter" idx="45"/>
          </p:nvPr>
        </p:nvSpPr>
        <p:spPr>
          <a:xfrm>
            <a:off x="546100" y="2714625"/>
            <a:ext cx="5445125" cy="295276"/>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9" name="Text Placeholder 28">
            <a:extLst>
              <a:ext uri="{FF2B5EF4-FFF2-40B4-BE49-F238E27FC236}">
                <a16:creationId xmlns:a16="http://schemas.microsoft.com/office/drawing/2014/main" id="{B89766A0-7AF7-514F-D906-7F7B54DCA000}"/>
              </a:ext>
            </a:extLst>
          </p:cNvPr>
          <p:cNvSpPr>
            <a:spLocks noGrp="1"/>
          </p:cNvSpPr>
          <p:nvPr>
            <p:ph type="body" sz="quarter" idx="46"/>
          </p:nvPr>
        </p:nvSpPr>
        <p:spPr>
          <a:xfrm>
            <a:off x="6192838" y="2714625"/>
            <a:ext cx="5445125" cy="294511"/>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EDBD991D-BB78-85F0-B91E-EBC747AE6986}"/>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3" name="Freeform 5">
            <a:extLst>
              <a:ext uri="{FF2B5EF4-FFF2-40B4-BE49-F238E27FC236}">
                <a16:creationId xmlns:a16="http://schemas.microsoft.com/office/drawing/2014/main" id="{2FEBD50D-5206-AC4E-D8CA-B4660A4466B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369400842"/>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5" name="Title 4">
            <a:extLst>
              <a:ext uri="{FF2B5EF4-FFF2-40B4-BE49-F238E27FC236}">
                <a16:creationId xmlns:a16="http://schemas.microsoft.com/office/drawing/2014/main" id="{4D3A07AB-930B-F509-FF11-FF7EA66F18A9}"/>
              </a:ext>
            </a:extLst>
          </p:cNvPr>
          <p:cNvSpPr>
            <a:spLocks noGrp="1"/>
          </p:cNvSpPr>
          <p:nvPr>
            <p:ph type="title"/>
          </p:nvPr>
        </p:nvSpPr>
        <p:spPr>
          <a:xfrm>
            <a:off x="546100" y="552450"/>
            <a:ext cx="11091862" cy="434975"/>
          </a:xfrm>
        </p:spPr>
        <p:txBody>
          <a:bodyPr/>
          <a:lstStyle>
            <a:lvl1pPr>
              <a:defRPr b="1"/>
            </a:lvl1pPr>
          </a:lstStyle>
          <a:p>
            <a:r>
              <a:rPr lang="en-US"/>
              <a:t>Click to edit Master title style</a:t>
            </a:r>
          </a:p>
        </p:txBody>
      </p:sp>
      <p:sp>
        <p:nvSpPr>
          <p:cNvPr id="12" name="Text Placeholder 10">
            <a:extLst>
              <a:ext uri="{FF2B5EF4-FFF2-40B4-BE49-F238E27FC236}">
                <a16:creationId xmlns:a16="http://schemas.microsoft.com/office/drawing/2014/main" id="{E7C5C99F-2E27-32AA-A2BB-FD22347F3EE1}"/>
              </a:ext>
            </a:extLst>
          </p:cNvPr>
          <p:cNvSpPr>
            <a:spLocks noGrp="1"/>
          </p:cNvSpPr>
          <p:nvPr>
            <p:ph type="body" sz="quarter" idx="21"/>
          </p:nvPr>
        </p:nvSpPr>
        <p:spPr>
          <a:xfrm>
            <a:off x="546100" y="1127125"/>
            <a:ext cx="11094211" cy="296861"/>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4" name="Content Placeholder 22">
            <a:extLst>
              <a:ext uri="{FF2B5EF4-FFF2-40B4-BE49-F238E27FC236}">
                <a16:creationId xmlns:a16="http://schemas.microsoft.com/office/drawing/2014/main" id="{C12BF8D2-A9C1-A94F-0BD2-3090AFC52369}"/>
              </a:ext>
            </a:extLst>
          </p:cNvPr>
          <p:cNvSpPr>
            <a:spLocks noGrp="1"/>
          </p:cNvSpPr>
          <p:nvPr>
            <p:ph sz="quarter" idx="23"/>
          </p:nvPr>
        </p:nvSpPr>
        <p:spPr>
          <a:xfrm>
            <a:off x="546100" y="2425700"/>
            <a:ext cx="3524249"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4">
            <a:extLst>
              <a:ext uri="{FF2B5EF4-FFF2-40B4-BE49-F238E27FC236}">
                <a16:creationId xmlns:a16="http://schemas.microsoft.com/office/drawing/2014/main" id="{9CD544D2-832B-F777-218B-C0F2BDC73B8C}"/>
              </a:ext>
            </a:extLst>
          </p:cNvPr>
          <p:cNvSpPr>
            <a:spLocks noGrp="1"/>
          </p:cNvSpPr>
          <p:nvPr>
            <p:ph sz="quarter" idx="24"/>
          </p:nvPr>
        </p:nvSpPr>
        <p:spPr>
          <a:xfrm>
            <a:off x="4333715" y="2425700"/>
            <a:ext cx="3520440"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65B5C789-A5F1-EB2A-667A-4B57F4569728}"/>
              </a:ext>
            </a:extLst>
          </p:cNvPr>
          <p:cNvSpPr>
            <a:spLocks noGrp="1"/>
          </p:cNvSpPr>
          <p:nvPr>
            <p:ph sz="quarter" idx="25"/>
          </p:nvPr>
        </p:nvSpPr>
        <p:spPr>
          <a:xfrm>
            <a:off x="8117522" y="2425701"/>
            <a:ext cx="3520440" cy="3441699"/>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3">
            <a:extLst>
              <a:ext uri="{FF2B5EF4-FFF2-40B4-BE49-F238E27FC236}">
                <a16:creationId xmlns:a16="http://schemas.microsoft.com/office/drawing/2014/main" id="{72BCF22D-7BA9-AFDD-8C6C-56F01183A358}"/>
              </a:ext>
            </a:extLst>
          </p:cNvPr>
          <p:cNvSpPr>
            <a:spLocks noGrp="1"/>
          </p:cNvSpPr>
          <p:nvPr>
            <p:ph type="body" sz="quarter" idx="29"/>
          </p:nvPr>
        </p:nvSpPr>
        <p:spPr>
          <a:xfrm>
            <a:off x="546100" y="1849436"/>
            <a:ext cx="3524249" cy="296861"/>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18" name="Text Placeholder 35">
            <a:extLst>
              <a:ext uri="{FF2B5EF4-FFF2-40B4-BE49-F238E27FC236}">
                <a16:creationId xmlns:a16="http://schemas.microsoft.com/office/drawing/2014/main" id="{57D9938D-921A-98B4-2E9A-9625F5D4F3CA}"/>
              </a:ext>
            </a:extLst>
          </p:cNvPr>
          <p:cNvSpPr>
            <a:spLocks noGrp="1"/>
          </p:cNvSpPr>
          <p:nvPr>
            <p:ph type="body" sz="quarter" idx="30"/>
          </p:nvPr>
        </p:nvSpPr>
        <p:spPr>
          <a:xfrm>
            <a:off x="4333715" y="1849436"/>
            <a:ext cx="352044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7" name="Text Placeholder 26">
            <a:extLst>
              <a:ext uri="{FF2B5EF4-FFF2-40B4-BE49-F238E27FC236}">
                <a16:creationId xmlns:a16="http://schemas.microsoft.com/office/drawing/2014/main" id="{447DAA16-0F93-6662-9A40-3E39052A6110}"/>
              </a:ext>
            </a:extLst>
          </p:cNvPr>
          <p:cNvSpPr>
            <a:spLocks noGrp="1"/>
          </p:cNvSpPr>
          <p:nvPr>
            <p:ph type="body" sz="quarter" idx="31"/>
          </p:nvPr>
        </p:nvSpPr>
        <p:spPr>
          <a:xfrm>
            <a:off x="8117522" y="1849436"/>
            <a:ext cx="352044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5CAF1221-6A5A-0633-8A9B-749363B15EC4}"/>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3" name="Freeform 5">
            <a:extLst>
              <a:ext uri="{FF2B5EF4-FFF2-40B4-BE49-F238E27FC236}">
                <a16:creationId xmlns:a16="http://schemas.microsoft.com/office/drawing/2014/main" id="{108F7FB7-B0F4-2E01-D444-E1B7E3B22AE7}"/>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945089509"/>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4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5" name="Title 14">
            <a:extLst>
              <a:ext uri="{FF2B5EF4-FFF2-40B4-BE49-F238E27FC236}">
                <a16:creationId xmlns:a16="http://schemas.microsoft.com/office/drawing/2014/main" id="{EAD91B94-EA98-484A-C309-7B941BD49803}"/>
              </a:ext>
            </a:extLst>
          </p:cNvPr>
          <p:cNvSpPr>
            <a:spLocks noGrp="1"/>
          </p:cNvSpPr>
          <p:nvPr>
            <p:ph type="title"/>
          </p:nvPr>
        </p:nvSpPr>
        <p:spPr>
          <a:xfrm>
            <a:off x="546101" y="552450"/>
            <a:ext cx="11091862" cy="434975"/>
          </a:xfrm>
        </p:spPr>
        <p:txBody>
          <a:bodyPr/>
          <a:lstStyle>
            <a:lvl1pPr>
              <a:defRPr b="1"/>
            </a:lvl1pPr>
          </a:lstStyle>
          <a:p>
            <a:r>
              <a:rPr lang="en-US"/>
              <a:t>Click to edit Master title style</a:t>
            </a:r>
          </a:p>
        </p:txBody>
      </p:sp>
      <p:sp>
        <p:nvSpPr>
          <p:cNvPr id="20" name="Text Placeholder 10">
            <a:extLst>
              <a:ext uri="{FF2B5EF4-FFF2-40B4-BE49-F238E27FC236}">
                <a16:creationId xmlns:a16="http://schemas.microsoft.com/office/drawing/2014/main" id="{E816675F-4CFF-1424-BC2E-EB168984C8A9}"/>
              </a:ext>
            </a:extLst>
          </p:cNvPr>
          <p:cNvSpPr>
            <a:spLocks noGrp="1"/>
          </p:cNvSpPr>
          <p:nvPr>
            <p:ph type="body" sz="quarter" idx="21"/>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2" name="Content Placeholder 22">
            <a:extLst>
              <a:ext uri="{FF2B5EF4-FFF2-40B4-BE49-F238E27FC236}">
                <a16:creationId xmlns:a16="http://schemas.microsoft.com/office/drawing/2014/main" id="{13CECA2D-47BD-D0C9-FDDA-04E397E25899}"/>
              </a:ext>
            </a:extLst>
          </p:cNvPr>
          <p:cNvSpPr>
            <a:spLocks noGrp="1"/>
          </p:cNvSpPr>
          <p:nvPr>
            <p:ph sz="quarter" idx="23"/>
          </p:nvPr>
        </p:nvSpPr>
        <p:spPr>
          <a:xfrm>
            <a:off x="546101" y="2425700"/>
            <a:ext cx="2619374"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4">
            <a:extLst>
              <a:ext uri="{FF2B5EF4-FFF2-40B4-BE49-F238E27FC236}">
                <a16:creationId xmlns:a16="http://schemas.microsoft.com/office/drawing/2014/main" id="{662EF311-9306-5498-F3D9-6F3991FF1E09}"/>
              </a:ext>
            </a:extLst>
          </p:cNvPr>
          <p:cNvSpPr>
            <a:spLocks noGrp="1"/>
          </p:cNvSpPr>
          <p:nvPr>
            <p:ph sz="quarter" idx="24"/>
          </p:nvPr>
        </p:nvSpPr>
        <p:spPr>
          <a:xfrm>
            <a:off x="3367088" y="2425700"/>
            <a:ext cx="2625725"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0">
            <a:extLst>
              <a:ext uri="{FF2B5EF4-FFF2-40B4-BE49-F238E27FC236}">
                <a16:creationId xmlns:a16="http://schemas.microsoft.com/office/drawing/2014/main" id="{3A80FA08-2EA7-E26E-1786-7FC321C07BC6}"/>
              </a:ext>
            </a:extLst>
          </p:cNvPr>
          <p:cNvSpPr>
            <a:spLocks noGrp="1"/>
          </p:cNvSpPr>
          <p:nvPr>
            <p:ph sz="quarter" idx="25"/>
          </p:nvPr>
        </p:nvSpPr>
        <p:spPr>
          <a:xfrm>
            <a:off x="6194426" y="2425701"/>
            <a:ext cx="2619375" cy="3441699"/>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ext Placeholder 33">
            <a:extLst>
              <a:ext uri="{FF2B5EF4-FFF2-40B4-BE49-F238E27FC236}">
                <a16:creationId xmlns:a16="http://schemas.microsoft.com/office/drawing/2014/main" id="{6F3D1EEF-0D0B-1B3D-790A-E903BCE7629F}"/>
              </a:ext>
            </a:extLst>
          </p:cNvPr>
          <p:cNvSpPr>
            <a:spLocks noGrp="1"/>
          </p:cNvSpPr>
          <p:nvPr>
            <p:ph type="body" sz="quarter" idx="29"/>
          </p:nvPr>
        </p:nvSpPr>
        <p:spPr>
          <a:xfrm>
            <a:off x="546100" y="1849436"/>
            <a:ext cx="2619375" cy="296861"/>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6" name="Text Placeholder 35">
            <a:extLst>
              <a:ext uri="{FF2B5EF4-FFF2-40B4-BE49-F238E27FC236}">
                <a16:creationId xmlns:a16="http://schemas.microsoft.com/office/drawing/2014/main" id="{F3E66951-696C-1D73-0C63-711EFABB807E}"/>
              </a:ext>
            </a:extLst>
          </p:cNvPr>
          <p:cNvSpPr>
            <a:spLocks noGrp="1"/>
          </p:cNvSpPr>
          <p:nvPr>
            <p:ph type="body" sz="quarter" idx="30"/>
          </p:nvPr>
        </p:nvSpPr>
        <p:spPr>
          <a:xfrm>
            <a:off x="3367089" y="1849438"/>
            <a:ext cx="2625725" cy="2968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7" name="Text Placeholder 26">
            <a:extLst>
              <a:ext uri="{FF2B5EF4-FFF2-40B4-BE49-F238E27FC236}">
                <a16:creationId xmlns:a16="http://schemas.microsoft.com/office/drawing/2014/main" id="{22CCB024-1C7A-358D-17AA-DB143CC33E1A}"/>
              </a:ext>
            </a:extLst>
          </p:cNvPr>
          <p:cNvSpPr>
            <a:spLocks noGrp="1"/>
          </p:cNvSpPr>
          <p:nvPr>
            <p:ph type="body" sz="quarter" idx="31"/>
          </p:nvPr>
        </p:nvSpPr>
        <p:spPr>
          <a:xfrm>
            <a:off x="6194426" y="1849438"/>
            <a:ext cx="2619375" cy="2968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9" name="Content Placeholder 38">
            <a:extLst>
              <a:ext uri="{FF2B5EF4-FFF2-40B4-BE49-F238E27FC236}">
                <a16:creationId xmlns:a16="http://schemas.microsoft.com/office/drawing/2014/main" id="{4C336508-10E1-4F40-6089-6E416628EAAC}"/>
              </a:ext>
            </a:extLst>
          </p:cNvPr>
          <p:cNvSpPr>
            <a:spLocks noGrp="1"/>
          </p:cNvSpPr>
          <p:nvPr>
            <p:ph sz="quarter" idx="32"/>
          </p:nvPr>
        </p:nvSpPr>
        <p:spPr>
          <a:xfrm>
            <a:off x="9015415" y="2425700"/>
            <a:ext cx="2622548"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Text Placeholder 40">
            <a:extLst>
              <a:ext uri="{FF2B5EF4-FFF2-40B4-BE49-F238E27FC236}">
                <a16:creationId xmlns:a16="http://schemas.microsoft.com/office/drawing/2014/main" id="{53BBD7EF-C3BF-D4E8-EF2B-6BC68E04ACCA}"/>
              </a:ext>
            </a:extLst>
          </p:cNvPr>
          <p:cNvSpPr>
            <a:spLocks noGrp="1"/>
          </p:cNvSpPr>
          <p:nvPr>
            <p:ph type="body" sz="quarter" idx="33"/>
          </p:nvPr>
        </p:nvSpPr>
        <p:spPr>
          <a:xfrm>
            <a:off x="9015412" y="1849436"/>
            <a:ext cx="2622549" cy="296862"/>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4" name="Text Placeholder 15">
            <a:extLst>
              <a:ext uri="{FF2B5EF4-FFF2-40B4-BE49-F238E27FC236}">
                <a16:creationId xmlns:a16="http://schemas.microsoft.com/office/drawing/2014/main" id="{1B23D40B-9D9F-F3EF-0095-140FDCB912B7}"/>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2" name="Freeform 5">
            <a:extLst>
              <a:ext uri="{FF2B5EF4-FFF2-40B4-BE49-F238E27FC236}">
                <a16:creationId xmlns:a16="http://schemas.microsoft.com/office/drawing/2014/main" id="{6156507B-072C-8B0F-1D65-BF8332968C03}"/>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447004716"/>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2 Column, Photo - Subhea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194424" y="0"/>
            <a:ext cx="5997575" cy="6858000"/>
          </a:xfrm>
          <a:solidFill>
            <a:schemeClr val="bg1">
              <a:lumMod val="65000"/>
            </a:schemeClr>
          </a:solidFill>
        </p:spPr>
        <p:txBody>
          <a:bodyPr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6" name="Title 5">
            <a:extLst>
              <a:ext uri="{FF2B5EF4-FFF2-40B4-BE49-F238E27FC236}">
                <a16:creationId xmlns:a16="http://schemas.microsoft.com/office/drawing/2014/main" id="{FA65A5E6-24CF-BD36-5E96-8042A9E0ECC7}"/>
              </a:ext>
            </a:extLst>
          </p:cNvPr>
          <p:cNvSpPr>
            <a:spLocks noGrp="1"/>
          </p:cNvSpPr>
          <p:nvPr>
            <p:ph type="title"/>
          </p:nvPr>
        </p:nvSpPr>
        <p:spPr>
          <a:xfrm>
            <a:off x="546100" y="552450"/>
            <a:ext cx="5444329" cy="434975"/>
          </a:xfrm>
        </p:spPr>
        <p:txBody>
          <a:bodyPr/>
          <a:lstStyle>
            <a:lvl1pPr>
              <a:defRPr b="1"/>
            </a:lvl1pPr>
          </a:lstStyle>
          <a:p>
            <a:r>
              <a:rPr lang="en-US"/>
              <a:t>Click to edit Master title style</a:t>
            </a:r>
          </a:p>
        </p:txBody>
      </p:sp>
      <p:sp>
        <p:nvSpPr>
          <p:cNvPr id="16" name="Text Placeholder 11">
            <a:extLst>
              <a:ext uri="{FF2B5EF4-FFF2-40B4-BE49-F238E27FC236}">
                <a16:creationId xmlns:a16="http://schemas.microsoft.com/office/drawing/2014/main" id="{163054C7-C247-490C-C290-6EB0D4E9DC74}"/>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8" name="Content Placeholder 29">
            <a:extLst>
              <a:ext uri="{FF2B5EF4-FFF2-40B4-BE49-F238E27FC236}">
                <a16:creationId xmlns:a16="http://schemas.microsoft.com/office/drawing/2014/main" id="{75ADEAFE-4009-A3BC-3F86-F58A050AF5C0}"/>
              </a:ext>
            </a:extLst>
          </p:cNvPr>
          <p:cNvSpPr>
            <a:spLocks noGrp="1"/>
          </p:cNvSpPr>
          <p:nvPr>
            <p:ph sz="quarter" idx="27"/>
          </p:nvPr>
        </p:nvSpPr>
        <p:spPr>
          <a:xfrm>
            <a:off x="546892" y="2425700"/>
            <a:ext cx="5444333"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33">
            <a:extLst>
              <a:ext uri="{FF2B5EF4-FFF2-40B4-BE49-F238E27FC236}">
                <a16:creationId xmlns:a16="http://schemas.microsoft.com/office/drawing/2014/main" id="{C8FCEF29-492C-8F4E-A702-5AD89C03B6B4}"/>
              </a:ext>
            </a:extLst>
          </p:cNvPr>
          <p:cNvSpPr>
            <a:spLocks noGrp="1"/>
          </p:cNvSpPr>
          <p:nvPr>
            <p:ph type="body" sz="quarter" idx="29"/>
          </p:nvPr>
        </p:nvSpPr>
        <p:spPr>
          <a:xfrm>
            <a:off x="546893" y="1849437"/>
            <a:ext cx="5444332"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784A1C5E-04C1-2EA8-0F18-04949676E62B}"/>
              </a:ext>
            </a:extLst>
          </p:cNvPr>
          <p:cNvSpPr>
            <a:spLocks noGrp="1"/>
          </p:cNvSpPr>
          <p:nvPr>
            <p:ph type="body" sz="quarter" idx="19" hasCustomPrompt="1"/>
          </p:nvPr>
        </p:nvSpPr>
        <p:spPr>
          <a:xfrm>
            <a:off x="546099" y="6019800"/>
            <a:ext cx="5470653"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3" name="Freeform 5">
            <a:extLst>
              <a:ext uri="{FF2B5EF4-FFF2-40B4-BE49-F238E27FC236}">
                <a16:creationId xmlns:a16="http://schemas.microsoft.com/office/drawing/2014/main" id="{8BBE648E-0B4C-2182-6968-719513227808}"/>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00218533"/>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Dynamic Slices 1 / Light - Subhea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chemeClr val="bg1">
              <a:lumMod val="65000"/>
            </a:schemeClr>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chemeClr val="bg1">
              <a:lumMod val="65000"/>
            </a:schemeClr>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12" name="Title 11">
            <a:extLst>
              <a:ext uri="{FF2B5EF4-FFF2-40B4-BE49-F238E27FC236}">
                <a16:creationId xmlns:a16="http://schemas.microsoft.com/office/drawing/2014/main" id="{4B789C02-8217-29F3-CCBF-88E3D196B36D}"/>
              </a:ext>
            </a:extLst>
          </p:cNvPr>
          <p:cNvSpPr>
            <a:spLocks noGrp="1"/>
          </p:cNvSpPr>
          <p:nvPr>
            <p:ph type="title"/>
          </p:nvPr>
        </p:nvSpPr>
        <p:spPr>
          <a:xfrm>
            <a:off x="546100" y="552450"/>
            <a:ext cx="6851651" cy="434975"/>
          </a:xfrm>
        </p:spPr>
        <p:txBody>
          <a:bodyPr/>
          <a:lstStyle>
            <a:lvl1pPr>
              <a:defRPr b="1"/>
            </a:lvl1pPr>
          </a:lstStyle>
          <a:p>
            <a:r>
              <a:rPr lang="en-US"/>
              <a:t>Click to edit Master title style</a:t>
            </a:r>
          </a:p>
        </p:txBody>
      </p:sp>
      <p:sp>
        <p:nvSpPr>
          <p:cNvPr id="5" name="Text Placeholder 11">
            <a:extLst>
              <a:ext uri="{FF2B5EF4-FFF2-40B4-BE49-F238E27FC236}">
                <a16:creationId xmlns:a16="http://schemas.microsoft.com/office/drawing/2014/main" id="{8BA902E5-1959-8D93-356A-51055AFC1FFA}"/>
              </a:ext>
            </a:extLst>
          </p:cNvPr>
          <p:cNvSpPr>
            <a:spLocks noGrp="1"/>
          </p:cNvSpPr>
          <p:nvPr>
            <p:ph type="body" sz="quarter" idx="23"/>
          </p:nvPr>
        </p:nvSpPr>
        <p:spPr>
          <a:xfrm>
            <a:off x="546100" y="1127125"/>
            <a:ext cx="6853046"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1" name="Content Placeholder 29">
            <a:extLst>
              <a:ext uri="{FF2B5EF4-FFF2-40B4-BE49-F238E27FC236}">
                <a16:creationId xmlns:a16="http://schemas.microsoft.com/office/drawing/2014/main" id="{9FBDFEC1-9F37-0749-6D25-E3B502E7E966}"/>
              </a:ext>
            </a:extLst>
          </p:cNvPr>
          <p:cNvSpPr>
            <a:spLocks noGrp="1"/>
          </p:cNvSpPr>
          <p:nvPr>
            <p:ph sz="quarter" idx="27"/>
          </p:nvPr>
        </p:nvSpPr>
        <p:spPr>
          <a:xfrm>
            <a:off x="546894" y="2425700"/>
            <a:ext cx="6850856"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33">
            <a:extLst>
              <a:ext uri="{FF2B5EF4-FFF2-40B4-BE49-F238E27FC236}">
                <a16:creationId xmlns:a16="http://schemas.microsoft.com/office/drawing/2014/main" id="{F955E566-2D25-F593-52AC-63C9C65B51E7}"/>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2146C6B3-79A7-75B4-A7CB-F11700C4B060}"/>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3" name="Freeform 5">
            <a:extLst>
              <a:ext uri="{FF2B5EF4-FFF2-40B4-BE49-F238E27FC236}">
                <a16:creationId xmlns:a16="http://schemas.microsoft.com/office/drawing/2014/main" id="{3903E591-5482-5B20-F994-23F01C04C3F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34853550"/>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Dynamic Slices 1 / Dark">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rgbClr val="A6A9AA"/>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rgbClr val="A6A9AA"/>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5" name="Title 4">
            <a:extLst>
              <a:ext uri="{FF2B5EF4-FFF2-40B4-BE49-F238E27FC236}">
                <a16:creationId xmlns:a16="http://schemas.microsoft.com/office/drawing/2014/main" id="{DFA82EE6-606F-A412-2CF2-001ACBC3F752}"/>
              </a:ext>
            </a:extLst>
          </p:cNvPr>
          <p:cNvSpPr>
            <a:spLocks noGrp="1"/>
          </p:cNvSpPr>
          <p:nvPr>
            <p:ph type="title"/>
          </p:nvPr>
        </p:nvSpPr>
        <p:spPr>
          <a:xfrm>
            <a:off x="546892" y="552449"/>
            <a:ext cx="6849111" cy="434975"/>
          </a:xfrm>
        </p:spPr>
        <p:txBody>
          <a:bodyPr/>
          <a:lstStyle>
            <a:lvl1pPr>
              <a:defRPr b="1">
                <a:solidFill>
                  <a:schemeClr val="accent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98C27CD0-E7ED-0F06-9583-C2455E4C7100}"/>
              </a:ext>
            </a:extLst>
          </p:cNvPr>
          <p:cNvSpPr>
            <a:spLocks noGrp="1"/>
          </p:cNvSpPr>
          <p:nvPr>
            <p:ph type="body" sz="quarter" idx="18"/>
          </p:nvPr>
        </p:nvSpPr>
        <p:spPr>
          <a:xfrm>
            <a:off x="548640" y="1127126"/>
            <a:ext cx="6849110" cy="295274"/>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tx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tx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153D2C7A-DCFA-04C5-B25D-045A4E287A01}"/>
              </a:ext>
            </a:extLst>
          </p:cNvPr>
          <p:cNvSpPr>
            <a:spLocks noGrp="1"/>
          </p:cNvSpPr>
          <p:nvPr>
            <p:ph type="body" sz="quarter" idx="19" hasCustomPrompt="1"/>
          </p:nvPr>
        </p:nvSpPr>
        <p:spPr>
          <a:xfrm>
            <a:off x="546540" y="6019800"/>
            <a:ext cx="6849111" cy="292099"/>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17" name="Content Placeholder 25">
            <a:extLst>
              <a:ext uri="{FF2B5EF4-FFF2-40B4-BE49-F238E27FC236}">
                <a16:creationId xmlns:a16="http://schemas.microsoft.com/office/drawing/2014/main" id="{C0678888-447D-EFD9-9770-C2B47B8E8D77}"/>
              </a:ext>
            </a:extLst>
          </p:cNvPr>
          <p:cNvSpPr>
            <a:spLocks noGrp="1"/>
          </p:cNvSpPr>
          <p:nvPr>
            <p:ph sz="quarter" idx="23"/>
          </p:nvPr>
        </p:nvSpPr>
        <p:spPr>
          <a:xfrm>
            <a:off x="546540" y="1849438"/>
            <a:ext cx="6851209" cy="4017962"/>
          </a:xfrm>
        </p:spPr>
        <p:txBody>
          <a:bodyPr/>
          <a:lstStyle>
            <a:lvl3pPr>
              <a:buClr>
                <a:schemeClr val="tx1"/>
              </a:buClr>
              <a:defRPr/>
            </a:lvl3pPr>
            <a:lvl5pPr>
              <a:buClr>
                <a:schemeClr val="tx1"/>
              </a:buClr>
              <a:defRPr/>
            </a:lvl5pPr>
            <a:lvl7pPr>
              <a:buClr>
                <a:schemeClr val="tx1"/>
              </a:buClr>
              <a:defRPr/>
            </a:lvl7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reeform 5">
            <a:extLst>
              <a:ext uri="{FF2B5EF4-FFF2-40B4-BE49-F238E27FC236}">
                <a16:creationId xmlns:a16="http://schemas.microsoft.com/office/drawing/2014/main" id="{EEC57330-93DD-4ACF-46E0-F0C3473B1B0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396910027"/>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Dynamic Slices 1 / Dark - Subhead">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rgbClr val="A6A9AA"/>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rgbClr val="A6A9AA"/>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12" name="Title 11">
            <a:extLst>
              <a:ext uri="{FF2B5EF4-FFF2-40B4-BE49-F238E27FC236}">
                <a16:creationId xmlns:a16="http://schemas.microsoft.com/office/drawing/2014/main" id="{2C685442-9E1D-96DF-CF89-A92CB871F5BC}"/>
              </a:ext>
            </a:extLst>
          </p:cNvPr>
          <p:cNvSpPr>
            <a:spLocks noGrp="1"/>
          </p:cNvSpPr>
          <p:nvPr>
            <p:ph type="title"/>
          </p:nvPr>
        </p:nvSpPr>
        <p:spPr>
          <a:xfrm>
            <a:off x="546891" y="552450"/>
            <a:ext cx="6850858" cy="428626"/>
          </a:xfrm>
        </p:spPr>
        <p:txBody>
          <a:bodyPr/>
          <a:lstStyle>
            <a:lvl1pPr>
              <a:defRPr b="1">
                <a:solidFill>
                  <a:schemeClr val="accent1"/>
                </a:solidFill>
              </a:defRPr>
            </a:lvl1pPr>
          </a:lstStyle>
          <a:p>
            <a:r>
              <a:rPr lang="en-US"/>
              <a:t>Click to edit Master title style</a:t>
            </a:r>
          </a:p>
        </p:txBody>
      </p:sp>
      <p:sp>
        <p:nvSpPr>
          <p:cNvPr id="19" name="Text Placeholder 11">
            <a:extLst>
              <a:ext uri="{FF2B5EF4-FFF2-40B4-BE49-F238E27FC236}">
                <a16:creationId xmlns:a16="http://schemas.microsoft.com/office/drawing/2014/main" id="{9E6A5714-8F29-43FB-2C8C-E2BDF9308AA2}"/>
              </a:ext>
            </a:extLst>
          </p:cNvPr>
          <p:cNvSpPr>
            <a:spLocks noGrp="1"/>
          </p:cNvSpPr>
          <p:nvPr>
            <p:ph type="body" sz="quarter" idx="23"/>
          </p:nvPr>
        </p:nvSpPr>
        <p:spPr>
          <a:xfrm>
            <a:off x="546891" y="1127125"/>
            <a:ext cx="6852254"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tx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tx1"/>
                </a:solidFill>
                <a:latin typeface="+mj-lt"/>
                <a:ea typeface="GT America Regular" charset="0"/>
                <a:cs typeface="GT America Regular" charset="0"/>
              </a:defRPr>
            </a:lvl9pPr>
          </a:lstStyle>
          <a:p>
            <a:pPr lvl="0"/>
            <a:r>
              <a:rPr lang="en-US"/>
              <a:t>Click to edit Master text styles</a:t>
            </a:r>
          </a:p>
        </p:txBody>
      </p:sp>
      <p:sp>
        <p:nvSpPr>
          <p:cNvPr id="23" name="Text Placeholder 33">
            <a:extLst>
              <a:ext uri="{FF2B5EF4-FFF2-40B4-BE49-F238E27FC236}">
                <a16:creationId xmlns:a16="http://schemas.microsoft.com/office/drawing/2014/main" id="{2B526351-496B-235F-61A3-4656D3654893}"/>
              </a:ext>
            </a:extLst>
          </p:cNvPr>
          <p:cNvSpPr>
            <a:spLocks noGrp="1"/>
          </p:cNvSpPr>
          <p:nvPr>
            <p:ph type="body" sz="quarter" idx="29"/>
          </p:nvPr>
        </p:nvSpPr>
        <p:spPr>
          <a:xfrm>
            <a:off x="539750" y="1849437"/>
            <a:ext cx="6857999"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4" name="Content Placeholder 25">
            <a:extLst>
              <a:ext uri="{FF2B5EF4-FFF2-40B4-BE49-F238E27FC236}">
                <a16:creationId xmlns:a16="http://schemas.microsoft.com/office/drawing/2014/main" id="{8D981F7B-3DFA-DAB1-22F5-DA649A21F2D3}"/>
              </a:ext>
            </a:extLst>
          </p:cNvPr>
          <p:cNvSpPr>
            <a:spLocks noGrp="1"/>
          </p:cNvSpPr>
          <p:nvPr>
            <p:ph sz="quarter" idx="45"/>
          </p:nvPr>
        </p:nvSpPr>
        <p:spPr>
          <a:xfrm>
            <a:off x="546891" y="2425700"/>
            <a:ext cx="6850859" cy="3441700"/>
          </a:xfrm>
        </p:spPr>
        <p:txBody>
          <a:bodyPr/>
          <a:lstStyle>
            <a:lvl3pPr>
              <a:buClr>
                <a:schemeClr val="tx1"/>
              </a:buClr>
              <a:defRPr/>
            </a:lvl3pPr>
            <a:lvl5pPr>
              <a:buClr>
                <a:schemeClr val="tx1"/>
              </a:buClr>
              <a:defRPr/>
            </a:lvl5pPr>
            <a:lvl7pPr>
              <a:buClr>
                <a:schemeClr val="tx1"/>
              </a:buClr>
              <a:defRPr/>
            </a:lvl7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5">
            <a:extLst>
              <a:ext uri="{FF2B5EF4-FFF2-40B4-BE49-F238E27FC236}">
                <a16:creationId xmlns:a16="http://schemas.microsoft.com/office/drawing/2014/main" id="{744F74C0-A29C-C2D6-30C6-B4F4CA9322B7}"/>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chemeClr val="tx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3" name="Freeform 5">
            <a:extLst>
              <a:ext uri="{FF2B5EF4-FFF2-40B4-BE49-F238E27FC236}">
                <a16:creationId xmlns:a16="http://schemas.microsoft.com/office/drawing/2014/main" id="{7047EC6C-8EB1-E762-D32C-8279EC73C7C1}"/>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93701217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Dynamic Slices 2 / Light - Subhea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94E9E3F-0E54-D2AC-2C3B-B2AD042CCF2F}"/>
              </a:ext>
            </a:extLst>
          </p:cNvPr>
          <p:cNvSpPr/>
          <p:nvPr/>
        </p:nvSpPr>
        <p:spPr>
          <a:xfrm>
            <a:off x="8125764" y="1566863"/>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096000" y="0"/>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164864" y="6311900"/>
            <a:ext cx="3236581" cy="269875"/>
          </a:xfrm>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12" name="Title 11">
            <a:extLst>
              <a:ext uri="{FF2B5EF4-FFF2-40B4-BE49-F238E27FC236}">
                <a16:creationId xmlns:a16="http://schemas.microsoft.com/office/drawing/2014/main" id="{B6A2B7E6-3059-8E4F-3CF4-F1E41E44420F}"/>
              </a:ext>
            </a:extLst>
          </p:cNvPr>
          <p:cNvSpPr>
            <a:spLocks noGrp="1"/>
          </p:cNvSpPr>
          <p:nvPr>
            <p:ph type="title"/>
          </p:nvPr>
        </p:nvSpPr>
        <p:spPr>
          <a:xfrm>
            <a:off x="546100" y="552450"/>
            <a:ext cx="5441473" cy="434975"/>
          </a:xfrm>
        </p:spPr>
        <p:txBody>
          <a:bodyPr/>
          <a:lstStyle>
            <a:lvl1pPr>
              <a:defRPr b="1">
                <a:solidFill>
                  <a:schemeClr val="tx2"/>
                </a:solidFill>
              </a:defRPr>
            </a:lvl1pPr>
          </a:lstStyle>
          <a:p>
            <a:r>
              <a:rPr lang="en-US"/>
              <a:t>Click to edit Master title style</a:t>
            </a:r>
          </a:p>
        </p:txBody>
      </p:sp>
      <p:sp>
        <p:nvSpPr>
          <p:cNvPr id="18" name="Text Placeholder 11">
            <a:extLst>
              <a:ext uri="{FF2B5EF4-FFF2-40B4-BE49-F238E27FC236}">
                <a16:creationId xmlns:a16="http://schemas.microsoft.com/office/drawing/2014/main" id="{9D388E5C-FB1D-8ADE-23C8-8F02759F89BF}"/>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0" name="Content Placeholder 29">
            <a:extLst>
              <a:ext uri="{FF2B5EF4-FFF2-40B4-BE49-F238E27FC236}">
                <a16:creationId xmlns:a16="http://schemas.microsoft.com/office/drawing/2014/main" id="{58C0D593-9DC8-91DA-877C-F657119FC2AA}"/>
              </a:ext>
            </a:extLst>
          </p:cNvPr>
          <p:cNvSpPr>
            <a:spLocks noGrp="1"/>
          </p:cNvSpPr>
          <p:nvPr>
            <p:ph sz="quarter" idx="27"/>
          </p:nvPr>
        </p:nvSpPr>
        <p:spPr>
          <a:xfrm>
            <a:off x="550069" y="2425700"/>
            <a:ext cx="6847681"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33">
            <a:extLst>
              <a:ext uri="{FF2B5EF4-FFF2-40B4-BE49-F238E27FC236}">
                <a16:creationId xmlns:a16="http://schemas.microsoft.com/office/drawing/2014/main" id="{F724E384-38F7-2332-6CDE-587ABAE34345}"/>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Picture Placeholder 9">
            <a:extLst>
              <a:ext uri="{FF2B5EF4-FFF2-40B4-BE49-F238E27FC236}">
                <a16:creationId xmlns:a16="http://schemas.microsoft.com/office/drawing/2014/main" id="{4EB62E2F-2E37-C08A-71AA-5EDB5BF3A79E}"/>
              </a:ext>
            </a:extLst>
          </p:cNvPr>
          <p:cNvSpPr>
            <a:spLocks noGrp="1"/>
          </p:cNvSpPr>
          <p:nvPr>
            <p:ph type="pic" sz="quarter" idx="14" hasCustomPrompt="1"/>
          </p:nvPr>
        </p:nvSpPr>
        <p:spPr>
          <a:xfrm>
            <a:off x="8125765" y="1566862"/>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5" name="Text Placeholder 15">
            <a:extLst>
              <a:ext uri="{FF2B5EF4-FFF2-40B4-BE49-F238E27FC236}">
                <a16:creationId xmlns:a16="http://schemas.microsoft.com/office/drawing/2014/main" id="{070F9FED-7587-9BA8-2238-305F92B0A992}"/>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6" name="Freeform 5">
            <a:extLst>
              <a:ext uri="{FF2B5EF4-FFF2-40B4-BE49-F238E27FC236}">
                <a16:creationId xmlns:a16="http://schemas.microsoft.com/office/drawing/2014/main" id="{79545D53-1DB6-4F7C-45C0-80C97BAC006C}"/>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513030449"/>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ynamic Slices 2 / Dark - Subhead">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610EE1-689A-470F-628F-EEA20DE95059}"/>
              </a:ext>
            </a:extLst>
          </p:cNvPr>
          <p:cNvSpPr/>
          <p:nvPr/>
        </p:nvSpPr>
        <p:spPr>
          <a:xfrm>
            <a:off x="8125764" y="1566863"/>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9">
            <a:extLst>
              <a:ext uri="{FF2B5EF4-FFF2-40B4-BE49-F238E27FC236}">
                <a16:creationId xmlns:a16="http://schemas.microsoft.com/office/drawing/2014/main" id="{4A49D3FC-5492-D318-3220-FE343B99E4C8}"/>
              </a:ext>
            </a:extLst>
          </p:cNvPr>
          <p:cNvSpPr>
            <a:spLocks noGrp="1"/>
          </p:cNvSpPr>
          <p:nvPr>
            <p:ph type="pic" sz="quarter" idx="14" hasCustomPrompt="1"/>
          </p:nvPr>
        </p:nvSpPr>
        <p:spPr>
          <a:xfrm>
            <a:off x="8125765" y="1566862"/>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096000" y="0"/>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161167" y="6311900"/>
            <a:ext cx="3236581" cy="269875"/>
          </a:xfrm>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12" name="Title 11">
            <a:extLst>
              <a:ext uri="{FF2B5EF4-FFF2-40B4-BE49-F238E27FC236}">
                <a16:creationId xmlns:a16="http://schemas.microsoft.com/office/drawing/2014/main" id="{B6A2B7E6-3059-8E4F-3CF4-F1E41E44420F}"/>
              </a:ext>
            </a:extLst>
          </p:cNvPr>
          <p:cNvSpPr>
            <a:spLocks noGrp="1"/>
          </p:cNvSpPr>
          <p:nvPr>
            <p:ph type="title"/>
          </p:nvPr>
        </p:nvSpPr>
        <p:spPr>
          <a:xfrm>
            <a:off x="546100" y="552450"/>
            <a:ext cx="5441473" cy="434975"/>
          </a:xfrm>
        </p:spPr>
        <p:txBody>
          <a:bodyPr/>
          <a:lstStyle>
            <a:lvl1pPr>
              <a:defRPr b="1">
                <a:solidFill>
                  <a:schemeClr val="accent1"/>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C9BE862-933D-B8D2-1646-E5CF8CEC4FF4}"/>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24" name="Text Placeholder 33">
            <a:extLst>
              <a:ext uri="{FF2B5EF4-FFF2-40B4-BE49-F238E27FC236}">
                <a16:creationId xmlns:a16="http://schemas.microsoft.com/office/drawing/2014/main" id="{BCC2869B-FAAE-3BB6-A892-BE38C3B3A864}"/>
              </a:ext>
            </a:extLst>
          </p:cNvPr>
          <p:cNvSpPr>
            <a:spLocks noGrp="1"/>
          </p:cNvSpPr>
          <p:nvPr>
            <p:ph type="body" sz="quarter" idx="29"/>
          </p:nvPr>
        </p:nvSpPr>
        <p:spPr>
          <a:xfrm>
            <a:off x="546100" y="1849437"/>
            <a:ext cx="6851648"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5" name="Content Placeholder 25">
            <a:extLst>
              <a:ext uri="{FF2B5EF4-FFF2-40B4-BE49-F238E27FC236}">
                <a16:creationId xmlns:a16="http://schemas.microsoft.com/office/drawing/2014/main" id="{9D00109D-23D6-35EC-8D08-145972370CD0}"/>
              </a:ext>
            </a:extLst>
          </p:cNvPr>
          <p:cNvSpPr>
            <a:spLocks noGrp="1"/>
          </p:cNvSpPr>
          <p:nvPr>
            <p:ph sz="quarter" idx="45"/>
          </p:nvPr>
        </p:nvSpPr>
        <p:spPr>
          <a:xfrm>
            <a:off x="546100" y="2425700"/>
            <a:ext cx="6851650" cy="34417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15">
            <a:extLst>
              <a:ext uri="{FF2B5EF4-FFF2-40B4-BE49-F238E27FC236}">
                <a16:creationId xmlns:a16="http://schemas.microsoft.com/office/drawing/2014/main" id="{97A7D45A-2735-9F87-11E5-6BB0ED0226A8}"/>
              </a:ext>
            </a:extLst>
          </p:cNvPr>
          <p:cNvSpPr>
            <a:spLocks noGrp="1"/>
          </p:cNvSpPr>
          <p:nvPr>
            <p:ph type="body" sz="quarter" idx="19" hasCustomPrompt="1"/>
          </p:nvPr>
        </p:nvSpPr>
        <p:spPr>
          <a:xfrm>
            <a:off x="546100" y="6019800"/>
            <a:ext cx="5415788"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5" name="Freeform 5">
            <a:extLst>
              <a:ext uri="{FF2B5EF4-FFF2-40B4-BE49-F238E27FC236}">
                <a16:creationId xmlns:a16="http://schemas.microsoft.com/office/drawing/2014/main" id="{28F8EF24-E6D9-E593-FB63-2A68B21B4BE7}"/>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910669841"/>
      </p:ext>
    </p:extLst>
  </p:cSld>
  <p:clrMapOvr>
    <a:masterClrMapping/>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ynamic Slices 3 / Light - Subhea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8" name="Title 7">
            <a:extLst>
              <a:ext uri="{FF2B5EF4-FFF2-40B4-BE49-F238E27FC236}">
                <a16:creationId xmlns:a16="http://schemas.microsoft.com/office/drawing/2014/main" id="{F08C48AF-02EF-8FA0-A466-0869BF05C3EF}"/>
              </a:ext>
            </a:extLst>
          </p:cNvPr>
          <p:cNvSpPr>
            <a:spLocks noGrp="1"/>
          </p:cNvSpPr>
          <p:nvPr>
            <p:ph type="title"/>
          </p:nvPr>
        </p:nvSpPr>
        <p:spPr>
          <a:xfrm>
            <a:off x="546100" y="552450"/>
            <a:ext cx="6851649" cy="434975"/>
          </a:xfrm>
        </p:spPr>
        <p:txBody>
          <a:bodyPr/>
          <a:lstStyle>
            <a:lvl1pPr>
              <a:defRPr b="1">
                <a:solidFill>
                  <a:schemeClr val="tx2"/>
                </a:solidFill>
              </a:defRPr>
            </a:lvl1pPr>
          </a:lstStyle>
          <a:p>
            <a:r>
              <a:rPr lang="en-US"/>
              <a:t>Click to edit Master title style</a:t>
            </a:r>
          </a:p>
        </p:txBody>
      </p:sp>
      <p:sp>
        <p:nvSpPr>
          <p:cNvPr id="17" name="Text Placeholder 11">
            <a:extLst>
              <a:ext uri="{FF2B5EF4-FFF2-40B4-BE49-F238E27FC236}">
                <a16:creationId xmlns:a16="http://schemas.microsoft.com/office/drawing/2014/main" id="{42B1C8D0-9BF5-7D51-4653-BA462E698BF8}"/>
              </a:ext>
            </a:extLst>
          </p:cNvPr>
          <p:cNvSpPr>
            <a:spLocks noGrp="1"/>
          </p:cNvSpPr>
          <p:nvPr>
            <p:ph type="body" sz="quarter" idx="23"/>
          </p:nvPr>
        </p:nvSpPr>
        <p:spPr>
          <a:xfrm>
            <a:off x="546100" y="1127125"/>
            <a:ext cx="6853396"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9" name="Content Placeholder 29">
            <a:extLst>
              <a:ext uri="{FF2B5EF4-FFF2-40B4-BE49-F238E27FC236}">
                <a16:creationId xmlns:a16="http://schemas.microsoft.com/office/drawing/2014/main" id="{B08BBDC8-9EE2-4892-A502-EE24EF94D90E}"/>
              </a:ext>
            </a:extLst>
          </p:cNvPr>
          <p:cNvSpPr>
            <a:spLocks noGrp="1"/>
          </p:cNvSpPr>
          <p:nvPr>
            <p:ph sz="quarter" idx="27"/>
          </p:nvPr>
        </p:nvSpPr>
        <p:spPr>
          <a:xfrm>
            <a:off x="546100" y="2425700"/>
            <a:ext cx="6851650" cy="2725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3">
            <a:extLst>
              <a:ext uri="{FF2B5EF4-FFF2-40B4-BE49-F238E27FC236}">
                <a16:creationId xmlns:a16="http://schemas.microsoft.com/office/drawing/2014/main" id="{49A0AA3E-9575-EECD-E637-A3C1AED8E871}"/>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Picture Placeholder 9">
            <a:extLst>
              <a:ext uri="{FF2B5EF4-FFF2-40B4-BE49-F238E27FC236}">
                <a16:creationId xmlns:a16="http://schemas.microsoft.com/office/drawing/2014/main" id="{378C4A14-D3BD-0C77-5422-EA4EA16B7E7F}"/>
              </a:ext>
            </a:extLst>
          </p:cNvPr>
          <p:cNvSpPr>
            <a:spLocks noGrp="1"/>
          </p:cNvSpPr>
          <p:nvPr>
            <p:ph type="pic" sz="quarter" idx="13" hasCustomPrompt="1"/>
          </p:nvPr>
        </p:nvSpPr>
        <p:spPr>
          <a:xfrm>
            <a:off x="6096000" y="5292725"/>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3" name="Rectangle 2">
            <a:extLst>
              <a:ext uri="{FF2B5EF4-FFF2-40B4-BE49-F238E27FC236}">
                <a16:creationId xmlns:a16="http://schemas.microsoft.com/office/drawing/2014/main" id="{72BB9506-B167-D1C5-0F86-C217EEE5BFC3}"/>
              </a:ext>
            </a:extLst>
          </p:cNvPr>
          <p:cNvSpPr/>
          <p:nvPr/>
        </p:nvSpPr>
        <p:spPr>
          <a:xfrm>
            <a:off x="8125764" y="0"/>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9">
            <a:extLst>
              <a:ext uri="{FF2B5EF4-FFF2-40B4-BE49-F238E27FC236}">
                <a16:creationId xmlns:a16="http://schemas.microsoft.com/office/drawing/2014/main" id="{1321E794-0491-E9E6-121A-E516B2215417}"/>
              </a:ext>
            </a:extLst>
          </p:cNvPr>
          <p:cNvSpPr>
            <a:spLocks noGrp="1"/>
          </p:cNvSpPr>
          <p:nvPr>
            <p:ph type="pic" sz="quarter" idx="14" hasCustomPrompt="1"/>
          </p:nvPr>
        </p:nvSpPr>
        <p:spPr>
          <a:xfrm>
            <a:off x="8125765" y="0"/>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7" name="Text Placeholder 15">
            <a:extLst>
              <a:ext uri="{FF2B5EF4-FFF2-40B4-BE49-F238E27FC236}">
                <a16:creationId xmlns:a16="http://schemas.microsoft.com/office/drawing/2014/main" id="{8327AC3C-EC39-7757-AE4D-B3221D7D7FC1}"/>
              </a:ext>
            </a:extLst>
          </p:cNvPr>
          <p:cNvSpPr>
            <a:spLocks noGrp="1"/>
          </p:cNvSpPr>
          <p:nvPr>
            <p:ph type="body" sz="quarter" idx="19" hasCustomPrompt="1"/>
          </p:nvPr>
        </p:nvSpPr>
        <p:spPr>
          <a:xfrm>
            <a:off x="546099" y="6019800"/>
            <a:ext cx="5470653"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6" name="Freeform 5">
            <a:extLst>
              <a:ext uri="{FF2B5EF4-FFF2-40B4-BE49-F238E27FC236}">
                <a16:creationId xmlns:a16="http://schemas.microsoft.com/office/drawing/2014/main" id="{B694B6C5-C7B8-D1A4-A0B2-9D7D310779AF}"/>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358458163"/>
      </p:ext>
    </p:extLst>
  </p:cSld>
  <p:clrMapOvr>
    <a:masterClrMapping/>
  </p:clrMapOvr>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Dynamic Slices 3 / Dark - Subhead">
    <p:bg>
      <p:bgPr>
        <a:solidFill>
          <a:schemeClr val="tx2"/>
        </a:solidFill>
        <a:effectLst/>
      </p:bgPr>
    </p:bg>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8" name="Title 7">
            <a:extLst>
              <a:ext uri="{FF2B5EF4-FFF2-40B4-BE49-F238E27FC236}">
                <a16:creationId xmlns:a16="http://schemas.microsoft.com/office/drawing/2014/main" id="{F08C48AF-02EF-8FA0-A466-0869BF05C3EF}"/>
              </a:ext>
            </a:extLst>
          </p:cNvPr>
          <p:cNvSpPr>
            <a:spLocks noGrp="1"/>
          </p:cNvSpPr>
          <p:nvPr>
            <p:ph type="title"/>
          </p:nvPr>
        </p:nvSpPr>
        <p:spPr>
          <a:xfrm>
            <a:off x="546100" y="552450"/>
            <a:ext cx="6851649" cy="434975"/>
          </a:xfrm>
        </p:spPr>
        <p:txBody>
          <a:bodyPr/>
          <a:lstStyle>
            <a:lvl1pPr>
              <a:defRPr b="1">
                <a:solidFill>
                  <a:schemeClr val="accent1"/>
                </a:solidFill>
              </a:defRPr>
            </a:lvl1pPr>
          </a:lstStyle>
          <a:p>
            <a:r>
              <a:rPr lang="en-US"/>
              <a:t>Click to edit Master title style</a:t>
            </a:r>
          </a:p>
        </p:txBody>
      </p:sp>
      <p:sp>
        <p:nvSpPr>
          <p:cNvPr id="13" name="Text Placeholder 11">
            <a:extLst>
              <a:ext uri="{FF2B5EF4-FFF2-40B4-BE49-F238E27FC236}">
                <a16:creationId xmlns:a16="http://schemas.microsoft.com/office/drawing/2014/main" id="{C1B3D74E-B270-D5EC-6F1E-2F3F425D169B}"/>
              </a:ext>
            </a:extLst>
          </p:cNvPr>
          <p:cNvSpPr>
            <a:spLocks noGrp="1"/>
          </p:cNvSpPr>
          <p:nvPr>
            <p:ph type="body" sz="quarter" idx="23"/>
          </p:nvPr>
        </p:nvSpPr>
        <p:spPr>
          <a:xfrm>
            <a:off x="546892" y="1127125"/>
            <a:ext cx="6853452"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8" name="Text Placeholder 33">
            <a:extLst>
              <a:ext uri="{FF2B5EF4-FFF2-40B4-BE49-F238E27FC236}">
                <a16:creationId xmlns:a16="http://schemas.microsoft.com/office/drawing/2014/main" id="{FC341142-156C-1A12-BFCF-8E43F622EC84}"/>
              </a:ext>
            </a:extLst>
          </p:cNvPr>
          <p:cNvSpPr>
            <a:spLocks noGrp="1"/>
          </p:cNvSpPr>
          <p:nvPr>
            <p:ph type="body" sz="quarter" idx="29"/>
          </p:nvPr>
        </p:nvSpPr>
        <p:spPr>
          <a:xfrm>
            <a:off x="546892" y="1849437"/>
            <a:ext cx="6850858"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9" name="Content Placeholder 25">
            <a:extLst>
              <a:ext uri="{FF2B5EF4-FFF2-40B4-BE49-F238E27FC236}">
                <a16:creationId xmlns:a16="http://schemas.microsoft.com/office/drawing/2014/main" id="{697DE6C5-E6D7-D5B0-D5AF-03E4A50E0461}"/>
              </a:ext>
            </a:extLst>
          </p:cNvPr>
          <p:cNvSpPr>
            <a:spLocks noGrp="1"/>
          </p:cNvSpPr>
          <p:nvPr>
            <p:ph sz="quarter" idx="45"/>
          </p:nvPr>
        </p:nvSpPr>
        <p:spPr>
          <a:xfrm>
            <a:off x="546892" y="2425700"/>
            <a:ext cx="6850858" cy="2725738"/>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9">
            <a:extLst>
              <a:ext uri="{FF2B5EF4-FFF2-40B4-BE49-F238E27FC236}">
                <a16:creationId xmlns:a16="http://schemas.microsoft.com/office/drawing/2014/main" id="{C6BD3E9F-3FB2-86B5-5D44-D025A9DEC744}"/>
              </a:ext>
            </a:extLst>
          </p:cNvPr>
          <p:cNvSpPr>
            <a:spLocks noGrp="1"/>
          </p:cNvSpPr>
          <p:nvPr>
            <p:ph type="pic" sz="quarter" idx="13" hasCustomPrompt="1"/>
          </p:nvPr>
        </p:nvSpPr>
        <p:spPr>
          <a:xfrm>
            <a:off x="6096000" y="5292725"/>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3" name="Rectangle 2">
            <a:extLst>
              <a:ext uri="{FF2B5EF4-FFF2-40B4-BE49-F238E27FC236}">
                <a16:creationId xmlns:a16="http://schemas.microsoft.com/office/drawing/2014/main" id="{CEE01ADF-2A73-83EE-EE3F-AC171880FCD8}"/>
              </a:ext>
            </a:extLst>
          </p:cNvPr>
          <p:cNvSpPr/>
          <p:nvPr/>
        </p:nvSpPr>
        <p:spPr>
          <a:xfrm>
            <a:off x="8125764" y="0"/>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9">
            <a:extLst>
              <a:ext uri="{FF2B5EF4-FFF2-40B4-BE49-F238E27FC236}">
                <a16:creationId xmlns:a16="http://schemas.microsoft.com/office/drawing/2014/main" id="{254E1435-77AE-ED78-111D-A9A3F32B09FD}"/>
              </a:ext>
            </a:extLst>
          </p:cNvPr>
          <p:cNvSpPr>
            <a:spLocks noGrp="1"/>
          </p:cNvSpPr>
          <p:nvPr>
            <p:ph type="pic" sz="quarter" idx="14" hasCustomPrompt="1"/>
          </p:nvPr>
        </p:nvSpPr>
        <p:spPr>
          <a:xfrm>
            <a:off x="8125765" y="0"/>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5" name="Text Placeholder 15">
            <a:extLst>
              <a:ext uri="{FF2B5EF4-FFF2-40B4-BE49-F238E27FC236}">
                <a16:creationId xmlns:a16="http://schemas.microsoft.com/office/drawing/2014/main" id="{5E150DC8-4D22-1AE0-F80F-F6BA63119D1D}"/>
              </a:ext>
            </a:extLst>
          </p:cNvPr>
          <p:cNvSpPr>
            <a:spLocks noGrp="1"/>
          </p:cNvSpPr>
          <p:nvPr>
            <p:ph type="body" sz="quarter" idx="19" hasCustomPrompt="1"/>
          </p:nvPr>
        </p:nvSpPr>
        <p:spPr>
          <a:xfrm>
            <a:off x="546100" y="6019800"/>
            <a:ext cx="5415788"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6" name="Freeform 5">
            <a:extLst>
              <a:ext uri="{FF2B5EF4-FFF2-40B4-BE49-F238E27FC236}">
                <a16:creationId xmlns:a16="http://schemas.microsoft.com/office/drawing/2014/main" id="{5D1BE82C-6923-10A9-FD44-0C39CC738314}"/>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599377166"/>
      </p:ext>
    </p:extLst>
  </p:cSld>
  <p:clrMapOvr>
    <a:masterClrMapping/>
  </p:clrMapOvr>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 Column - Thirds Right">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BB9BC941-343A-ECD1-D9EB-762F51A4DB1C}"/>
              </a:ext>
            </a:extLst>
          </p:cNvPr>
          <p:cNvSpPr/>
          <p:nvPr/>
        </p:nvSpPr>
        <p:spPr bwMode="hidden">
          <a:xfrm>
            <a:off x="4072128" y="0"/>
            <a:ext cx="270662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A5650459-F1D6-356F-1BD0-28F741FD03A7}"/>
              </a:ext>
            </a:extLst>
          </p:cNvPr>
          <p:cNvSpPr/>
          <p:nvPr/>
        </p:nvSpPr>
        <p:spPr bwMode="hidden">
          <a:xfrm>
            <a:off x="6778752" y="0"/>
            <a:ext cx="2706624"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F231D05A-0C4D-9AD2-7B54-AEC3D27C0526}"/>
              </a:ext>
            </a:extLst>
          </p:cNvPr>
          <p:cNvSpPr/>
          <p:nvPr/>
        </p:nvSpPr>
        <p:spPr bwMode="hidden">
          <a:xfrm>
            <a:off x="9485376" y="0"/>
            <a:ext cx="2706624" cy="6858000"/>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0">
            <a:extLst>
              <a:ext uri="{FF2B5EF4-FFF2-40B4-BE49-F238E27FC236}">
                <a16:creationId xmlns:a16="http://schemas.microsoft.com/office/drawing/2014/main" id="{B88CC021-CDD2-6418-1ADC-6959FDAC120A}"/>
              </a:ext>
            </a:extLst>
          </p:cNvPr>
          <p:cNvSpPr>
            <a:spLocks noGrp="1"/>
          </p:cNvSpPr>
          <p:nvPr>
            <p:ph type="body" sz="quarter" idx="21"/>
          </p:nvPr>
        </p:nvSpPr>
        <p:spPr>
          <a:xfrm>
            <a:off x="546100" y="2041525"/>
            <a:ext cx="3310473" cy="564300"/>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7" name="Content Placeholder 22">
            <a:extLst>
              <a:ext uri="{FF2B5EF4-FFF2-40B4-BE49-F238E27FC236}">
                <a16:creationId xmlns:a16="http://schemas.microsoft.com/office/drawing/2014/main" id="{97E0F40B-B869-0C41-17E9-7CB4DEBBA384}"/>
              </a:ext>
            </a:extLst>
          </p:cNvPr>
          <p:cNvSpPr>
            <a:spLocks noGrp="1"/>
          </p:cNvSpPr>
          <p:nvPr>
            <p:ph sz="quarter" idx="23"/>
          </p:nvPr>
        </p:nvSpPr>
        <p:spPr>
          <a:xfrm>
            <a:off x="546099" y="2714624"/>
            <a:ext cx="3310473"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39" name="Content Placeholder 38">
            <a:extLst>
              <a:ext uri="{FF2B5EF4-FFF2-40B4-BE49-F238E27FC236}">
                <a16:creationId xmlns:a16="http://schemas.microsoft.com/office/drawing/2014/main" id="{B8FB8A65-64DE-688C-A8C8-69259DE4ACFC}"/>
              </a:ext>
            </a:extLst>
          </p:cNvPr>
          <p:cNvSpPr>
            <a:spLocks noGrp="1"/>
          </p:cNvSpPr>
          <p:nvPr>
            <p:ph sz="quarter" idx="51"/>
          </p:nvPr>
        </p:nvSpPr>
        <p:spPr>
          <a:xfrm>
            <a:off x="4287584" y="2714626"/>
            <a:ext cx="1947672" cy="2727324"/>
          </a:xfrm>
        </p:spPr>
        <p:txBody>
          <a:bodyP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Content Placeholder 40">
            <a:extLst>
              <a:ext uri="{FF2B5EF4-FFF2-40B4-BE49-F238E27FC236}">
                <a16:creationId xmlns:a16="http://schemas.microsoft.com/office/drawing/2014/main" id="{83F5807E-64D9-26C9-A052-A940055EC2EC}"/>
              </a:ext>
            </a:extLst>
          </p:cNvPr>
          <p:cNvSpPr>
            <a:spLocks noGrp="1"/>
          </p:cNvSpPr>
          <p:nvPr>
            <p:ph sz="quarter" idx="52"/>
          </p:nvPr>
        </p:nvSpPr>
        <p:spPr>
          <a:xfrm>
            <a:off x="6988240" y="2714625"/>
            <a:ext cx="1947672" cy="2727325"/>
          </a:xfrm>
        </p:spPr>
        <p:txBody>
          <a:bodyP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3" name="Content Placeholder 42">
            <a:extLst>
              <a:ext uri="{FF2B5EF4-FFF2-40B4-BE49-F238E27FC236}">
                <a16:creationId xmlns:a16="http://schemas.microsoft.com/office/drawing/2014/main" id="{D4223DE0-4467-4663-D8D2-667F2C64D3E3}"/>
              </a:ext>
            </a:extLst>
          </p:cNvPr>
          <p:cNvSpPr>
            <a:spLocks noGrp="1"/>
          </p:cNvSpPr>
          <p:nvPr>
            <p:ph sz="quarter" idx="53"/>
          </p:nvPr>
        </p:nvSpPr>
        <p:spPr>
          <a:xfrm>
            <a:off x="9694862" y="2714625"/>
            <a:ext cx="1943101" cy="2727325"/>
          </a:xfrm>
        </p:spPr>
        <p:txBody>
          <a:bodyPr/>
          <a:lstStyle>
            <a:lvl1pPr>
              <a:defRPr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2" name="Title 6">
            <a:extLst>
              <a:ext uri="{FF2B5EF4-FFF2-40B4-BE49-F238E27FC236}">
                <a16:creationId xmlns:a16="http://schemas.microsoft.com/office/drawing/2014/main" id="{A89FE490-E7D7-201C-0720-BA02B4F4870D}"/>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 style</a:t>
            </a:r>
          </a:p>
        </p:txBody>
      </p:sp>
      <p:sp>
        <p:nvSpPr>
          <p:cNvPr id="3" name="Text Placeholder 15">
            <a:extLst>
              <a:ext uri="{FF2B5EF4-FFF2-40B4-BE49-F238E27FC236}">
                <a16:creationId xmlns:a16="http://schemas.microsoft.com/office/drawing/2014/main" id="{396E7F2F-B56B-CEA9-9D31-122E703BDBE9}"/>
              </a:ext>
            </a:extLst>
          </p:cNvPr>
          <p:cNvSpPr>
            <a:spLocks noGrp="1"/>
          </p:cNvSpPr>
          <p:nvPr>
            <p:ph type="body" sz="quarter" idx="19" hasCustomPrompt="1"/>
          </p:nvPr>
        </p:nvSpPr>
        <p:spPr>
          <a:xfrm>
            <a:off x="546100" y="6019800"/>
            <a:ext cx="3310472"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5" name="Freeform 5">
            <a:extLst>
              <a:ext uri="{FF2B5EF4-FFF2-40B4-BE49-F238E27FC236}">
                <a16:creationId xmlns:a16="http://schemas.microsoft.com/office/drawing/2014/main" id="{BFED345C-D399-29B7-D0B5-F9199E5BF1E1}"/>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531895289"/>
      </p:ext>
    </p:extLst>
  </p:cSld>
  <p:clrMapOvr>
    <a:masterClrMapping/>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 Column Left - Custom Columns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C42E88-6CA5-D615-F095-E179BC98BD17}"/>
              </a:ext>
            </a:extLst>
          </p:cNvPr>
          <p:cNvSpPr/>
          <p:nvPr/>
        </p:nvSpPr>
        <p:spPr bwMode="hidden">
          <a:xfrm>
            <a:off x="4059886" y="0"/>
            <a:ext cx="813211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ooter Placeholder 10">
            <a:extLst>
              <a:ext uri="{FF2B5EF4-FFF2-40B4-BE49-F238E27FC236}">
                <a16:creationId xmlns:a16="http://schemas.microsoft.com/office/drawing/2014/main" id="{BAECEC3D-770F-7250-26AF-412E70DE9C76}"/>
              </a:ext>
            </a:extLst>
          </p:cNvPr>
          <p:cNvSpPr>
            <a:spLocks noGrp="1"/>
          </p:cNvSpPr>
          <p:nvPr>
            <p:ph type="ftr" sz="quarter" idx="33"/>
          </p:nvPr>
        </p:nvSpPr>
        <p:spPr/>
        <p:txBody>
          <a:bodyPr/>
          <a:lstStyle>
            <a:lvl1pPr>
              <a:defRPr>
                <a:solidFill>
                  <a:schemeClr val="bg1"/>
                </a:solidFill>
              </a:defRPr>
            </a:lvl1pPr>
          </a:lstStyle>
          <a:p>
            <a:endParaRPr lang="en-US"/>
          </a:p>
        </p:txBody>
      </p:sp>
      <p:sp>
        <p:nvSpPr>
          <p:cNvPr id="16" name="Slide Number Placeholder 15">
            <a:extLst>
              <a:ext uri="{FF2B5EF4-FFF2-40B4-BE49-F238E27FC236}">
                <a16:creationId xmlns:a16="http://schemas.microsoft.com/office/drawing/2014/main" id="{C768E3CA-EE05-5C0C-7FDE-235DD91067BA}"/>
              </a:ext>
            </a:extLst>
          </p:cNvPr>
          <p:cNvSpPr>
            <a:spLocks noGrp="1"/>
          </p:cNvSpPr>
          <p:nvPr>
            <p:ph type="sldNum" sz="quarter" idx="34"/>
          </p:nvPr>
        </p:nvSpPr>
        <p:spPr/>
        <p:txBody>
          <a:bodyPr/>
          <a:lstStyle>
            <a:lvl1pPr>
              <a:defRPr>
                <a:solidFill>
                  <a:schemeClr val="bg1"/>
                </a:solidFill>
              </a:defRPr>
            </a:lvl1pPr>
          </a:lstStyle>
          <a:p>
            <a:fld id="{70C12960-6E85-460F-B6E3-5B82CB31AF3D}" type="slidenum">
              <a:rPr lang="en-US" smtClean="0"/>
              <a:t>‹#›</a:t>
            </a:fld>
            <a:endParaRPr lang="en-US"/>
          </a:p>
        </p:txBody>
      </p:sp>
      <p:sp>
        <p:nvSpPr>
          <p:cNvPr id="31" name="Content Placeholder 30">
            <a:extLst>
              <a:ext uri="{FF2B5EF4-FFF2-40B4-BE49-F238E27FC236}">
                <a16:creationId xmlns:a16="http://schemas.microsoft.com/office/drawing/2014/main" id="{11D2A5E2-5CF6-5A53-7EC3-8225F0D7FD1E}"/>
              </a:ext>
            </a:extLst>
          </p:cNvPr>
          <p:cNvSpPr>
            <a:spLocks noGrp="1"/>
          </p:cNvSpPr>
          <p:nvPr>
            <p:ph sz="quarter" idx="49" hasCustomPrompt="1"/>
          </p:nvPr>
        </p:nvSpPr>
        <p:spPr>
          <a:xfrm>
            <a:off x="4781550" y="552448"/>
            <a:ext cx="2103120" cy="2057400"/>
          </a:xfrm>
        </p:spPr>
        <p:txBody>
          <a:bodyPr/>
          <a:lstStyle>
            <a:lvl1pPr>
              <a:defRPr sz="4800" b="1">
                <a:solidFill>
                  <a:schemeClr val="accent1"/>
                </a:solidFill>
                <a:latin typeface="+mj-lt"/>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en-US"/>
              <a:t>00</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1325EC07-DA2D-56D3-9A3C-C6F0509F3655}"/>
              </a:ext>
            </a:extLst>
          </p:cNvPr>
          <p:cNvSpPr>
            <a:spLocks noGrp="1"/>
          </p:cNvSpPr>
          <p:nvPr>
            <p:ph sz="quarter" idx="50" hasCustomPrompt="1"/>
          </p:nvPr>
        </p:nvSpPr>
        <p:spPr>
          <a:xfrm>
            <a:off x="7157707"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34DD913C-76A7-91A4-17C2-6A7974B58E09}"/>
              </a:ext>
            </a:extLst>
          </p:cNvPr>
          <p:cNvSpPr>
            <a:spLocks noGrp="1"/>
          </p:cNvSpPr>
          <p:nvPr>
            <p:ph sz="quarter" idx="51" hasCustomPrompt="1"/>
          </p:nvPr>
        </p:nvSpPr>
        <p:spPr>
          <a:xfrm>
            <a:off x="9533864"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91F7FEDE-0C8C-BB6B-64FE-0D7DAA4C41CC}"/>
              </a:ext>
            </a:extLst>
          </p:cNvPr>
          <p:cNvSpPr>
            <a:spLocks noGrp="1"/>
          </p:cNvSpPr>
          <p:nvPr>
            <p:ph sz="quarter" idx="52" hasCustomPrompt="1"/>
          </p:nvPr>
        </p:nvSpPr>
        <p:spPr>
          <a:xfrm>
            <a:off x="4781550" y="3013075"/>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F341F831-D937-52AC-79EE-ED9B317A7A26}"/>
              </a:ext>
            </a:extLst>
          </p:cNvPr>
          <p:cNvSpPr>
            <a:spLocks noGrp="1"/>
          </p:cNvSpPr>
          <p:nvPr>
            <p:ph sz="quarter" idx="53" hasCustomPrompt="1"/>
          </p:nvPr>
        </p:nvSpPr>
        <p:spPr>
          <a:xfrm>
            <a:off x="7157707" y="3013074"/>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42" name="Content Placeholder 41">
            <a:extLst>
              <a:ext uri="{FF2B5EF4-FFF2-40B4-BE49-F238E27FC236}">
                <a16:creationId xmlns:a16="http://schemas.microsoft.com/office/drawing/2014/main" id="{34CDFFDE-72E2-952B-48CC-53250B995DFF}"/>
              </a:ext>
            </a:extLst>
          </p:cNvPr>
          <p:cNvSpPr>
            <a:spLocks noGrp="1"/>
          </p:cNvSpPr>
          <p:nvPr>
            <p:ph sz="quarter" idx="54" hasCustomPrompt="1"/>
          </p:nvPr>
        </p:nvSpPr>
        <p:spPr>
          <a:xfrm>
            <a:off x="9520599" y="3013074"/>
            <a:ext cx="2116385"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8" name="Content Placeholder 22">
            <a:extLst>
              <a:ext uri="{FF2B5EF4-FFF2-40B4-BE49-F238E27FC236}">
                <a16:creationId xmlns:a16="http://schemas.microsoft.com/office/drawing/2014/main" id="{C02129BC-D2F1-AF81-2823-6E740AF493D7}"/>
              </a:ext>
            </a:extLst>
          </p:cNvPr>
          <p:cNvSpPr>
            <a:spLocks noGrp="1"/>
          </p:cNvSpPr>
          <p:nvPr>
            <p:ph sz="quarter" idx="23"/>
          </p:nvPr>
        </p:nvSpPr>
        <p:spPr>
          <a:xfrm>
            <a:off x="546099" y="2714624"/>
            <a:ext cx="3310473"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 name="Text Placeholder 10">
            <a:extLst>
              <a:ext uri="{FF2B5EF4-FFF2-40B4-BE49-F238E27FC236}">
                <a16:creationId xmlns:a16="http://schemas.microsoft.com/office/drawing/2014/main" id="{3A93C570-0446-36E3-22F3-74B2BB477D5A}"/>
              </a:ext>
            </a:extLst>
          </p:cNvPr>
          <p:cNvSpPr>
            <a:spLocks noGrp="1"/>
          </p:cNvSpPr>
          <p:nvPr>
            <p:ph type="body" sz="quarter" idx="21"/>
          </p:nvPr>
        </p:nvSpPr>
        <p:spPr>
          <a:xfrm>
            <a:off x="546100" y="2041525"/>
            <a:ext cx="3310473" cy="564300"/>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6" name="Title 6">
            <a:extLst>
              <a:ext uri="{FF2B5EF4-FFF2-40B4-BE49-F238E27FC236}">
                <a16:creationId xmlns:a16="http://schemas.microsoft.com/office/drawing/2014/main" id="{13B72EC4-4566-EC6B-A3BA-3F1FF6F53E3D}"/>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 style</a:t>
            </a:r>
          </a:p>
        </p:txBody>
      </p:sp>
      <p:sp>
        <p:nvSpPr>
          <p:cNvPr id="5" name="Text Placeholder 15">
            <a:extLst>
              <a:ext uri="{FF2B5EF4-FFF2-40B4-BE49-F238E27FC236}">
                <a16:creationId xmlns:a16="http://schemas.microsoft.com/office/drawing/2014/main" id="{B714B279-2E1C-B28A-E146-0BABC390A6C0}"/>
              </a:ext>
            </a:extLst>
          </p:cNvPr>
          <p:cNvSpPr>
            <a:spLocks noGrp="1"/>
          </p:cNvSpPr>
          <p:nvPr>
            <p:ph type="body" sz="quarter" idx="19" hasCustomPrompt="1"/>
          </p:nvPr>
        </p:nvSpPr>
        <p:spPr>
          <a:xfrm>
            <a:off x="546100" y="6019800"/>
            <a:ext cx="3310472"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7" name="Freeform 5">
            <a:extLst>
              <a:ext uri="{FF2B5EF4-FFF2-40B4-BE49-F238E27FC236}">
                <a16:creationId xmlns:a16="http://schemas.microsoft.com/office/drawing/2014/main" id="{93667A40-3C8E-53EB-754C-7A3CABAB4156}"/>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489162230"/>
      </p:ext>
    </p:extLst>
  </p:cSld>
  <p:clrMapOvr>
    <a:masterClrMapping/>
  </p:clrMapOvr>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1 Column Left - Quadrant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0A8DD4-AFB3-6A0D-E0DC-BE0C252106E0}"/>
              </a:ext>
            </a:extLst>
          </p:cNvPr>
          <p:cNvSpPr>
            <a:spLocks/>
          </p:cNvSpPr>
          <p:nvPr/>
        </p:nvSpPr>
        <p:spPr>
          <a:xfrm>
            <a:off x="4055115" y="-3224"/>
            <a:ext cx="8136885" cy="68612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DF7171D-56DB-60BD-88D4-7F7BF6A5CD65}"/>
              </a:ext>
            </a:extLst>
          </p:cNvPr>
          <p:cNvSpPr/>
          <p:nvPr/>
        </p:nvSpPr>
        <p:spPr>
          <a:xfrm>
            <a:off x="4055115" y="3429000"/>
            <a:ext cx="4069080" cy="3429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166F2CC-C885-AE48-D625-8EF6963758F0}"/>
              </a:ext>
            </a:extLst>
          </p:cNvPr>
          <p:cNvSpPr/>
          <p:nvPr/>
        </p:nvSpPr>
        <p:spPr>
          <a:xfrm>
            <a:off x="8121341" y="0"/>
            <a:ext cx="4069080" cy="3429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ntent Placeholder 19">
            <a:extLst>
              <a:ext uri="{FF2B5EF4-FFF2-40B4-BE49-F238E27FC236}">
                <a16:creationId xmlns:a16="http://schemas.microsoft.com/office/drawing/2014/main" id="{8C68C4CC-CEF3-3402-F640-B77CCA9E63E6}"/>
              </a:ext>
            </a:extLst>
          </p:cNvPr>
          <p:cNvSpPr>
            <a:spLocks noGrp="1"/>
          </p:cNvSpPr>
          <p:nvPr>
            <p:ph sz="quarter" idx="47" hasCustomPrompt="1"/>
          </p:nvPr>
        </p:nvSpPr>
        <p:spPr>
          <a:xfrm>
            <a:off x="4055115" y="-3223"/>
            <a:ext cx="4069080" cy="3429000"/>
          </a:xfrm>
          <a:noFill/>
        </p:spPr>
        <p:txBody>
          <a:bodyPr lIns="548640" tIns="0" rIns="548640" bIns="0" anchor="ct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Add a photo or chart</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419B93D8-9F40-73DB-5A94-C874C8DAA5C6}"/>
              </a:ext>
            </a:extLst>
          </p:cNvPr>
          <p:cNvSpPr>
            <a:spLocks noGrp="1"/>
          </p:cNvSpPr>
          <p:nvPr>
            <p:ph sz="quarter" idx="48" hasCustomPrompt="1"/>
          </p:nvPr>
        </p:nvSpPr>
        <p:spPr>
          <a:xfrm>
            <a:off x="8496993" y="3747156"/>
            <a:ext cx="3320934" cy="2795912"/>
          </a:xfrm>
          <a:noFill/>
        </p:spPr>
        <p:txBody>
          <a:bodyPr lIns="548640" tIns="0" rIns="548640" bIns="0" anchor="ctr" anchorCtr="0"/>
          <a:lstStyle>
            <a:lvl1pPr>
              <a:defRPr b="1">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en-US"/>
              <a:t>Add a photo or chart</a:t>
            </a:r>
          </a:p>
          <a:p>
            <a:pPr lvl="1"/>
            <a:r>
              <a:rPr lang="en-US"/>
              <a:t>Second level</a:t>
            </a:r>
          </a:p>
          <a:p>
            <a:pPr lvl="2"/>
            <a:r>
              <a:rPr lang="en-US"/>
              <a:t>Third level</a:t>
            </a:r>
          </a:p>
          <a:p>
            <a:pPr lvl="3"/>
            <a:r>
              <a:rPr lang="en-US"/>
              <a:t>Fourth level</a:t>
            </a:r>
          </a:p>
          <a:p>
            <a:pPr lvl="4"/>
            <a:r>
              <a:rPr lang="en-US"/>
              <a:t>Fifth level</a:t>
            </a:r>
          </a:p>
        </p:txBody>
      </p:sp>
      <p:sp>
        <p:nvSpPr>
          <p:cNvPr id="25" name="Content Placeholder 24">
            <a:extLst>
              <a:ext uri="{FF2B5EF4-FFF2-40B4-BE49-F238E27FC236}">
                <a16:creationId xmlns:a16="http://schemas.microsoft.com/office/drawing/2014/main" id="{F6249455-82E8-40E3-5DFB-873B422998AB}"/>
              </a:ext>
            </a:extLst>
          </p:cNvPr>
          <p:cNvSpPr>
            <a:spLocks noGrp="1"/>
          </p:cNvSpPr>
          <p:nvPr>
            <p:ph sz="quarter" idx="49" hasCustomPrompt="1"/>
          </p:nvPr>
        </p:nvSpPr>
        <p:spPr>
          <a:xfrm>
            <a:off x="4055115" y="3429000"/>
            <a:ext cx="4069080" cy="3429000"/>
          </a:xfrm>
          <a:noFill/>
        </p:spPr>
        <p:txBody>
          <a:bodyPr vert="horz" lIns="548640" tIns="0" rIns="548640" bIns="0" rtlCol="0" anchor="ctr">
            <a:noAutofit/>
          </a:bodyPr>
          <a:lstStyle>
            <a:lvl1pPr>
              <a:defRPr lang="en-US" sz="2100" b="1" dirty="0" smtClean="0">
                <a:solidFill>
                  <a:schemeClr val="bg1"/>
                </a:solidFill>
                <a:latin typeface="+mj-lt"/>
              </a:defRPr>
            </a:lvl1pPr>
            <a:lvl2pPr>
              <a:defRPr lang="en-US" dirty="0" smtClean="0">
                <a:solidFill>
                  <a:schemeClr val="bg1"/>
                </a:solidFill>
              </a:defRPr>
            </a:lvl2pPr>
            <a:lvl3pPr>
              <a:buClrTx/>
              <a:defRPr lang="en-US" dirty="0" smtClean="0">
                <a:solidFill>
                  <a:schemeClr val="bg1"/>
                </a:solidFill>
              </a:defRPr>
            </a:lvl3pPr>
            <a:lvl4pPr>
              <a:defRPr lang="en-US" dirty="0" smtClean="0">
                <a:solidFill>
                  <a:schemeClr val="bg1"/>
                </a:solidFill>
              </a:defRPr>
            </a:lvl4pPr>
            <a:lvl5pPr>
              <a:buClrTx/>
              <a:defRPr lang="en-US" dirty="0">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Quotes, text, or image</a:t>
            </a:r>
          </a:p>
          <a:p>
            <a:pPr lvl="1"/>
            <a:r>
              <a:rPr lang="en-US"/>
              <a:t>Second level</a:t>
            </a:r>
          </a:p>
          <a:p>
            <a:pPr lvl="2"/>
            <a:r>
              <a:rPr lang="en-US"/>
              <a:t>Third level</a:t>
            </a:r>
          </a:p>
          <a:p>
            <a:pPr lvl="3"/>
            <a:r>
              <a:rPr lang="en-US"/>
              <a:t>Fourth level</a:t>
            </a:r>
          </a:p>
          <a:p>
            <a:pPr lvl="4"/>
            <a:r>
              <a:rPr lang="en-US"/>
              <a:t>Fifth level</a:t>
            </a:r>
          </a:p>
        </p:txBody>
      </p:sp>
      <p:sp>
        <p:nvSpPr>
          <p:cNvPr id="27" name="Content Placeholder 26">
            <a:extLst>
              <a:ext uri="{FF2B5EF4-FFF2-40B4-BE49-F238E27FC236}">
                <a16:creationId xmlns:a16="http://schemas.microsoft.com/office/drawing/2014/main" id="{6433A83F-D9D0-E3DD-A0A1-A356E73FBFB2}"/>
              </a:ext>
            </a:extLst>
          </p:cNvPr>
          <p:cNvSpPr>
            <a:spLocks noGrp="1"/>
          </p:cNvSpPr>
          <p:nvPr>
            <p:ph sz="quarter" idx="50" hasCustomPrompt="1"/>
          </p:nvPr>
        </p:nvSpPr>
        <p:spPr>
          <a:xfrm>
            <a:off x="8122920" y="0"/>
            <a:ext cx="4069080" cy="3429000"/>
          </a:xfrm>
          <a:noFill/>
        </p:spPr>
        <p:txBody>
          <a:bodyPr vert="horz" lIns="548640" tIns="0" rIns="548640" bIns="0" rtlCol="0" anchor="ctr">
            <a:noAutofit/>
          </a:bodyPr>
          <a:lstStyle>
            <a:lvl1pPr>
              <a:defRPr lang="en-US" sz="2100" b="1" dirty="0" smtClean="0">
                <a:solidFill>
                  <a:schemeClr val="bg1"/>
                </a:solidFill>
                <a:latin typeface="+mj-lt"/>
              </a:defRPr>
            </a:lvl1pPr>
            <a:lvl2pPr>
              <a:defRPr lang="en-US" dirty="0" smtClean="0">
                <a:solidFill>
                  <a:schemeClr val="bg1"/>
                </a:solidFill>
              </a:defRPr>
            </a:lvl2pPr>
            <a:lvl3pPr>
              <a:buClrTx/>
              <a:defRPr lang="en-US" dirty="0" smtClean="0">
                <a:solidFill>
                  <a:schemeClr val="bg1"/>
                </a:solidFill>
              </a:defRPr>
            </a:lvl3pPr>
            <a:lvl4pPr>
              <a:defRPr lang="en-US" dirty="0" smtClean="0">
                <a:solidFill>
                  <a:schemeClr val="bg1"/>
                </a:solidFill>
              </a:defRPr>
            </a:lvl4pPr>
            <a:lvl5pPr>
              <a:buClrTx/>
              <a:defRPr lang="en-US" dirty="0">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Quotes, text, or image</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2">
            <a:extLst>
              <a:ext uri="{FF2B5EF4-FFF2-40B4-BE49-F238E27FC236}">
                <a16:creationId xmlns:a16="http://schemas.microsoft.com/office/drawing/2014/main" id="{DDB00E5E-1D90-1933-197B-7CD62612CAD5}"/>
              </a:ext>
            </a:extLst>
          </p:cNvPr>
          <p:cNvSpPr>
            <a:spLocks noGrp="1"/>
          </p:cNvSpPr>
          <p:nvPr>
            <p:ph sz="quarter" idx="23"/>
          </p:nvPr>
        </p:nvSpPr>
        <p:spPr>
          <a:xfrm>
            <a:off x="546099" y="2714624"/>
            <a:ext cx="3310473"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7" name="Text Placeholder 10">
            <a:extLst>
              <a:ext uri="{FF2B5EF4-FFF2-40B4-BE49-F238E27FC236}">
                <a16:creationId xmlns:a16="http://schemas.microsoft.com/office/drawing/2014/main" id="{320E4C27-6840-3230-C8EB-57DAF73640B5}"/>
              </a:ext>
            </a:extLst>
          </p:cNvPr>
          <p:cNvSpPr>
            <a:spLocks noGrp="1"/>
          </p:cNvSpPr>
          <p:nvPr>
            <p:ph type="body" sz="quarter" idx="21"/>
          </p:nvPr>
        </p:nvSpPr>
        <p:spPr>
          <a:xfrm>
            <a:off x="546100" y="2041525"/>
            <a:ext cx="3310473" cy="564300"/>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8" name="Title 6">
            <a:extLst>
              <a:ext uri="{FF2B5EF4-FFF2-40B4-BE49-F238E27FC236}">
                <a16:creationId xmlns:a16="http://schemas.microsoft.com/office/drawing/2014/main" id="{1B379227-098B-CF21-C287-65FA32B3F932}"/>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 style</a:t>
            </a:r>
          </a:p>
        </p:txBody>
      </p:sp>
      <p:sp>
        <p:nvSpPr>
          <p:cNvPr id="6" name="Text Placeholder 15">
            <a:extLst>
              <a:ext uri="{FF2B5EF4-FFF2-40B4-BE49-F238E27FC236}">
                <a16:creationId xmlns:a16="http://schemas.microsoft.com/office/drawing/2014/main" id="{71F65CD9-23AF-27E9-3070-0D6BC927D59F}"/>
              </a:ext>
            </a:extLst>
          </p:cNvPr>
          <p:cNvSpPr>
            <a:spLocks noGrp="1"/>
          </p:cNvSpPr>
          <p:nvPr>
            <p:ph type="body" sz="quarter" idx="19" hasCustomPrompt="1"/>
          </p:nvPr>
        </p:nvSpPr>
        <p:spPr>
          <a:xfrm>
            <a:off x="546100" y="6019800"/>
            <a:ext cx="3310472"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9" name="Freeform 5">
            <a:extLst>
              <a:ext uri="{FF2B5EF4-FFF2-40B4-BE49-F238E27FC236}">
                <a16:creationId xmlns:a16="http://schemas.microsoft.com/office/drawing/2014/main" id="{586F1A35-FCC7-078E-FE8F-4BAAA2DC0706}"/>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499196544"/>
      </p:ext>
    </p:extLst>
  </p:cSld>
  <p:clrMapOvr>
    <a:masterClrMapping/>
  </p:clrMapOvr>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5 Column - Icon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2" name="Title 11">
            <a:extLst>
              <a:ext uri="{FF2B5EF4-FFF2-40B4-BE49-F238E27FC236}">
                <a16:creationId xmlns:a16="http://schemas.microsoft.com/office/drawing/2014/main" id="{91874068-FCB3-3E67-FD8A-888858391AF4}"/>
              </a:ext>
            </a:extLst>
          </p:cNvPr>
          <p:cNvSpPr>
            <a:spLocks noGrp="1"/>
          </p:cNvSpPr>
          <p:nvPr>
            <p:ph type="title"/>
          </p:nvPr>
        </p:nvSpPr>
        <p:spPr>
          <a:xfrm>
            <a:off x="546100" y="552450"/>
            <a:ext cx="11091861" cy="434975"/>
          </a:xfrm>
        </p:spPr>
        <p:txBody>
          <a:bodyPr/>
          <a:lstStyle>
            <a:lvl1pPr>
              <a:defRPr b="1">
                <a:solidFill>
                  <a:schemeClr val="tx2"/>
                </a:solidFill>
              </a:defRPr>
            </a:lvl1pPr>
          </a:lstStyle>
          <a:p>
            <a:r>
              <a:rPr lang="en-US"/>
              <a:t>Click to edit Master title style</a:t>
            </a:r>
          </a:p>
        </p:txBody>
      </p:sp>
      <p:sp>
        <p:nvSpPr>
          <p:cNvPr id="11" name="Text Placeholder 10">
            <a:extLst>
              <a:ext uri="{FF2B5EF4-FFF2-40B4-BE49-F238E27FC236}">
                <a16:creationId xmlns:a16="http://schemas.microsoft.com/office/drawing/2014/main" id="{5155D0AF-DC50-1231-8C20-9614D9642834}"/>
              </a:ext>
            </a:extLst>
          </p:cNvPr>
          <p:cNvSpPr>
            <a:spLocks noGrp="1"/>
          </p:cNvSpPr>
          <p:nvPr>
            <p:ph type="body" sz="quarter" idx="45"/>
          </p:nvPr>
        </p:nvSpPr>
        <p:spPr>
          <a:xfrm>
            <a:off x="546100" y="1127125"/>
            <a:ext cx="1109186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3" name="Text Placeholder 15">
            <a:extLst>
              <a:ext uri="{FF2B5EF4-FFF2-40B4-BE49-F238E27FC236}">
                <a16:creationId xmlns:a16="http://schemas.microsoft.com/office/drawing/2014/main" id="{23EA351B-2744-2292-EA13-ECF616B5AF66}"/>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14" name="Content Placeholder 32">
            <a:extLst>
              <a:ext uri="{FF2B5EF4-FFF2-40B4-BE49-F238E27FC236}">
                <a16:creationId xmlns:a16="http://schemas.microsoft.com/office/drawing/2014/main" id="{739AFE11-1479-0079-CBFD-DE22CF1EF3D7}"/>
              </a:ext>
            </a:extLst>
          </p:cNvPr>
          <p:cNvSpPr>
            <a:spLocks noGrp="1"/>
          </p:cNvSpPr>
          <p:nvPr>
            <p:ph sz="quarter" idx="40"/>
          </p:nvPr>
        </p:nvSpPr>
        <p:spPr>
          <a:xfrm>
            <a:off x="546100" y="2715418"/>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A10D501-BB72-6F51-3E2C-9A5D9855D3B8}"/>
              </a:ext>
            </a:extLst>
          </p:cNvPr>
          <p:cNvSpPr>
            <a:spLocks noGrp="1"/>
          </p:cNvSpPr>
          <p:nvPr>
            <p:ph sz="quarter" idx="47"/>
          </p:nvPr>
        </p:nvSpPr>
        <p:spPr>
          <a:xfrm>
            <a:off x="2802335" y="2714624"/>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18" name="Content Placeholder 17">
            <a:extLst>
              <a:ext uri="{FF2B5EF4-FFF2-40B4-BE49-F238E27FC236}">
                <a16:creationId xmlns:a16="http://schemas.microsoft.com/office/drawing/2014/main" id="{DDF53402-575C-C10C-7E8E-6C99DEA94988}"/>
              </a:ext>
            </a:extLst>
          </p:cNvPr>
          <p:cNvSpPr>
            <a:spLocks noGrp="1"/>
          </p:cNvSpPr>
          <p:nvPr>
            <p:ph sz="quarter" idx="48"/>
          </p:nvPr>
        </p:nvSpPr>
        <p:spPr>
          <a:xfrm>
            <a:off x="5050632" y="2715417"/>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1" name="Content Placeholder 20">
            <a:extLst>
              <a:ext uri="{FF2B5EF4-FFF2-40B4-BE49-F238E27FC236}">
                <a16:creationId xmlns:a16="http://schemas.microsoft.com/office/drawing/2014/main" id="{B95D6E10-7BC7-5B48-5FC8-AA3FBBF31296}"/>
              </a:ext>
            </a:extLst>
          </p:cNvPr>
          <p:cNvSpPr>
            <a:spLocks noGrp="1"/>
          </p:cNvSpPr>
          <p:nvPr>
            <p:ph sz="quarter" idx="49"/>
          </p:nvPr>
        </p:nvSpPr>
        <p:spPr>
          <a:xfrm>
            <a:off x="7298927" y="2716608"/>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34" name="Content Placeholder 33">
            <a:extLst>
              <a:ext uri="{FF2B5EF4-FFF2-40B4-BE49-F238E27FC236}">
                <a16:creationId xmlns:a16="http://schemas.microsoft.com/office/drawing/2014/main" id="{35D3FA32-E657-445D-AFF1-5F98826EF595}"/>
              </a:ext>
            </a:extLst>
          </p:cNvPr>
          <p:cNvSpPr>
            <a:spLocks noGrp="1"/>
          </p:cNvSpPr>
          <p:nvPr>
            <p:ph sz="quarter" idx="50"/>
          </p:nvPr>
        </p:nvSpPr>
        <p:spPr>
          <a:xfrm>
            <a:off x="9547222" y="2714624"/>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3" name="Freeform 5">
            <a:extLst>
              <a:ext uri="{FF2B5EF4-FFF2-40B4-BE49-F238E27FC236}">
                <a16:creationId xmlns:a16="http://schemas.microsoft.com/office/drawing/2014/main" id="{22FC28BE-F8D7-09E1-22AB-690FA3B1A1CF}"/>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951736063"/>
      </p:ext>
    </p:extLst>
  </p:cSld>
  <p:clrMapOvr>
    <a:masterClrMapping/>
  </p:clrMapOvr>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3 Column - Photo Top">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hasCustomPrompt="1"/>
          </p:nvPr>
        </p:nvSpPr>
        <p:spPr>
          <a:xfrm>
            <a:off x="0" y="0"/>
            <a:ext cx="12192000" cy="3429000"/>
          </a:xfrm>
          <a:solidFill>
            <a:schemeClr val="bg1">
              <a:lumMod val="65000"/>
            </a:schemeClr>
          </a:solidFill>
        </p:spPr>
        <p:txBody>
          <a:bodyPr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2" name="Title 11">
            <a:extLst>
              <a:ext uri="{FF2B5EF4-FFF2-40B4-BE49-F238E27FC236}">
                <a16:creationId xmlns:a16="http://schemas.microsoft.com/office/drawing/2014/main" id="{91874068-FCB3-3E67-FD8A-888858391AF4}"/>
              </a:ext>
            </a:extLst>
          </p:cNvPr>
          <p:cNvSpPr>
            <a:spLocks noGrp="1"/>
          </p:cNvSpPr>
          <p:nvPr>
            <p:ph type="title"/>
          </p:nvPr>
        </p:nvSpPr>
        <p:spPr/>
        <p:txBody>
          <a:bodyPr/>
          <a:lstStyle>
            <a:lvl1pPr>
              <a:defRPr b="1">
                <a:solidFill>
                  <a:schemeClr val="bg1"/>
                </a:solidFill>
              </a:defRPr>
            </a:lvl1pPr>
          </a:lstStyle>
          <a:p>
            <a:r>
              <a:rPr lang="en-US"/>
              <a:t>Click to edit Master title style</a:t>
            </a:r>
          </a:p>
        </p:txBody>
      </p:sp>
      <p:sp>
        <p:nvSpPr>
          <p:cNvPr id="13" name="Text Placeholder 10">
            <a:extLst>
              <a:ext uri="{FF2B5EF4-FFF2-40B4-BE49-F238E27FC236}">
                <a16:creationId xmlns:a16="http://schemas.microsoft.com/office/drawing/2014/main" id="{89B32E50-9450-0A92-9772-59EA93C40AE7}"/>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4" name="Text Placeholder 15">
            <a:extLst>
              <a:ext uri="{FF2B5EF4-FFF2-40B4-BE49-F238E27FC236}">
                <a16:creationId xmlns:a16="http://schemas.microsoft.com/office/drawing/2014/main" id="{81B1CE43-1A7D-92BC-9BE0-98FB6FC0D573}"/>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15" name="Content Placeholder 32">
            <a:extLst>
              <a:ext uri="{FF2B5EF4-FFF2-40B4-BE49-F238E27FC236}">
                <a16:creationId xmlns:a16="http://schemas.microsoft.com/office/drawing/2014/main" id="{BA6EB3DD-394B-9F7E-9B89-633914C3BBFB}"/>
              </a:ext>
            </a:extLst>
          </p:cNvPr>
          <p:cNvSpPr>
            <a:spLocks noGrp="1"/>
          </p:cNvSpPr>
          <p:nvPr>
            <p:ph sz="quarter" idx="40"/>
          </p:nvPr>
        </p:nvSpPr>
        <p:spPr>
          <a:xfrm>
            <a:off x="546100" y="3984625"/>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5">
            <a:extLst>
              <a:ext uri="{FF2B5EF4-FFF2-40B4-BE49-F238E27FC236}">
                <a16:creationId xmlns:a16="http://schemas.microsoft.com/office/drawing/2014/main" id="{5BB03F0A-D74D-D67C-7DAC-CF0BD1A2F886}"/>
              </a:ext>
            </a:extLst>
          </p:cNvPr>
          <p:cNvSpPr>
            <a:spLocks noGrp="1"/>
          </p:cNvSpPr>
          <p:nvPr>
            <p:ph sz="quarter" idx="47"/>
          </p:nvPr>
        </p:nvSpPr>
        <p:spPr>
          <a:xfrm>
            <a:off x="4328238"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0" name="Content Placeholder 17">
            <a:extLst>
              <a:ext uri="{FF2B5EF4-FFF2-40B4-BE49-F238E27FC236}">
                <a16:creationId xmlns:a16="http://schemas.microsoft.com/office/drawing/2014/main" id="{A4CFDEF4-9A06-FDBA-C4CA-F65EF5657C9A}"/>
              </a:ext>
            </a:extLst>
          </p:cNvPr>
          <p:cNvSpPr>
            <a:spLocks noGrp="1"/>
          </p:cNvSpPr>
          <p:nvPr>
            <p:ph sz="quarter" idx="48"/>
          </p:nvPr>
        </p:nvSpPr>
        <p:spPr>
          <a:xfrm>
            <a:off x="8117522"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 name="Freeform 5">
            <a:extLst>
              <a:ext uri="{FF2B5EF4-FFF2-40B4-BE49-F238E27FC236}">
                <a16:creationId xmlns:a16="http://schemas.microsoft.com/office/drawing/2014/main" id="{A4E09009-98DF-85B9-79D6-B5C6BE79B1C7}"/>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780157701"/>
      </p:ext>
    </p:extLst>
  </p:cSld>
  <p:clrMapOvr>
    <a:masterClrMapping/>
  </p:clrMapOvr>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3 Column - Photo Top/Icon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hasCustomPrompt="1"/>
          </p:nvPr>
        </p:nvSpPr>
        <p:spPr>
          <a:xfrm>
            <a:off x="0" y="0"/>
            <a:ext cx="12192000" cy="2570163"/>
          </a:xfrm>
          <a:solidFill>
            <a:schemeClr val="bg1">
              <a:lumMod val="65000"/>
            </a:schemeClr>
          </a:solidFill>
        </p:spPr>
        <p:txBody>
          <a:bodyPr tIns="548640"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4" name="Title 3">
            <a:extLst>
              <a:ext uri="{FF2B5EF4-FFF2-40B4-BE49-F238E27FC236}">
                <a16:creationId xmlns:a16="http://schemas.microsoft.com/office/drawing/2014/main" id="{DBDE9691-3D56-DAA7-8818-1939ACD60B6C}"/>
              </a:ext>
            </a:extLst>
          </p:cNvPr>
          <p:cNvSpPr>
            <a:spLocks noGrp="1"/>
          </p:cNvSpPr>
          <p:nvPr>
            <p:ph type="title"/>
          </p:nvPr>
        </p:nvSpPr>
        <p:spPr/>
        <p:txBody>
          <a:bodyPr/>
          <a:lstStyle>
            <a:lvl1pPr>
              <a:defRPr b="1">
                <a:solidFill>
                  <a:schemeClr val="bg1"/>
                </a:solidFill>
              </a:defRPr>
            </a:lvl1pPr>
          </a:lstStyle>
          <a:p>
            <a:r>
              <a:rPr lang="en-US"/>
              <a:t>Click to edit Master title style</a:t>
            </a:r>
          </a:p>
        </p:txBody>
      </p:sp>
      <p:sp>
        <p:nvSpPr>
          <p:cNvPr id="16" name="Text Placeholder 10">
            <a:extLst>
              <a:ext uri="{FF2B5EF4-FFF2-40B4-BE49-F238E27FC236}">
                <a16:creationId xmlns:a16="http://schemas.microsoft.com/office/drawing/2014/main" id="{6805229E-B1FB-69C3-19F0-88C0E54FE8AD}"/>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8" name="Content Placeholder 32">
            <a:extLst>
              <a:ext uri="{FF2B5EF4-FFF2-40B4-BE49-F238E27FC236}">
                <a16:creationId xmlns:a16="http://schemas.microsoft.com/office/drawing/2014/main" id="{A987ED96-C80E-4781-0F7F-E940B58D1115}"/>
              </a:ext>
            </a:extLst>
          </p:cNvPr>
          <p:cNvSpPr>
            <a:spLocks noGrp="1"/>
          </p:cNvSpPr>
          <p:nvPr>
            <p:ph sz="quarter" idx="40"/>
          </p:nvPr>
        </p:nvSpPr>
        <p:spPr>
          <a:xfrm>
            <a:off x="546100" y="3984625"/>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5">
            <a:extLst>
              <a:ext uri="{FF2B5EF4-FFF2-40B4-BE49-F238E27FC236}">
                <a16:creationId xmlns:a16="http://schemas.microsoft.com/office/drawing/2014/main" id="{8E8CFD94-7258-5E47-4E33-9E574B7B0C33}"/>
              </a:ext>
            </a:extLst>
          </p:cNvPr>
          <p:cNvSpPr>
            <a:spLocks noGrp="1"/>
          </p:cNvSpPr>
          <p:nvPr>
            <p:ph sz="quarter" idx="47"/>
          </p:nvPr>
        </p:nvSpPr>
        <p:spPr>
          <a:xfrm>
            <a:off x="4328238"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0" name="Content Placeholder 17">
            <a:extLst>
              <a:ext uri="{FF2B5EF4-FFF2-40B4-BE49-F238E27FC236}">
                <a16:creationId xmlns:a16="http://schemas.microsoft.com/office/drawing/2014/main" id="{B9EFDEF9-B5E4-7A79-CE8B-DD409F6BDE1B}"/>
              </a:ext>
            </a:extLst>
          </p:cNvPr>
          <p:cNvSpPr>
            <a:spLocks noGrp="1"/>
          </p:cNvSpPr>
          <p:nvPr>
            <p:ph sz="quarter" idx="48"/>
          </p:nvPr>
        </p:nvSpPr>
        <p:spPr>
          <a:xfrm>
            <a:off x="8117522"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 name="Text Placeholder 15">
            <a:extLst>
              <a:ext uri="{FF2B5EF4-FFF2-40B4-BE49-F238E27FC236}">
                <a16:creationId xmlns:a16="http://schemas.microsoft.com/office/drawing/2014/main" id="{3D856A28-9B6E-E579-34D8-AD7CC03EA18D}"/>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5" name="Freeform 5">
            <a:extLst>
              <a:ext uri="{FF2B5EF4-FFF2-40B4-BE49-F238E27FC236}">
                <a16:creationId xmlns:a16="http://schemas.microsoft.com/office/drawing/2014/main" id="{72C6C872-3D3A-684B-E907-A6014422EB57}"/>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368853472"/>
      </p:ext>
    </p:extLst>
  </p:cSld>
  <p:clrMapOvr>
    <a:masterClrMapping/>
  </p:clrMapOvr>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3x3 - Photo Top">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hasCustomPrompt="1"/>
          </p:nvPr>
        </p:nvSpPr>
        <p:spPr>
          <a:xfrm>
            <a:off x="0" y="1"/>
            <a:ext cx="12192000" cy="1700212"/>
          </a:xfrm>
          <a:solidFill>
            <a:schemeClr val="bg1">
              <a:lumMod val="65000"/>
            </a:schemeClr>
          </a:solidFill>
        </p:spPr>
        <p:txBody>
          <a:bodyPr lIns="2560320"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4" name="Title 3">
            <a:extLst>
              <a:ext uri="{FF2B5EF4-FFF2-40B4-BE49-F238E27FC236}">
                <a16:creationId xmlns:a16="http://schemas.microsoft.com/office/drawing/2014/main" id="{38E069FA-BCFF-0525-82A8-9D43A0F7FFAD}"/>
              </a:ext>
            </a:extLst>
          </p:cNvPr>
          <p:cNvSpPr>
            <a:spLocks noGrp="1"/>
          </p:cNvSpPr>
          <p:nvPr>
            <p:ph type="title"/>
          </p:nvPr>
        </p:nvSpPr>
        <p:spPr/>
        <p:txBody>
          <a:bodyPr/>
          <a:lstStyle>
            <a:lvl1pPr>
              <a:defRPr b="1">
                <a:solidFill>
                  <a:schemeClr val="bg1"/>
                </a:solidFill>
              </a:defRPr>
            </a:lvl1pPr>
          </a:lstStyle>
          <a:p>
            <a:r>
              <a:rPr lang="en-US"/>
              <a:t>Click to edit Master title style</a:t>
            </a:r>
          </a:p>
        </p:txBody>
      </p:sp>
      <p:sp>
        <p:nvSpPr>
          <p:cNvPr id="13" name="Text Placeholder 10">
            <a:extLst>
              <a:ext uri="{FF2B5EF4-FFF2-40B4-BE49-F238E27FC236}">
                <a16:creationId xmlns:a16="http://schemas.microsoft.com/office/drawing/2014/main" id="{310489FA-6FE3-5196-57BA-4C39CF6D97C9}"/>
              </a:ext>
            </a:extLst>
          </p:cNvPr>
          <p:cNvSpPr>
            <a:spLocks noGrp="1"/>
          </p:cNvSpPr>
          <p:nvPr>
            <p:ph type="body" sz="quarter" idx="45"/>
          </p:nvPr>
        </p:nvSpPr>
        <p:spPr>
          <a:xfrm>
            <a:off x="548640" y="1127125"/>
            <a:ext cx="5442585"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9BA8EFE1-927F-55D6-A4B0-B8DDF6AF954B}"/>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0" name="Content Placeholder 32">
            <a:extLst>
              <a:ext uri="{FF2B5EF4-FFF2-40B4-BE49-F238E27FC236}">
                <a16:creationId xmlns:a16="http://schemas.microsoft.com/office/drawing/2014/main" id="{0C04A2DB-44E7-1779-7153-66AE7C17B9DA}"/>
              </a:ext>
            </a:extLst>
          </p:cNvPr>
          <p:cNvSpPr>
            <a:spLocks noGrp="1"/>
          </p:cNvSpPr>
          <p:nvPr>
            <p:ph sz="quarter" idx="49"/>
          </p:nvPr>
        </p:nvSpPr>
        <p:spPr>
          <a:xfrm>
            <a:off x="546100" y="2847975"/>
            <a:ext cx="3520440" cy="990598"/>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p:txBody>
      </p:sp>
      <p:sp>
        <p:nvSpPr>
          <p:cNvPr id="24" name="Content Placeholder 15">
            <a:extLst>
              <a:ext uri="{FF2B5EF4-FFF2-40B4-BE49-F238E27FC236}">
                <a16:creationId xmlns:a16="http://schemas.microsoft.com/office/drawing/2014/main" id="{CF9DFE53-830B-1A4C-F472-E0E7B9624139}"/>
              </a:ext>
            </a:extLst>
          </p:cNvPr>
          <p:cNvSpPr>
            <a:spLocks noGrp="1"/>
          </p:cNvSpPr>
          <p:nvPr>
            <p:ph sz="quarter" idx="50"/>
          </p:nvPr>
        </p:nvSpPr>
        <p:spPr>
          <a:xfrm>
            <a:off x="4335779" y="2847975"/>
            <a:ext cx="3520440" cy="990598"/>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5" name="Content Placeholder 17">
            <a:extLst>
              <a:ext uri="{FF2B5EF4-FFF2-40B4-BE49-F238E27FC236}">
                <a16:creationId xmlns:a16="http://schemas.microsoft.com/office/drawing/2014/main" id="{9C6C9551-6B74-0885-811D-B5B985D52982}"/>
              </a:ext>
            </a:extLst>
          </p:cNvPr>
          <p:cNvSpPr>
            <a:spLocks noGrp="1"/>
          </p:cNvSpPr>
          <p:nvPr>
            <p:ph sz="quarter" idx="51"/>
          </p:nvPr>
        </p:nvSpPr>
        <p:spPr>
          <a:xfrm>
            <a:off x="8125460" y="2847975"/>
            <a:ext cx="3520440" cy="990600"/>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6" name="Content Placeholder 20">
            <a:extLst>
              <a:ext uri="{FF2B5EF4-FFF2-40B4-BE49-F238E27FC236}">
                <a16:creationId xmlns:a16="http://schemas.microsoft.com/office/drawing/2014/main" id="{2A0BC643-D0E4-E606-F236-457295E113C5}"/>
              </a:ext>
            </a:extLst>
          </p:cNvPr>
          <p:cNvSpPr>
            <a:spLocks noGrp="1"/>
          </p:cNvSpPr>
          <p:nvPr>
            <p:ph sz="quarter" idx="52"/>
          </p:nvPr>
        </p:nvSpPr>
        <p:spPr>
          <a:xfrm>
            <a:off x="546100" y="4942256"/>
            <a:ext cx="3529172" cy="1016000"/>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7" name="Content Placeholder 33">
            <a:extLst>
              <a:ext uri="{FF2B5EF4-FFF2-40B4-BE49-F238E27FC236}">
                <a16:creationId xmlns:a16="http://schemas.microsoft.com/office/drawing/2014/main" id="{A2615C15-0FEC-C591-F37F-CCD2AAD8F80C}"/>
              </a:ext>
            </a:extLst>
          </p:cNvPr>
          <p:cNvSpPr>
            <a:spLocks noGrp="1"/>
          </p:cNvSpPr>
          <p:nvPr>
            <p:ph sz="quarter" idx="53"/>
          </p:nvPr>
        </p:nvSpPr>
        <p:spPr>
          <a:xfrm>
            <a:off x="4335779" y="4942257"/>
            <a:ext cx="3520440" cy="1015999"/>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9" name="Content Placeholder 28">
            <a:extLst>
              <a:ext uri="{FF2B5EF4-FFF2-40B4-BE49-F238E27FC236}">
                <a16:creationId xmlns:a16="http://schemas.microsoft.com/office/drawing/2014/main" id="{9C9DFC81-DE9E-FF0E-B59B-9F9419556889}"/>
              </a:ext>
            </a:extLst>
          </p:cNvPr>
          <p:cNvSpPr>
            <a:spLocks noGrp="1"/>
          </p:cNvSpPr>
          <p:nvPr>
            <p:ph sz="quarter" idx="54"/>
          </p:nvPr>
        </p:nvSpPr>
        <p:spPr>
          <a:xfrm>
            <a:off x="8116726" y="4942256"/>
            <a:ext cx="3521237" cy="1016000"/>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 name="Freeform 5">
            <a:extLst>
              <a:ext uri="{FF2B5EF4-FFF2-40B4-BE49-F238E27FC236}">
                <a16:creationId xmlns:a16="http://schemas.microsoft.com/office/drawing/2014/main" id="{B8FAB545-20D3-B544-2110-57A5CE4B0C6D}"/>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099712279"/>
      </p:ext>
    </p:extLst>
  </p:cSld>
  <p:clrMapOvr>
    <a:masterClrMapping/>
  </p:clrMapOvr>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0" y="552450"/>
            <a:ext cx="11091861" cy="434975"/>
          </a:xfrm>
        </p:spPr>
        <p:txBody>
          <a:bodyPr/>
          <a:lstStyle>
            <a:lvl1pPr>
              <a:defRPr b="1"/>
            </a:lvl1pPr>
          </a:lstStyle>
          <a:p>
            <a:r>
              <a:rPr lang="en-US"/>
              <a:t>Click to edit Master title style</a:t>
            </a:r>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6100" y="1127125"/>
            <a:ext cx="1109186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 name="Freeform 5">
            <a:extLst>
              <a:ext uri="{FF2B5EF4-FFF2-40B4-BE49-F238E27FC236}">
                <a16:creationId xmlns:a16="http://schemas.microsoft.com/office/drawing/2014/main" id="{389CF949-356F-DAE1-321E-1CAE04873A6F}"/>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985576103"/>
      </p:ext>
    </p:extLst>
  </p:cSld>
  <p:clrMapOvr>
    <a:masterClrMapping/>
  </p:clrMapOvr>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Only - Dark mode">
    <p:bg>
      <p:bgPr>
        <a:solidFill>
          <a:schemeClr val="tx2"/>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0" y="552450"/>
            <a:ext cx="11091861" cy="434975"/>
          </a:xfrm>
        </p:spPr>
        <p:txBody>
          <a:bodyPr/>
          <a:lstStyle>
            <a:lvl1pPr>
              <a:defRPr b="1">
                <a:solidFill>
                  <a:schemeClr val="bg1"/>
                </a:solidFill>
              </a:defRPr>
            </a:lvl1pPr>
          </a:lstStyle>
          <a:p>
            <a:r>
              <a:rPr lang="en-US"/>
              <a:t>Click to edit Master title style</a:t>
            </a:r>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6100" y="1127125"/>
            <a:ext cx="1109186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 name="Freeform 5">
            <a:extLst>
              <a:ext uri="{FF2B5EF4-FFF2-40B4-BE49-F238E27FC236}">
                <a16:creationId xmlns:a16="http://schemas.microsoft.com/office/drawing/2014/main" id="{941D8C29-5EB8-6E4E-550A-C6874AEEF1A9}"/>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846183703"/>
      </p:ext>
    </p:extLst>
  </p:cSld>
  <p:clrMapOvr>
    <a:masterClrMapping/>
  </p:clrMapOvr>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Only - 2/3 -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358A6F4-B333-A552-568A-94CF983B89AB}"/>
              </a:ext>
            </a:extLst>
          </p:cNvPr>
          <p:cNvSpPr/>
          <p:nvPr/>
        </p:nvSpPr>
        <p:spPr>
          <a:xfrm>
            <a:off x="4060168" y="0"/>
            <a:ext cx="8131831"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1" y="6019800"/>
            <a:ext cx="334925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 name="Title 8">
            <a:extLst>
              <a:ext uri="{FF2B5EF4-FFF2-40B4-BE49-F238E27FC236}">
                <a16:creationId xmlns:a16="http://schemas.microsoft.com/office/drawing/2014/main" id="{E812AC54-ED95-2411-5933-F69B13AD9D5C}"/>
              </a:ext>
            </a:extLst>
          </p:cNvPr>
          <p:cNvSpPr>
            <a:spLocks noGrp="1"/>
          </p:cNvSpPr>
          <p:nvPr>
            <p:ph type="title"/>
          </p:nvPr>
        </p:nvSpPr>
        <p:spPr>
          <a:xfrm>
            <a:off x="546101" y="552450"/>
            <a:ext cx="3346704" cy="928909"/>
          </a:xfrm>
        </p:spPr>
        <p:txBody>
          <a:bodyPr>
            <a:spAutoFit/>
          </a:bodyPr>
          <a:lstStyle>
            <a:lvl1pPr algn="l">
              <a:defRPr b="1"/>
            </a:lvl1pPr>
          </a:lstStyle>
          <a:p>
            <a:r>
              <a:rPr lang="en-US"/>
              <a:t>Click to edit Master title style</a:t>
            </a:r>
          </a:p>
        </p:txBody>
      </p:sp>
      <p:sp>
        <p:nvSpPr>
          <p:cNvPr id="7" name="Text Placeholder 10">
            <a:extLst>
              <a:ext uri="{FF2B5EF4-FFF2-40B4-BE49-F238E27FC236}">
                <a16:creationId xmlns:a16="http://schemas.microsoft.com/office/drawing/2014/main" id="{80AA0A29-18D9-940B-268C-735EF5D18A66}"/>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8" name="Freeform 5">
            <a:extLst>
              <a:ext uri="{FF2B5EF4-FFF2-40B4-BE49-F238E27FC236}">
                <a16:creationId xmlns:a16="http://schemas.microsoft.com/office/drawing/2014/main" id="{BABC2FA7-81C1-3BC7-A0F0-8076B900E408}"/>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844453534"/>
      </p:ext>
    </p:extLst>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 2/3 - Content 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358A6F4-B333-A552-568A-94CF983B89AB}"/>
              </a:ext>
            </a:extLst>
          </p:cNvPr>
          <p:cNvSpPr/>
          <p:nvPr/>
        </p:nvSpPr>
        <p:spPr>
          <a:xfrm>
            <a:off x="4060168" y="0"/>
            <a:ext cx="8131831"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1" y="6019800"/>
            <a:ext cx="334925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 name="Title 8">
            <a:extLst>
              <a:ext uri="{FF2B5EF4-FFF2-40B4-BE49-F238E27FC236}">
                <a16:creationId xmlns:a16="http://schemas.microsoft.com/office/drawing/2014/main" id="{0B98E3BC-5A9C-AE33-23C8-01AF7F3A29AB}"/>
              </a:ext>
            </a:extLst>
          </p:cNvPr>
          <p:cNvSpPr>
            <a:spLocks noGrp="1"/>
          </p:cNvSpPr>
          <p:nvPr>
            <p:ph type="title"/>
          </p:nvPr>
        </p:nvSpPr>
        <p:spPr>
          <a:xfrm>
            <a:off x="546101" y="552450"/>
            <a:ext cx="3346704" cy="928909"/>
          </a:xfrm>
        </p:spPr>
        <p:txBody>
          <a:bodyPr>
            <a:spAutoFit/>
          </a:bodyPr>
          <a:lstStyle>
            <a:lvl1pPr algn="l">
              <a:defRPr b="1"/>
            </a:lvl1pPr>
          </a:lstStyle>
          <a:p>
            <a:r>
              <a:rPr lang="en-US"/>
              <a:t>Click to edit Master title style</a:t>
            </a:r>
          </a:p>
        </p:txBody>
      </p:sp>
      <p:sp>
        <p:nvSpPr>
          <p:cNvPr id="7" name="Text Placeholder 10">
            <a:extLst>
              <a:ext uri="{FF2B5EF4-FFF2-40B4-BE49-F238E27FC236}">
                <a16:creationId xmlns:a16="http://schemas.microsoft.com/office/drawing/2014/main" id="{5D807125-9903-2D66-5655-9DD47C9B949A}"/>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8" name="Freeform 5">
            <a:extLst>
              <a:ext uri="{FF2B5EF4-FFF2-40B4-BE49-F238E27FC236}">
                <a16:creationId xmlns:a16="http://schemas.microsoft.com/office/drawing/2014/main" id="{F9E56318-7097-5BB0-FD06-D94DAE2E7E73}"/>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757848893"/>
      </p:ext>
    </p:extLst>
  </p:cSld>
  <p:clrMapOvr>
    <a:masterClrMapping/>
  </p:clrMapOvr>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Only - 3/4 slide">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1" y="552450"/>
            <a:ext cx="3346704" cy="928909"/>
          </a:xfrm>
        </p:spPr>
        <p:txBody>
          <a:bodyPr>
            <a:spAutoFit/>
          </a:bodyPr>
          <a:lstStyle>
            <a:lvl1pPr algn="l">
              <a:defRPr b="1"/>
            </a:lvl1pPr>
          </a:lstStyle>
          <a:p>
            <a:r>
              <a:rPr lang="en-US"/>
              <a:t>Click to edit Master title style</a:t>
            </a:r>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0" y="6019800"/>
            <a:ext cx="3346704"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 name="Freeform 5">
            <a:extLst>
              <a:ext uri="{FF2B5EF4-FFF2-40B4-BE49-F238E27FC236}">
                <a16:creationId xmlns:a16="http://schemas.microsoft.com/office/drawing/2014/main" id="{CEA39134-5463-1F32-F31E-FFFCADB24AB9}"/>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292567697"/>
      </p:ext>
    </p:extLst>
  </p:cSld>
  <p:clrMapOvr>
    <a:masterClrMapping/>
  </p:clrMapOvr>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Freeform">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5" name="Freeform 5">
            <a:extLst>
              <a:ext uri="{FF2B5EF4-FFF2-40B4-BE49-F238E27FC236}">
                <a16:creationId xmlns:a16="http://schemas.microsoft.com/office/drawing/2014/main" id="{D8BCFD94-9CA1-138D-D193-287045DB0C27}"/>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70745417"/>
      </p:ext>
    </p:extLst>
  </p:cSld>
  <p:clrMapOvr>
    <a:masterClrMapping/>
  </p:clrMapOvr>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tact Sheet 4-up">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C42E88-6CA5-D615-F095-E179BC98BD17}"/>
              </a:ext>
            </a:extLst>
          </p:cNvPr>
          <p:cNvSpPr/>
          <p:nvPr/>
        </p:nvSpPr>
        <p:spPr bwMode="ltGray">
          <a:xfrm>
            <a:off x="2029968" y="987425"/>
            <a:ext cx="2029968" cy="58705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2" name="Rectangle 11">
            <a:extLst>
              <a:ext uri="{FF2B5EF4-FFF2-40B4-BE49-F238E27FC236}">
                <a16:creationId xmlns:a16="http://schemas.microsoft.com/office/drawing/2014/main" id="{34E1A2AF-0ED4-BF22-E0B5-072609F36CD0}"/>
              </a:ext>
            </a:extLst>
          </p:cNvPr>
          <p:cNvSpPr/>
          <p:nvPr/>
        </p:nvSpPr>
        <p:spPr bwMode="ltGray">
          <a:xfrm>
            <a:off x="0" y="0"/>
            <a:ext cx="2030571" cy="55864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Picture Placeholder 9">
            <a:extLst>
              <a:ext uri="{FF2B5EF4-FFF2-40B4-BE49-F238E27FC236}">
                <a16:creationId xmlns:a16="http://schemas.microsoft.com/office/drawing/2014/main" id="{9E00C7D1-33B8-8C13-3170-53723F9DC775}"/>
              </a:ext>
            </a:extLst>
          </p:cNvPr>
          <p:cNvSpPr>
            <a:spLocks noGrp="1"/>
          </p:cNvSpPr>
          <p:nvPr>
            <p:ph type="pic" sz="quarter" idx="29" hasCustomPrompt="1"/>
          </p:nvPr>
        </p:nvSpPr>
        <p:spPr>
          <a:xfrm>
            <a:off x="-1" y="3984625"/>
            <a:ext cx="2025945" cy="1601788"/>
          </a:xfrm>
          <a:noFill/>
          <a:ln>
            <a:noFill/>
          </a:ln>
        </p:spPr>
        <p:txBody>
          <a:bodyPr bIns="731520" anchor="ctr"/>
          <a:lstStyle>
            <a:lvl1pPr algn="ctr">
              <a:defRPr>
                <a:solidFill>
                  <a:schemeClr val="bg1"/>
                </a:solidFill>
                <a:latin typeface="+mn-lt"/>
              </a:defRPr>
            </a:lvl1pPr>
          </a:lstStyle>
          <a:p>
            <a:r>
              <a:rPr lang="en-US"/>
              <a:t>Silhouette</a:t>
            </a:r>
            <a:br>
              <a:rPr lang="en-US"/>
            </a:br>
            <a:r>
              <a:rPr lang="en-US"/>
              <a:t>portrait</a:t>
            </a:r>
          </a:p>
        </p:txBody>
      </p:sp>
      <p:sp>
        <p:nvSpPr>
          <p:cNvPr id="6" name="Rectangle 5">
            <a:extLst>
              <a:ext uri="{FF2B5EF4-FFF2-40B4-BE49-F238E27FC236}">
                <a16:creationId xmlns:a16="http://schemas.microsoft.com/office/drawing/2014/main" id="{DB4AF1C6-2110-AD3D-E932-BB93094FDE3E}"/>
              </a:ext>
            </a:extLst>
          </p:cNvPr>
          <p:cNvSpPr/>
          <p:nvPr/>
        </p:nvSpPr>
        <p:spPr bwMode="ltGray">
          <a:xfrm>
            <a:off x="4059936" y="1"/>
            <a:ext cx="2030571" cy="4419599"/>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FC37276-E616-FBAF-DF1A-61E3D82969B3}"/>
              </a:ext>
            </a:extLst>
          </p:cNvPr>
          <p:cNvSpPr/>
          <p:nvPr/>
        </p:nvSpPr>
        <p:spPr bwMode="ltGray">
          <a:xfrm>
            <a:off x="6089904" y="2146300"/>
            <a:ext cx="2030571" cy="47117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Picture Placeholder 9">
            <a:extLst>
              <a:ext uri="{FF2B5EF4-FFF2-40B4-BE49-F238E27FC236}">
                <a16:creationId xmlns:a16="http://schemas.microsoft.com/office/drawing/2014/main" id="{6D983F6C-257C-6C67-6EC3-EBCA44E1E447}"/>
              </a:ext>
            </a:extLst>
          </p:cNvPr>
          <p:cNvSpPr>
            <a:spLocks noGrp="1"/>
          </p:cNvSpPr>
          <p:nvPr>
            <p:ph type="pic" sz="quarter" idx="34" hasCustomPrompt="1"/>
          </p:nvPr>
        </p:nvSpPr>
        <p:spPr>
          <a:xfrm>
            <a:off x="2029968" y="5256211"/>
            <a:ext cx="2029968" cy="1601788"/>
          </a:xfrm>
          <a:noFill/>
          <a:ln>
            <a:noFill/>
          </a:ln>
        </p:spPr>
        <p:txBody>
          <a:bodyPr bIns="731520" anchor="ctr"/>
          <a:lstStyle>
            <a:lvl1pPr algn="ctr">
              <a:defRPr>
                <a:solidFill>
                  <a:schemeClr val="bg1"/>
                </a:solidFill>
                <a:latin typeface="+mn-lt"/>
              </a:defRPr>
            </a:lvl1pPr>
          </a:lstStyle>
          <a:p>
            <a:r>
              <a:rPr lang="en-US"/>
              <a:t>Silhouette</a:t>
            </a:r>
            <a:br>
              <a:rPr lang="en-US"/>
            </a:br>
            <a:r>
              <a:rPr lang="en-US"/>
              <a:t>portrait</a:t>
            </a:r>
          </a:p>
        </p:txBody>
      </p:sp>
      <p:sp>
        <p:nvSpPr>
          <p:cNvPr id="26" name="Picture Placeholder 9">
            <a:extLst>
              <a:ext uri="{FF2B5EF4-FFF2-40B4-BE49-F238E27FC236}">
                <a16:creationId xmlns:a16="http://schemas.microsoft.com/office/drawing/2014/main" id="{B30A2EA1-9831-326D-A8C1-2D549EB4933B}"/>
              </a:ext>
            </a:extLst>
          </p:cNvPr>
          <p:cNvSpPr>
            <a:spLocks noGrp="1"/>
          </p:cNvSpPr>
          <p:nvPr>
            <p:ph type="pic" sz="quarter" idx="35" hasCustomPrompt="1"/>
          </p:nvPr>
        </p:nvSpPr>
        <p:spPr>
          <a:xfrm>
            <a:off x="4059936" y="2817812"/>
            <a:ext cx="2029968" cy="1601788"/>
          </a:xfrm>
          <a:noFill/>
          <a:ln>
            <a:noFill/>
          </a:ln>
        </p:spPr>
        <p:txBody>
          <a:bodyPr bIns="731520" anchor="ctr"/>
          <a:lstStyle>
            <a:lvl1pPr algn="ctr">
              <a:defRPr>
                <a:solidFill>
                  <a:schemeClr val="tx1"/>
                </a:solidFill>
                <a:latin typeface="+mn-lt"/>
              </a:defRPr>
            </a:lvl1pPr>
          </a:lstStyle>
          <a:p>
            <a:r>
              <a:rPr lang="en-US"/>
              <a:t>Silhouette</a:t>
            </a:r>
            <a:br>
              <a:rPr lang="en-US"/>
            </a:br>
            <a:r>
              <a:rPr lang="en-US"/>
              <a:t>portrait</a:t>
            </a:r>
          </a:p>
        </p:txBody>
      </p:sp>
      <p:sp>
        <p:nvSpPr>
          <p:cNvPr id="27" name="Picture Placeholder 9">
            <a:extLst>
              <a:ext uri="{FF2B5EF4-FFF2-40B4-BE49-F238E27FC236}">
                <a16:creationId xmlns:a16="http://schemas.microsoft.com/office/drawing/2014/main" id="{788C71B0-0D1B-0F88-EE68-676FD8926F88}"/>
              </a:ext>
            </a:extLst>
          </p:cNvPr>
          <p:cNvSpPr>
            <a:spLocks noGrp="1"/>
          </p:cNvSpPr>
          <p:nvPr>
            <p:ph type="pic" sz="quarter" idx="36" hasCustomPrompt="1"/>
          </p:nvPr>
        </p:nvSpPr>
        <p:spPr>
          <a:xfrm>
            <a:off x="6089904" y="5225465"/>
            <a:ext cx="2029968" cy="1601788"/>
          </a:xfrm>
          <a:noFill/>
          <a:ln>
            <a:noFill/>
          </a:ln>
        </p:spPr>
        <p:txBody>
          <a:bodyPr bIns="731520" anchor="ctr"/>
          <a:lstStyle>
            <a:lvl1pPr algn="ctr">
              <a:defRPr>
                <a:solidFill>
                  <a:schemeClr val="bg1"/>
                </a:solidFill>
                <a:latin typeface="+mn-lt"/>
              </a:defRPr>
            </a:lvl1pPr>
          </a:lstStyle>
          <a:p>
            <a:r>
              <a:rPr lang="en-US"/>
              <a:t>Silhouette</a:t>
            </a:r>
            <a:br>
              <a:rPr lang="en-US"/>
            </a:br>
            <a:r>
              <a:rPr lang="en-US"/>
              <a:t>portrait</a:t>
            </a:r>
          </a:p>
        </p:txBody>
      </p:sp>
      <p:sp>
        <p:nvSpPr>
          <p:cNvPr id="7" name="Title 6">
            <a:extLst>
              <a:ext uri="{FF2B5EF4-FFF2-40B4-BE49-F238E27FC236}">
                <a16:creationId xmlns:a16="http://schemas.microsoft.com/office/drawing/2014/main" id="{4E7DFA94-D58E-B043-9748-F5C033A80605}"/>
              </a:ext>
            </a:extLst>
          </p:cNvPr>
          <p:cNvSpPr>
            <a:spLocks noGrp="1"/>
          </p:cNvSpPr>
          <p:nvPr>
            <p:ph type="title"/>
          </p:nvPr>
        </p:nvSpPr>
        <p:spPr>
          <a:xfrm>
            <a:off x="7600950" y="548640"/>
            <a:ext cx="4044155" cy="873760"/>
          </a:xfrm>
        </p:spPr>
        <p:txBody>
          <a:bodyPr/>
          <a:lstStyle>
            <a:lvl1pPr>
              <a:defRPr b="1"/>
            </a:lvl1pPr>
          </a:lstStyle>
          <a:p>
            <a:r>
              <a:rPr lang="en-US"/>
              <a:t>Click to edit Master title style</a:t>
            </a:r>
          </a:p>
        </p:txBody>
      </p:sp>
      <p:sp>
        <p:nvSpPr>
          <p:cNvPr id="20" name="Text Placeholder 19">
            <a:extLst>
              <a:ext uri="{FF2B5EF4-FFF2-40B4-BE49-F238E27FC236}">
                <a16:creationId xmlns:a16="http://schemas.microsoft.com/office/drawing/2014/main" id="{FA57E2A5-07A4-7598-0417-7BDD1699473D}"/>
              </a:ext>
            </a:extLst>
          </p:cNvPr>
          <p:cNvSpPr>
            <a:spLocks noGrp="1"/>
          </p:cNvSpPr>
          <p:nvPr>
            <p:ph type="body" sz="quarter" idx="49" hasCustomPrompt="1"/>
          </p:nvPr>
        </p:nvSpPr>
        <p:spPr>
          <a:xfrm>
            <a:off x="274474" y="552452"/>
            <a:ext cx="1469626" cy="1014412"/>
          </a:xfrm>
        </p:spPr>
        <p:txBody>
          <a:bodyPr>
            <a:noAutofit/>
          </a:bodyPr>
          <a:lstStyle>
            <a:lvl1pPr>
              <a:spcAft>
                <a:spcPts val="200"/>
              </a:spcAft>
              <a:defRPr sz="1200" b="1">
                <a:solidFill>
                  <a:schemeClr val="bg1"/>
                </a:solidFill>
              </a:defRPr>
            </a:lvl1pPr>
            <a:lvl2pPr marL="0" indent="0">
              <a:spcAft>
                <a:spcPts val="0"/>
              </a:spcAft>
              <a:buNone/>
              <a:defRPr sz="1200">
                <a:solidFill>
                  <a:schemeClr val="bg1"/>
                </a:solidFill>
              </a:defRPr>
            </a:lvl2pPr>
            <a:lvl3pPr marL="0" indent="0">
              <a:spcAft>
                <a:spcPts val="0"/>
              </a:spcAft>
              <a:buNone/>
              <a:defRPr sz="1200">
                <a:solidFill>
                  <a:schemeClr val="bg1"/>
                </a:solidFill>
              </a:defRPr>
            </a:lvl3pPr>
            <a:lvl4pPr marL="0" indent="0">
              <a:spcAft>
                <a:spcPts val="0"/>
              </a:spcAft>
              <a:buNone/>
              <a:defRPr sz="1200">
                <a:solidFill>
                  <a:schemeClr val="bg1"/>
                </a:solidFill>
              </a:defRPr>
            </a:lvl4pPr>
            <a:lvl5pPr marL="0" indent="0">
              <a:spcAft>
                <a:spcPts val="0"/>
              </a:spcAft>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err="1"/>
              <a:t>Firstname</a:t>
            </a:r>
            <a:r>
              <a:rPr lang="en-US"/>
              <a:t> </a:t>
            </a:r>
            <a:r>
              <a:rPr lang="en-US" err="1"/>
              <a:t>Lastname</a:t>
            </a:r>
            <a:r>
              <a:rPr lang="en-US"/>
              <a:t>, L1</a:t>
            </a:r>
          </a:p>
          <a:p>
            <a:pPr lvl="1"/>
            <a:r>
              <a:rPr lang="en-US"/>
              <a:t>Title/department, L2</a:t>
            </a:r>
          </a:p>
        </p:txBody>
      </p:sp>
      <p:sp>
        <p:nvSpPr>
          <p:cNvPr id="33" name="Text Placeholder 32">
            <a:extLst>
              <a:ext uri="{FF2B5EF4-FFF2-40B4-BE49-F238E27FC236}">
                <a16:creationId xmlns:a16="http://schemas.microsoft.com/office/drawing/2014/main" id="{E601086B-49DB-91F4-74B7-19EC53EE3BBE}"/>
              </a:ext>
            </a:extLst>
          </p:cNvPr>
          <p:cNvSpPr>
            <a:spLocks noGrp="1"/>
          </p:cNvSpPr>
          <p:nvPr>
            <p:ph type="body" sz="quarter" idx="50"/>
          </p:nvPr>
        </p:nvSpPr>
        <p:spPr>
          <a:xfrm>
            <a:off x="2305451" y="1273175"/>
            <a:ext cx="1472184" cy="2416175"/>
          </a:xfrm>
        </p:spPr>
        <p:txBody>
          <a:bodyPr>
            <a:noAutofit/>
          </a:bodyPr>
          <a:lstStyle>
            <a:lvl1pPr marL="0" indent="0">
              <a:buFont typeface="Arial" panose="020B0604020202020204" pitchFamily="34" charset="0"/>
              <a:buNone/>
              <a:defRPr sz="1200" b="1">
                <a:solidFill>
                  <a:schemeClr val="bg1"/>
                </a:solidFill>
              </a:defRPr>
            </a:lvl1pPr>
            <a:lvl2pPr marL="0" indent="0">
              <a:spcAft>
                <a:spcPts val="0"/>
              </a:spcAft>
              <a:buFont typeface="Arial" panose="020B0604020202020204" pitchFamily="34" charset="0"/>
              <a:buNone/>
              <a:defRPr sz="1200">
                <a:solidFill>
                  <a:schemeClr val="bg1"/>
                </a:solidFill>
              </a:defRPr>
            </a:lvl2pPr>
            <a:lvl3pPr marL="0" indent="0">
              <a:spcAft>
                <a:spcPts val="0"/>
              </a:spcAft>
              <a:buFont typeface="Arial" panose="020B0604020202020204" pitchFamily="34" charset="0"/>
              <a:buNone/>
              <a:defRPr sz="1200">
                <a:solidFill>
                  <a:schemeClr val="bg1"/>
                </a:solidFill>
              </a:defRPr>
            </a:lvl3pPr>
            <a:lvl4pPr marL="0" indent="0">
              <a:spcAft>
                <a:spcPts val="0"/>
              </a:spcAft>
              <a:buFont typeface="Arial" panose="020B0604020202020204" pitchFamily="34" charset="0"/>
              <a:buNone/>
              <a:defRPr sz="1200">
                <a:solidFill>
                  <a:schemeClr val="bg1"/>
                </a:solidFill>
              </a:defRPr>
            </a:lvl4pPr>
            <a:lvl5pPr marL="0" indent="0">
              <a:spcAft>
                <a:spcPts val="0"/>
              </a:spcAft>
              <a:buFont typeface="Arial" panose="020B0604020202020204" pitchFamily="34" charset="0"/>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a:t>Click to edit Master text styles</a:t>
            </a:r>
          </a:p>
          <a:p>
            <a:pPr lvl="1"/>
            <a:r>
              <a:rPr lang="en-US"/>
              <a:t>Second level</a:t>
            </a:r>
          </a:p>
        </p:txBody>
      </p:sp>
      <p:sp>
        <p:nvSpPr>
          <p:cNvPr id="35" name="Text Placeholder 34">
            <a:extLst>
              <a:ext uri="{FF2B5EF4-FFF2-40B4-BE49-F238E27FC236}">
                <a16:creationId xmlns:a16="http://schemas.microsoft.com/office/drawing/2014/main" id="{91795EEA-E69F-C144-C1F3-C2414990FBA1}"/>
              </a:ext>
            </a:extLst>
          </p:cNvPr>
          <p:cNvSpPr>
            <a:spLocks noGrp="1"/>
          </p:cNvSpPr>
          <p:nvPr>
            <p:ph type="body" sz="quarter" idx="51"/>
          </p:nvPr>
        </p:nvSpPr>
        <p:spPr>
          <a:xfrm>
            <a:off x="4339080" y="548641"/>
            <a:ext cx="1472184" cy="1731010"/>
          </a:xfrm>
        </p:spPr>
        <p:txBody>
          <a:bodyPr>
            <a:noAutofit/>
          </a:bodyPr>
          <a:lstStyle>
            <a:lvl1pPr marL="0" indent="0">
              <a:buFont typeface="Arial" panose="020B0604020202020204" pitchFamily="34" charset="0"/>
              <a:buNone/>
              <a:defRPr sz="1200" b="1">
                <a:solidFill>
                  <a:schemeClr val="tx2"/>
                </a:solidFill>
              </a:defRPr>
            </a:lvl1pPr>
            <a:lvl2pPr marL="0" indent="0">
              <a:spcAft>
                <a:spcPts val="0"/>
              </a:spcAft>
              <a:buFont typeface="Arial" panose="020B0604020202020204" pitchFamily="34" charset="0"/>
              <a:buNone/>
              <a:defRPr sz="1200">
                <a:solidFill>
                  <a:schemeClr val="tx1"/>
                </a:solidFill>
              </a:defRPr>
            </a:lvl2pPr>
            <a:lvl3pPr marL="0" indent="0">
              <a:spcAft>
                <a:spcPts val="0"/>
              </a:spcAft>
              <a:buFont typeface="Arial" panose="020B0604020202020204" pitchFamily="34" charset="0"/>
              <a:buNone/>
              <a:defRPr sz="1200">
                <a:solidFill>
                  <a:schemeClr val="tx1"/>
                </a:solidFill>
              </a:defRPr>
            </a:lvl3pPr>
            <a:lvl4pPr marL="0" indent="0">
              <a:spcAft>
                <a:spcPts val="0"/>
              </a:spcAft>
              <a:buFont typeface="Arial" panose="020B0604020202020204" pitchFamily="34" charset="0"/>
              <a:buNone/>
              <a:defRPr sz="1200">
                <a:solidFill>
                  <a:schemeClr val="tx1"/>
                </a:solidFill>
              </a:defRPr>
            </a:lvl4pPr>
            <a:lvl5pPr marL="0" indent="0">
              <a:spcAft>
                <a:spcPts val="0"/>
              </a:spcAft>
              <a:buFont typeface="Arial" panose="020B0604020202020204" pitchFamily="34" charset="0"/>
              <a:buNone/>
              <a:defRPr sz="1200">
                <a:solidFill>
                  <a:schemeClr val="tx1"/>
                </a:solidFill>
              </a:defRPr>
            </a:lvl5pPr>
            <a:lvl6pPr marL="0" indent="0">
              <a:spcAft>
                <a:spcPts val="0"/>
              </a:spcAft>
              <a:buNone/>
              <a:defRPr/>
            </a:lvl6pPr>
            <a:lvl7pPr marL="0" indent="0">
              <a:spcAft>
                <a:spcPts val="0"/>
              </a:spcAft>
              <a:buNone/>
              <a:defRPr/>
            </a:lvl7pPr>
            <a:lvl8pPr marL="0" indent="0">
              <a:spcAft>
                <a:spcPts val="0"/>
              </a:spcAft>
              <a:buNone/>
              <a:defRPr/>
            </a:lvl8pPr>
            <a:lvl9pPr marL="0" indent="0">
              <a:spcAft>
                <a:spcPts val="0"/>
              </a:spcAft>
              <a:buNone/>
              <a:defRPr/>
            </a:lvl9pPr>
          </a:lstStyle>
          <a:p>
            <a:pPr lvl="0"/>
            <a:r>
              <a:rPr lang="en-US"/>
              <a:t>Click to edit Master text styles</a:t>
            </a:r>
          </a:p>
          <a:p>
            <a:pPr lvl="1"/>
            <a:r>
              <a:rPr lang="en-US"/>
              <a:t>Second level</a:t>
            </a:r>
          </a:p>
        </p:txBody>
      </p:sp>
      <p:sp>
        <p:nvSpPr>
          <p:cNvPr id="37" name="Text Placeholder 36">
            <a:extLst>
              <a:ext uri="{FF2B5EF4-FFF2-40B4-BE49-F238E27FC236}">
                <a16:creationId xmlns:a16="http://schemas.microsoft.com/office/drawing/2014/main" id="{2C46E456-167D-6954-BAD6-1AF9A45D1383}"/>
              </a:ext>
            </a:extLst>
          </p:cNvPr>
          <p:cNvSpPr>
            <a:spLocks noGrp="1"/>
          </p:cNvSpPr>
          <p:nvPr>
            <p:ph type="body" sz="quarter" idx="52"/>
          </p:nvPr>
        </p:nvSpPr>
        <p:spPr>
          <a:xfrm>
            <a:off x="6361123" y="2425701"/>
            <a:ext cx="1472184" cy="2141538"/>
          </a:xfrm>
        </p:spPr>
        <p:txBody>
          <a:bodyPr>
            <a:noAutofit/>
          </a:bodyPr>
          <a:lstStyle>
            <a:lvl1pPr marL="0" indent="0">
              <a:buFont typeface="Arial" panose="020B0604020202020204" pitchFamily="34" charset="0"/>
              <a:buNone/>
              <a:defRPr sz="1200" b="1">
                <a:solidFill>
                  <a:schemeClr val="bg1"/>
                </a:solidFill>
              </a:defRPr>
            </a:lvl1pPr>
            <a:lvl2pPr marL="0" indent="0">
              <a:spcAft>
                <a:spcPts val="0"/>
              </a:spcAft>
              <a:buFont typeface="Arial" panose="020B0604020202020204" pitchFamily="34" charset="0"/>
              <a:buNone/>
              <a:defRPr sz="1200">
                <a:solidFill>
                  <a:schemeClr val="bg1"/>
                </a:solidFill>
              </a:defRPr>
            </a:lvl2pPr>
            <a:lvl3pPr marL="0" indent="0">
              <a:spcAft>
                <a:spcPts val="0"/>
              </a:spcAft>
              <a:buFont typeface="Arial" panose="020B0604020202020204" pitchFamily="34" charset="0"/>
              <a:buNone/>
              <a:defRPr sz="1200">
                <a:solidFill>
                  <a:schemeClr val="bg1"/>
                </a:solidFill>
              </a:defRPr>
            </a:lvl3pPr>
            <a:lvl4pPr marL="0" indent="0">
              <a:spcAft>
                <a:spcPts val="0"/>
              </a:spcAft>
              <a:buFont typeface="Arial" panose="020B0604020202020204" pitchFamily="34" charset="0"/>
              <a:buNone/>
              <a:defRPr sz="1200">
                <a:solidFill>
                  <a:schemeClr val="bg1"/>
                </a:solidFill>
              </a:defRPr>
            </a:lvl4pPr>
            <a:lvl5pPr marL="0" indent="0">
              <a:spcAft>
                <a:spcPts val="0"/>
              </a:spcAft>
              <a:buFont typeface="Arial" panose="020B0604020202020204" pitchFamily="34" charset="0"/>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a:t>Click to edit Master text styles</a:t>
            </a:r>
          </a:p>
          <a:p>
            <a:pPr lvl="1"/>
            <a:r>
              <a:rPr lang="en-US"/>
              <a:t>Second level</a:t>
            </a:r>
          </a:p>
        </p:txBody>
      </p:sp>
      <p:sp>
        <p:nvSpPr>
          <p:cNvPr id="2" name="Freeform 5">
            <a:extLst>
              <a:ext uri="{FF2B5EF4-FFF2-40B4-BE49-F238E27FC236}">
                <a16:creationId xmlns:a16="http://schemas.microsoft.com/office/drawing/2014/main" id="{E6D8A75C-0D90-E260-EE24-68811D6B9C0E}"/>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530412287"/>
      </p:ext>
    </p:extLst>
  </p:cSld>
  <p:clrMapOvr>
    <a:masterClrMapping/>
  </p:clrMapOvr>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tact Sheet 5-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39751" y="2146298"/>
            <a:ext cx="1970120" cy="1975104"/>
          </a:xfrm>
          <a:solidFill>
            <a:schemeClr val="accent1"/>
          </a:solidFill>
          <a:ln>
            <a:noFill/>
          </a:ln>
        </p:spPr>
        <p:txBody>
          <a:bodyPr bIns="822960" anchor="ctr"/>
          <a:lstStyle>
            <a:lvl1pPr algn="ctr">
              <a:defRPr>
                <a:solidFill>
                  <a:schemeClr val="bg1"/>
                </a:solidFill>
                <a:latin typeface="+mn-lt"/>
              </a:defRPr>
            </a:lvl1pPr>
          </a:lstStyle>
          <a:p>
            <a:r>
              <a:rPr lang="en-US"/>
              <a:t>Silhouette</a:t>
            </a:r>
            <a:br>
              <a:rPr lang="en-US"/>
            </a:br>
            <a:r>
              <a:rPr lang="en-US"/>
              <a:t>portrait</a:t>
            </a:r>
          </a:p>
        </p:txBody>
      </p:sp>
      <p:sp>
        <p:nvSpPr>
          <p:cNvPr id="25" name="Picture Placeholder 9">
            <a:extLst>
              <a:ext uri="{FF2B5EF4-FFF2-40B4-BE49-F238E27FC236}">
                <a16:creationId xmlns:a16="http://schemas.microsoft.com/office/drawing/2014/main" id="{319024EE-ED5D-FFF1-5239-5C9EE26262F8}"/>
              </a:ext>
            </a:extLst>
          </p:cNvPr>
          <p:cNvSpPr>
            <a:spLocks noGrp="1"/>
          </p:cNvSpPr>
          <p:nvPr>
            <p:ph type="pic" sz="quarter" idx="35" hasCustomPrompt="1"/>
          </p:nvPr>
        </p:nvSpPr>
        <p:spPr>
          <a:xfrm>
            <a:off x="2605055" y="2146299"/>
            <a:ext cx="1970120" cy="1978025"/>
          </a:xfrm>
          <a:solidFill>
            <a:schemeClr val="tx2"/>
          </a:solidFill>
          <a:ln>
            <a:noFill/>
          </a:ln>
        </p:spPr>
        <p:txBody>
          <a:bodyPr bIns="822960" anchor="ctr"/>
          <a:lstStyle>
            <a:lvl1pPr algn="ctr">
              <a:defRPr>
                <a:solidFill>
                  <a:schemeClr val="bg1"/>
                </a:solidFill>
                <a:latin typeface="+mn-lt"/>
              </a:defRPr>
            </a:lvl1pPr>
          </a:lstStyle>
          <a:p>
            <a:r>
              <a:rPr lang="en-US"/>
              <a:t>Silhouette</a:t>
            </a:r>
            <a:br>
              <a:rPr lang="en-US"/>
            </a:br>
            <a:r>
              <a:rPr lang="en-US"/>
              <a:t>portrait</a:t>
            </a:r>
          </a:p>
        </p:txBody>
      </p:sp>
      <p:sp>
        <p:nvSpPr>
          <p:cNvPr id="35" name="Picture Placeholder 9">
            <a:extLst>
              <a:ext uri="{FF2B5EF4-FFF2-40B4-BE49-F238E27FC236}">
                <a16:creationId xmlns:a16="http://schemas.microsoft.com/office/drawing/2014/main" id="{B9B029C9-1EA7-2BAF-AD5E-CED9490ECA94}"/>
              </a:ext>
            </a:extLst>
          </p:cNvPr>
          <p:cNvSpPr>
            <a:spLocks noGrp="1"/>
          </p:cNvSpPr>
          <p:nvPr>
            <p:ph type="pic" sz="quarter" idx="37" hasCustomPrompt="1"/>
          </p:nvPr>
        </p:nvSpPr>
        <p:spPr>
          <a:xfrm>
            <a:off x="4671913" y="2146299"/>
            <a:ext cx="1970120" cy="1978025"/>
          </a:xfrm>
          <a:solidFill>
            <a:srgbClr val="F0F0F1"/>
          </a:solidFill>
          <a:ln>
            <a:noFill/>
          </a:ln>
        </p:spPr>
        <p:txBody>
          <a:bodyPr bIns="822960" anchor="ctr"/>
          <a:lstStyle>
            <a:lvl1pPr algn="ctr">
              <a:defRPr>
                <a:solidFill>
                  <a:srgbClr val="010101"/>
                </a:solidFill>
                <a:latin typeface="+mn-lt"/>
              </a:defRPr>
            </a:lvl1pPr>
          </a:lstStyle>
          <a:p>
            <a:r>
              <a:rPr lang="en-US"/>
              <a:t>Silhouette</a:t>
            </a:r>
            <a:br>
              <a:rPr lang="en-US"/>
            </a:br>
            <a:r>
              <a:rPr lang="en-US"/>
              <a:t>portrait</a:t>
            </a:r>
          </a:p>
        </p:txBody>
      </p:sp>
      <p:sp>
        <p:nvSpPr>
          <p:cNvPr id="37" name="Picture Placeholder 9">
            <a:extLst>
              <a:ext uri="{FF2B5EF4-FFF2-40B4-BE49-F238E27FC236}">
                <a16:creationId xmlns:a16="http://schemas.microsoft.com/office/drawing/2014/main" id="{F673B5EA-D718-4722-DEAB-0821FF57B30E}"/>
              </a:ext>
            </a:extLst>
          </p:cNvPr>
          <p:cNvSpPr>
            <a:spLocks noGrp="1"/>
          </p:cNvSpPr>
          <p:nvPr>
            <p:ph type="pic" sz="quarter" idx="39" hasCustomPrompt="1"/>
          </p:nvPr>
        </p:nvSpPr>
        <p:spPr>
          <a:xfrm>
            <a:off x="6737217" y="2146299"/>
            <a:ext cx="1970120" cy="1978025"/>
          </a:xfrm>
          <a:solidFill>
            <a:schemeClr val="accent1"/>
          </a:solidFill>
          <a:ln>
            <a:noFill/>
          </a:ln>
        </p:spPr>
        <p:txBody>
          <a:bodyPr bIns="822960" anchor="ctr"/>
          <a:lstStyle>
            <a:lvl1pPr algn="ctr">
              <a:defRPr>
                <a:solidFill>
                  <a:schemeClr val="bg1"/>
                </a:solidFill>
                <a:latin typeface="+mn-lt"/>
              </a:defRPr>
            </a:lvl1pPr>
          </a:lstStyle>
          <a:p>
            <a:r>
              <a:rPr lang="en-US"/>
              <a:t>Silhouette</a:t>
            </a:r>
            <a:br>
              <a:rPr lang="en-US"/>
            </a:br>
            <a:r>
              <a:rPr lang="en-US"/>
              <a:t>portrait</a:t>
            </a:r>
          </a:p>
        </p:txBody>
      </p:sp>
      <p:sp>
        <p:nvSpPr>
          <p:cNvPr id="39" name="Picture Placeholder 9">
            <a:extLst>
              <a:ext uri="{FF2B5EF4-FFF2-40B4-BE49-F238E27FC236}">
                <a16:creationId xmlns:a16="http://schemas.microsoft.com/office/drawing/2014/main" id="{E23557D9-4DEB-2508-E9FF-6F918636B4A4}"/>
              </a:ext>
            </a:extLst>
          </p:cNvPr>
          <p:cNvSpPr>
            <a:spLocks noGrp="1"/>
          </p:cNvSpPr>
          <p:nvPr>
            <p:ph type="pic" sz="quarter" idx="41" hasCustomPrompt="1"/>
          </p:nvPr>
        </p:nvSpPr>
        <p:spPr>
          <a:xfrm>
            <a:off x="8804075" y="2146299"/>
            <a:ext cx="1970120" cy="1978025"/>
          </a:xfrm>
          <a:solidFill>
            <a:srgbClr val="F0F0F1"/>
          </a:solidFill>
          <a:ln>
            <a:noFill/>
          </a:ln>
        </p:spPr>
        <p:txBody>
          <a:bodyPr bIns="822960" anchor="ctr"/>
          <a:lstStyle>
            <a:lvl1pPr algn="ctr">
              <a:defRPr>
                <a:solidFill>
                  <a:srgbClr val="010101"/>
                </a:solidFill>
                <a:latin typeface="+mn-lt"/>
              </a:defRPr>
            </a:lvl1pPr>
          </a:lstStyle>
          <a:p>
            <a:r>
              <a:rPr lang="en-US"/>
              <a:t>Silhouette</a:t>
            </a:r>
            <a:br>
              <a:rPr lang="en-US"/>
            </a:br>
            <a:r>
              <a:rPr lang="en-US"/>
              <a:t>portrait</a:t>
            </a:r>
          </a:p>
        </p:txBody>
      </p:sp>
      <p:sp>
        <p:nvSpPr>
          <p:cNvPr id="5" name="Title 4">
            <a:extLst>
              <a:ext uri="{FF2B5EF4-FFF2-40B4-BE49-F238E27FC236}">
                <a16:creationId xmlns:a16="http://schemas.microsoft.com/office/drawing/2014/main" id="{BD67EC75-3424-7B25-247E-1C6B770541DE}"/>
              </a:ext>
            </a:extLst>
          </p:cNvPr>
          <p:cNvSpPr>
            <a:spLocks noGrp="1"/>
          </p:cNvSpPr>
          <p:nvPr>
            <p:ph type="title"/>
          </p:nvPr>
        </p:nvSpPr>
        <p:spPr/>
        <p:txBody>
          <a:bodyPr/>
          <a:lstStyle>
            <a:lvl1pPr>
              <a:defRPr b="1"/>
            </a:lvl1pPr>
          </a:lstStyle>
          <a:p>
            <a:r>
              <a:rPr lang="en-US"/>
              <a:t>Click to edit Master title style</a:t>
            </a:r>
          </a:p>
        </p:txBody>
      </p:sp>
      <p:sp>
        <p:nvSpPr>
          <p:cNvPr id="19" name="Text Placeholder 10">
            <a:extLst>
              <a:ext uri="{FF2B5EF4-FFF2-40B4-BE49-F238E27FC236}">
                <a16:creationId xmlns:a16="http://schemas.microsoft.com/office/drawing/2014/main" id="{34072C05-AED5-2EFC-938E-482980433E09}"/>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1" name="Text Placeholder 30">
            <a:extLst>
              <a:ext uri="{FF2B5EF4-FFF2-40B4-BE49-F238E27FC236}">
                <a16:creationId xmlns:a16="http://schemas.microsoft.com/office/drawing/2014/main" id="{903611B5-888A-47D0-AF1C-FE9A83D8B5B5}"/>
              </a:ext>
            </a:extLst>
          </p:cNvPr>
          <p:cNvSpPr>
            <a:spLocks noGrp="1"/>
          </p:cNvSpPr>
          <p:nvPr>
            <p:ph type="body" sz="quarter" idx="46"/>
          </p:nvPr>
        </p:nvSpPr>
        <p:spPr>
          <a:xfrm>
            <a:off x="549274" y="4273549"/>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3" name="Text Placeholder 32">
            <a:extLst>
              <a:ext uri="{FF2B5EF4-FFF2-40B4-BE49-F238E27FC236}">
                <a16:creationId xmlns:a16="http://schemas.microsoft.com/office/drawing/2014/main" id="{BC98379C-7F1B-56B1-A3CE-AC2464AC4CCA}"/>
              </a:ext>
            </a:extLst>
          </p:cNvPr>
          <p:cNvSpPr>
            <a:spLocks noGrp="1"/>
          </p:cNvSpPr>
          <p:nvPr>
            <p:ph type="body" sz="quarter" idx="47"/>
          </p:nvPr>
        </p:nvSpPr>
        <p:spPr>
          <a:xfrm>
            <a:off x="2625857" y="4273549"/>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6" name="Text Placeholder 35">
            <a:extLst>
              <a:ext uri="{FF2B5EF4-FFF2-40B4-BE49-F238E27FC236}">
                <a16:creationId xmlns:a16="http://schemas.microsoft.com/office/drawing/2014/main" id="{84EC1E92-0954-710F-591A-C03311440651}"/>
              </a:ext>
            </a:extLst>
          </p:cNvPr>
          <p:cNvSpPr>
            <a:spLocks noGrp="1"/>
          </p:cNvSpPr>
          <p:nvPr>
            <p:ph type="body" sz="quarter" idx="48"/>
          </p:nvPr>
        </p:nvSpPr>
        <p:spPr>
          <a:xfrm>
            <a:off x="4671913" y="4273550"/>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0" name="Text Placeholder 39">
            <a:extLst>
              <a:ext uri="{FF2B5EF4-FFF2-40B4-BE49-F238E27FC236}">
                <a16:creationId xmlns:a16="http://schemas.microsoft.com/office/drawing/2014/main" id="{FCBF4A80-B697-CED7-AF3C-C632A2E25B53}"/>
              </a:ext>
            </a:extLst>
          </p:cNvPr>
          <p:cNvSpPr>
            <a:spLocks noGrp="1"/>
          </p:cNvSpPr>
          <p:nvPr>
            <p:ph type="body" sz="quarter" idx="49"/>
          </p:nvPr>
        </p:nvSpPr>
        <p:spPr>
          <a:xfrm>
            <a:off x="6737217" y="4273550"/>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2" name="Text Placeholder 41">
            <a:extLst>
              <a:ext uri="{FF2B5EF4-FFF2-40B4-BE49-F238E27FC236}">
                <a16:creationId xmlns:a16="http://schemas.microsoft.com/office/drawing/2014/main" id="{447A49B2-21EC-9A60-A49A-B88D32D6BCEA}"/>
              </a:ext>
            </a:extLst>
          </p:cNvPr>
          <p:cNvSpPr>
            <a:spLocks noGrp="1"/>
          </p:cNvSpPr>
          <p:nvPr>
            <p:ph type="body" sz="quarter" idx="50"/>
          </p:nvPr>
        </p:nvSpPr>
        <p:spPr>
          <a:xfrm>
            <a:off x="8813800" y="4281487"/>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0" indent="0">
              <a:buClrTx/>
              <a:buFont typeface="GT America" charset="0"/>
              <a:buNone/>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2" name="Freeform 5">
            <a:extLst>
              <a:ext uri="{FF2B5EF4-FFF2-40B4-BE49-F238E27FC236}">
                <a16:creationId xmlns:a16="http://schemas.microsoft.com/office/drawing/2014/main" id="{2D5FD8C2-6273-CDF7-5061-51B47155DF43}"/>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640174989"/>
      </p:ext>
    </p:extLst>
  </p:cSld>
  <p:clrMapOvr>
    <a:masterClrMapping/>
  </p:clrMapOvr>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tact sheet 9-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48640" y="184943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8" name="Picture Placeholder 9">
            <a:extLst>
              <a:ext uri="{FF2B5EF4-FFF2-40B4-BE49-F238E27FC236}">
                <a16:creationId xmlns:a16="http://schemas.microsoft.com/office/drawing/2014/main" id="{17A4289C-7601-5CA4-4C3A-5F28EB369581}"/>
              </a:ext>
            </a:extLst>
          </p:cNvPr>
          <p:cNvSpPr>
            <a:spLocks noGrp="1"/>
          </p:cNvSpPr>
          <p:nvPr>
            <p:ph type="pic" sz="quarter" idx="43" hasCustomPrompt="1"/>
          </p:nvPr>
        </p:nvSpPr>
        <p:spPr>
          <a:xfrm>
            <a:off x="548640" y="32956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1" name="Picture Placeholder 9">
            <a:extLst>
              <a:ext uri="{FF2B5EF4-FFF2-40B4-BE49-F238E27FC236}">
                <a16:creationId xmlns:a16="http://schemas.microsoft.com/office/drawing/2014/main" id="{A0C2F317-7D2F-8DB5-8348-18AA8221AAE9}"/>
              </a:ext>
            </a:extLst>
          </p:cNvPr>
          <p:cNvSpPr>
            <a:spLocks noGrp="1"/>
          </p:cNvSpPr>
          <p:nvPr>
            <p:ph type="pic" sz="quarter" idx="45" hasCustomPrompt="1"/>
          </p:nvPr>
        </p:nvSpPr>
        <p:spPr>
          <a:xfrm>
            <a:off x="548640" y="4743563"/>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55" name="Picture Placeholder 9">
            <a:extLst>
              <a:ext uri="{FF2B5EF4-FFF2-40B4-BE49-F238E27FC236}">
                <a16:creationId xmlns:a16="http://schemas.microsoft.com/office/drawing/2014/main" id="{4471B4C7-4613-EEB3-9308-87F186645DFC}"/>
              </a:ext>
            </a:extLst>
          </p:cNvPr>
          <p:cNvSpPr>
            <a:spLocks noGrp="1"/>
          </p:cNvSpPr>
          <p:nvPr>
            <p:ph type="pic" sz="quarter" idx="47" hasCustomPrompt="1"/>
          </p:nvPr>
        </p:nvSpPr>
        <p:spPr>
          <a:xfrm>
            <a:off x="4407408" y="1844676"/>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58" name="Picture Placeholder 9">
            <a:extLst>
              <a:ext uri="{FF2B5EF4-FFF2-40B4-BE49-F238E27FC236}">
                <a16:creationId xmlns:a16="http://schemas.microsoft.com/office/drawing/2014/main" id="{B81A6CC2-3FF5-E358-9361-9AA641684178}"/>
              </a:ext>
            </a:extLst>
          </p:cNvPr>
          <p:cNvSpPr>
            <a:spLocks noGrp="1"/>
          </p:cNvSpPr>
          <p:nvPr>
            <p:ph type="pic" sz="quarter" idx="49" hasCustomPrompt="1"/>
          </p:nvPr>
        </p:nvSpPr>
        <p:spPr>
          <a:xfrm>
            <a:off x="4404520" y="329088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1" name="Picture Placeholder 9">
            <a:extLst>
              <a:ext uri="{FF2B5EF4-FFF2-40B4-BE49-F238E27FC236}">
                <a16:creationId xmlns:a16="http://schemas.microsoft.com/office/drawing/2014/main" id="{3936CF0E-0A97-CA96-5F67-097CDDE826A2}"/>
              </a:ext>
            </a:extLst>
          </p:cNvPr>
          <p:cNvSpPr>
            <a:spLocks noGrp="1"/>
          </p:cNvSpPr>
          <p:nvPr>
            <p:ph type="pic" sz="quarter" idx="51" hasCustomPrompt="1"/>
          </p:nvPr>
        </p:nvSpPr>
        <p:spPr>
          <a:xfrm>
            <a:off x="4407408" y="473710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4" name="Picture Placeholder 9">
            <a:extLst>
              <a:ext uri="{FF2B5EF4-FFF2-40B4-BE49-F238E27FC236}">
                <a16:creationId xmlns:a16="http://schemas.microsoft.com/office/drawing/2014/main" id="{C1D5E855-FA17-F4D0-646B-35CD59AAC6A0}"/>
              </a:ext>
            </a:extLst>
          </p:cNvPr>
          <p:cNvSpPr>
            <a:spLocks noGrp="1"/>
          </p:cNvSpPr>
          <p:nvPr>
            <p:ph type="pic" sz="quarter" idx="53" hasCustomPrompt="1"/>
          </p:nvPr>
        </p:nvSpPr>
        <p:spPr>
          <a:xfrm>
            <a:off x="8211312" y="184943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7" name="Picture Placeholder 9">
            <a:extLst>
              <a:ext uri="{FF2B5EF4-FFF2-40B4-BE49-F238E27FC236}">
                <a16:creationId xmlns:a16="http://schemas.microsoft.com/office/drawing/2014/main" id="{D5751559-8E90-53E9-D2C3-6C9A57296D6D}"/>
              </a:ext>
            </a:extLst>
          </p:cNvPr>
          <p:cNvSpPr>
            <a:spLocks noGrp="1"/>
          </p:cNvSpPr>
          <p:nvPr>
            <p:ph type="pic" sz="quarter" idx="55" hasCustomPrompt="1"/>
          </p:nvPr>
        </p:nvSpPr>
        <p:spPr>
          <a:xfrm>
            <a:off x="8212138" y="32956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70" name="Picture Placeholder 9">
            <a:extLst>
              <a:ext uri="{FF2B5EF4-FFF2-40B4-BE49-F238E27FC236}">
                <a16:creationId xmlns:a16="http://schemas.microsoft.com/office/drawing/2014/main" id="{769EC156-0E51-CE48-5482-055D256909C5}"/>
              </a:ext>
            </a:extLst>
          </p:cNvPr>
          <p:cNvSpPr>
            <a:spLocks noGrp="1"/>
          </p:cNvSpPr>
          <p:nvPr>
            <p:ph type="pic" sz="quarter" idx="57" hasCustomPrompt="1"/>
          </p:nvPr>
        </p:nvSpPr>
        <p:spPr>
          <a:xfrm>
            <a:off x="8211312" y="4741862"/>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 name="Title 2">
            <a:extLst>
              <a:ext uri="{FF2B5EF4-FFF2-40B4-BE49-F238E27FC236}">
                <a16:creationId xmlns:a16="http://schemas.microsoft.com/office/drawing/2014/main" id="{D69619C9-5DB2-E39E-74FF-9877E61A97AB}"/>
              </a:ext>
            </a:extLst>
          </p:cNvPr>
          <p:cNvSpPr>
            <a:spLocks noGrp="1"/>
          </p:cNvSpPr>
          <p:nvPr>
            <p:ph type="title"/>
          </p:nvPr>
        </p:nvSpPr>
        <p:spPr/>
        <p:txBody>
          <a:bodyPr/>
          <a:lstStyle>
            <a:lvl1pPr>
              <a:defRPr b="1"/>
            </a:lvl1pPr>
          </a:lstStyle>
          <a:p>
            <a:r>
              <a:rPr lang="en-US"/>
              <a:t>Click to edit Master title style</a:t>
            </a:r>
          </a:p>
        </p:txBody>
      </p:sp>
      <p:sp>
        <p:nvSpPr>
          <p:cNvPr id="20" name="Text Placeholder 10">
            <a:extLst>
              <a:ext uri="{FF2B5EF4-FFF2-40B4-BE49-F238E27FC236}">
                <a16:creationId xmlns:a16="http://schemas.microsoft.com/office/drawing/2014/main" id="{1A8F5A52-2BB1-6E01-1280-D7B8E1530E75}"/>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47" name="Text Placeholder 28">
            <a:extLst>
              <a:ext uri="{FF2B5EF4-FFF2-40B4-BE49-F238E27FC236}">
                <a16:creationId xmlns:a16="http://schemas.microsoft.com/office/drawing/2014/main" id="{B33B65D6-52E4-77AB-4814-DB4CF93D6165}"/>
              </a:ext>
            </a:extLst>
          </p:cNvPr>
          <p:cNvSpPr>
            <a:spLocks noGrp="1"/>
          </p:cNvSpPr>
          <p:nvPr>
            <p:ph type="body" sz="quarter" idx="94"/>
          </p:nvPr>
        </p:nvSpPr>
        <p:spPr>
          <a:xfrm>
            <a:off x="1491371" y="1848982"/>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8" name="Text Placeholder 31">
            <a:extLst>
              <a:ext uri="{FF2B5EF4-FFF2-40B4-BE49-F238E27FC236}">
                <a16:creationId xmlns:a16="http://schemas.microsoft.com/office/drawing/2014/main" id="{EB65456B-8D08-C9BF-224B-B9C64A7F7CAA}"/>
              </a:ext>
            </a:extLst>
          </p:cNvPr>
          <p:cNvSpPr>
            <a:spLocks noGrp="1"/>
          </p:cNvSpPr>
          <p:nvPr>
            <p:ph type="body" sz="quarter" idx="60"/>
          </p:nvPr>
        </p:nvSpPr>
        <p:spPr>
          <a:xfrm>
            <a:off x="5347251" y="1851364"/>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9" name="Text Placeholder 33">
            <a:extLst>
              <a:ext uri="{FF2B5EF4-FFF2-40B4-BE49-F238E27FC236}">
                <a16:creationId xmlns:a16="http://schemas.microsoft.com/office/drawing/2014/main" id="{BBD5A27C-9B64-5396-B2F2-8BC953E60E1E}"/>
              </a:ext>
            </a:extLst>
          </p:cNvPr>
          <p:cNvSpPr>
            <a:spLocks noGrp="1"/>
          </p:cNvSpPr>
          <p:nvPr>
            <p:ph type="body" sz="quarter" idx="95"/>
          </p:nvPr>
        </p:nvSpPr>
        <p:spPr>
          <a:xfrm>
            <a:off x="9154043" y="185374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0" name="Text Placeholder 35">
            <a:extLst>
              <a:ext uri="{FF2B5EF4-FFF2-40B4-BE49-F238E27FC236}">
                <a16:creationId xmlns:a16="http://schemas.microsoft.com/office/drawing/2014/main" id="{4E24BE1D-A414-0921-6B24-228F418599DC}"/>
              </a:ext>
            </a:extLst>
          </p:cNvPr>
          <p:cNvSpPr>
            <a:spLocks noGrp="1"/>
          </p:cNvSpPr>
          <p:nvPr>
            <p:ph type="body" sz="quarter" idx="62"/>
          </p:nvPr>
        </p:nvSpPr>
        <p:spPr>
          <a:xfrm>
            <a:off x="1491371"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1" name="Text Placeholder 37">
            <a:extLst>
              <a:ext uri="{FF2B5EF4-FFF2-40B4-BE49-F238E27FC236}">
                <a16:creationId xmlns:a16="http://schemas.microsoft.com/office/drawing/2014/main" id="{C7229E1F-B221-29A9-4121-9AB7571172C8}"/>
              </a:ext>
            </a:extLst>
          </p:cNvPr>
          <p:cNvSpPr>
            <a:spLocks noGrp="1"/>
          </p:cNvSpPr>
          <p:nvPr>
            <p:ph type="body" sz="quarter" idx="96"/>
          </p:nvPr>
        </p:nvSpPr>
        <p:spPr>
          <a:xfrm>
            <a:off x="5347251"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2" name="Text Placeholder 39">
            <a:extLst>
              <a:ext uri="{FF2B5EF4-FFF2-40B4-BE49-F238E27FC236}">
                <a16:creationId xmlns:a16="http://schemas.microsoft.com/office/drawing/2014/main" id="{C9D12808-4957-032F-A845-94EEC2925E89}"/>
              </a:ext>
            </a:extLst>
          </p:cNvPr>
          <p:cNvSpPr>
            <a:spLocks noGrp="1"/>
          </p:cNvSpPr>
          <p:nvPr>
            <p:ph type="body" sz="quarter" idx="64"/>
          </p:nvPr>
        </p:nvSpPr>
        <p:spPr>
          <a:xfrm>
            <a:off x="9154043"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3" name="Text Placeholder 41">
            <a:extLst>
              <a:ext uri="{FF2B5EF4-FFF2-40B4-BE49-F238E27FC236}">
                <a16:creationId xmlns:a16="http://schemas.microsoft.com/office/drawing/2014/main" id="{B12AD652-87BB-53BF-14D1-7CADF3402526}"/>
              </a:ext>
            </a:extLst>
          </p:cNvPr>
          <p:cNvSpPr>
            <a:spLocks noGrp="1"/>
          </p:cNvSpPr>
          <p:nvPr>
            <p:ph type="body" sz="quarter" idx="97"/>
          </p:nvPr>
        </p:nvSpPr>
        <p:spPr>
          <a:xfrm>
            <a:off x="1491371" y="474832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4" name="Text Placeholder 43">
            <a:extLst>
              <a:ext uri="{FF2B5EF4-FFF2-40B4-BE49-F238E27FC236}">
                <a16:creationId xmlns:a16="http://schemas.microsoft.com/office/drawing/2014/main" id="{2F5D586D-E682-4214-BDFC-2381008A2DAD}"/>
              </a:ext>
            </a:extLst>
          </p:cNvPr>
          <p:cNvSpPr>
            <a:spLocks noGrp="1"/>
          </p:cNvSpPr>
          <p:nvPr>
            <p:ph type="body" sz="quarter" idx="66"/>
          </p:nvPr>
        </p:nvSpPr>
        <p:spPr>
          <a:xfrm>
            <a:off x="5347251" y="474832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6" name="Text Placeholder 45">
            <a:extLst>
              <a:ext uri="{FF2B5EF4-FFF2-40B4-BE49-F238E27FC236}">
                <a16:creationId xmlns:a16="http://schemas.microsoft.com/office/drawing/2014/main" id="{CED54B08-20E7-A541-B8ED-9C32BBF3A87B}"/>
              </a:ext>
            </a:extLst>
          </p:cNvPr>
          <p:cNvSpPr>
            <a:spLocks noGrp="1"/>
          </p:cNvSpPr>
          <p:nvPr>
            <p:ph type="body" sz="quarter" idx="98"/>
          </p:nvPr>
        </p:nvSpPr>
        <p:spPr>
          <a:xfrm>
            <a:off x="9154043" y="4732794"/>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2" name="Freeform 5">
            <a:extLst>
              <a:ext uri="{FF2B5EF4-FFF2-40B4-BE49-F238E27FC236}">
                <a16:creationId xmlns:a16="http://schemas.microsoft.com/office/drawing/2014/main" id="{D3C6828C-00BE-7F25-1FEA-FA3D01867A82}"/>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283420828"/>
      </p:ext>
    </p:extLst>
  </p:cSld>
  <p:clrMapOvr>
    <a:masterClrMapping/>
  </p:clrMapOvr>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ntact Sheet 12-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46200"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 name="Picture Placeholder 9">
            <a:extLst>
              <a:ext uri="{FF2B5EF4-FFF2-40B4-BE49-F238E27FC236}">
                <a16:creationId xmlns:a16="http://schemas.microsoft.com/office/drawing/2014/main" id="{25876E2B-22D5-E023-0774-0D2E4727B88F}"/>
              </a:ext>
            </a:extLst>
          </p:cNvPr>
          <p:cNvSpPr>
            <a:spLocks noGrp="1"/>
          </p:cNvSpPr>
          <p:nvPr>
            <p:ph type="pic" sz="quarter" idx="59" hasCustomPrompt="1"/>
          </p:nvPr>
        </p:nvSpPr>
        <p:spPr>
          <a:xfrm>
            <a:off x="547356"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 name="Picture Placeholder 9">
            <a:extLst>
              <a:ext uri="{FF2B5EF4-FFF2-40B4-BE49-F238E27FC236}">
                <a16:creationId xmlns:a16="http://schemas.microsoft.com/office/drawing/2014/main" id="{D6976165-15B0-50D3-48A1-3EEF58B092C0}"/>
              </a:ext>
            </a:extLst>
          </p:cNvPr>
          <p:cNvSpPr>
            <a:spLocks noGrp="1"/>
          </p:cNvSpPr>
          <p:nvPr>
            <p:ph type="pic" sz="quarter" idx="61" hasCustomPrompt="1"/>
          </p:nvPr>
        </p:nvSpPr>
        <p:spPr>
          <a:xfrm>
            <a:off x="554788"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2" name="Picture Placeholder 9">
            <a:extLst>
              <a:ext uri="{FF2B5EF4-FFF2-40B4-BE49-F238E27FC236}">
                <a16:creationId xmlns:a16="http://schemas.microsoft.com/office/drawing/2014/main" id="{0CE498C5-374E-D8FE-F156-A53931D853E7}"/>
              </a:ext>
            </a:extLst>
          </p:cNvPr>
          <p:cNvSpPr>
            <a:spLocks noGrp="1"/>
          </p:cNvSpPr>
          <p:nvPr>
            <p:ph type="pic" sz="quarter" idx="63" hasCustomPrompt="1"/>
          </p:nvPr>
        </p:nvSpPr>
        <p:spPr>
          <a:xfrm>
            <a:off x="3365932"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5" name="Picture Placeholder 9">
            <a:extLst>
              <a:ext uri="{FF2B5EF4-FFF2-40B4-BE49-F238E27FC236}">
                <a16:creationId xmlns:a16="http://schemas.microsoft.com/office/drawing/2014/main" id="{1FCBF2C0-C112-B81E-0578-54F91D1D965D}"/>
              </a:ext>
            </a:extLst>
          </p:cNvPr>
          <p:cNvSpPr>
            <a:spLocks noGrp="1"/>
          </p:cNvSpPr>
          <p:nvPr>
            <p:ph type="pic" sz="quarter" idx="65" hasCustomPrompt="1"/>
          </p:nvPr>
        </p:nvSpPr>
        <p:spPr>
          <a:xfrm>
            <a:off x="3367088"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7" name="Picture Placeholder 9">
            <a:extLst>
              <a:ext uri="{FF2B5EF4-FFF2-40B4-BE49-F238E27FC236}">
                <a16:creationId xmlns:a16="http://schemas.microsoft.com/office/drawing/2014/main" id="{4C09C1F9-ECED-C5BA-42C5-0EE10E589CC6}"/>
              </a:ext>
            </a:extLst>
          </p:cNvPr>
          <p:cNvSpPr>
            <a:spLocks noGrp="1"/>
          </p:cNvSpPr>
          <p:nvPr>
            <p:ph type="pic" sz="quarter" idx="67" hasCustomPrompt="1"/>
          </p:nvPr>
        </p:nvSpPr>
        <p:spPr>
          <a:xfrm>
            <a:off x="3374520"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9" name="Picture Placeholder 9">
            <a:extLst>
              <a:ext uri="{FF2B5EF4-FFF2-40B4-BE49-F238E27FC236}">
                <a16:creationId xmlns:a16="http://schemas.microsoft.com/office/drawing/2014/main" id="{0042FFDF-513A-EC10-98FD-B9C57D062AE0}"/>
              </a:ext>
            </a:extLst>
          </p:cNvPr>
          <p:cNvSpPr>
            <a:spLocks noGrp="1"/>
          </p:cNvSpPr>
          <p:nvPr>
            <p:ph type="pic" sz="quarter" idx="69" hasCustomPrompt="1"/>
          </p:nvPr>
        </p:nvSpPr>
        <p:spPr>
          <a:xfrm>
            <a:off x="6185664"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2" name="Picture Placeholder 9">
            <a:extLst>
              <a:ext uri="{FF2B5EF4-FFF2-40B4-BE49-F238E27FC236}">
                <a16:creationId xmlns:a16="http://schemas.microsoft.com/office/drawing/2014/main" id="{8BC36A4B-DA0D-6BF1-C4D6-33880787409E}"/>
              </a:ext>
            </a:extLst>
          </p:cNvPr>
          <p:cNvSpPr>
            <a:spLocks noGrp="1"/>
          </p:cNvSpPr>
          <p:nvPr>
            <p:ph type="pic" sz="quarter" idx="71" hasCustomPrompt="1"/>
          </p:nvPr>
        </p:nvSpPr>
        <p:spPr>
          <a:xfrm>
            <a:off x="6186820"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4" name="Picture Placeholder 9">
            <a:extLst>
              <a:ext uri="{FF2B5EF4-FFF2-40B4-BE49-F238E27FC236}">
                <a16:creationId xmlns:a16="http://schemas.microsoft.com/office/drawing/2014/main" id="{76E7E740-2280-24BA-7A1B-AB4C8412EB3C}"/>
              </a:ext>
            </a:extLst>
          </p:cNvPr>
          <p:cNvSpPr>
            <a:spLocks noGrp="1"/>
          </p:cNvSpPr>
          <p:nvPr>
            <p:ph type="pic" sz="quarter" idx="73" hasCustomPrompt="1"/>
          </p:nvPr>
        </p:nvSpPr>
        <p:spPr>
          <a:xfrm>
            <a:off x="6194252"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6" name="Picture Placeholder 9">
            <a:extLst>
              <a:ext uri="{FF2B5EF4-FFF2-40B4-BE49-F238E27FC236}">
                <a16:creationId xmlns:a16="http://schemas.microsoft.com/office/drawing/2014/main" id="{CADD27F9-84C7-1DB2-249A-964A088830A2}"/>
              </a:ext>
            </a:extLst>
          </p:cNvPr>
          <p:cNvSpPr>
            <a:spLocks noGrp="1"/>
          </p:cNvSpPr>
          <p:nvPr>
            <p:ph type="pic" sz="quarter" idx="75" hasCustomPrompt="1"/>
          </p:nvPr>
        </p:nvSpPr>
        <p:spPr>
          <a:xfrm>
            <a:off x="9005396"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4" name="Picture Placeholder 9">
            <a:extLst>
              <a:ext uri="{FF2B5EF4-FFF2-40B4-BE49-F238E27FC236}">
                <a16:creationId xmlns:a16="http://schemas.microsoft.com/office/drawing/2014/main" id="{FF1E356A-47B8-BFE3-D4E2-B4F8BF65D253}"/>
              </a:ext>
            </a:extLst>
          </p:cNvPr>
          <p:cNvSpPr>
            <a:spLocks noGrp="1"/>
          </p:cNvSpPr>
          <p:nvPr>
            <p:ph type="pic" sz="quarter" idx="77" hasCustomPrompt="1"/>
          </p:nvPr>
        </p:nvSpPr>
        <p:spPr>
          <a:xfrm>
            <a:off x="9006552"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6" name="Picture Placeholder 9">
            <a:extLst>
              <a:ext uri="{FF2B5EF4-FFF2-40B4-BE49-F238E27FC236}">
                <a16:creationId xmlns:a16="http://schemas.microsoft.com/office/drawing/2014/main" id="{D13123F8-5707-1836-E32B-577B73747D46}"/>
              </a:ext>
            </a:extLst>
          </p:cNvPr>
          <p:cNvSpPr>
            <a:spLocks noGrp="1"/>
          </p:cNvSpPr>
          <p:nvPr>
            <p:ph type="pic" sz="quarter" idx="79" hasCustomPrompt="1"/>
          </p:nvPr>
        </p:nvSpPr>
        <p:spPr>
          <a:xfrm>
            <a:off x="9013984"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3" name="Title 12">
            <a:extLst>
              <a:ext uri="{FF2B5EF4-FFF2-40B4-BE49-F238E27FC236}">
                <a16:creationId xmlns:a16="http://schemas.microsoft.com/office/drawing/2014/main" id="{E6ED4069-4F51-A36D-255A-CF77628C85CE}"/>
              </a:ext>
            </a:extLst>
          </p:cNvPr>
          <p:cNvSpPr>
            <a:spLocks noGrp="1"/>
          </p:cNvSpPr>
          <p:nvPr>
            <p:ph type="title"/>
          </p:nvPr>
        </p:nvSpPr>
        <p:spPr/>
        <p:txBody>
          <a:bodyPr/>
          <a:lstStyle>
            <a:lvl1pPr>
              <a:defRPr b="1"/>
            </a:lvl1pPr>
          </a:lstStyle>
          <a:p>
            <a:r>
              <a:rPr lang="en-US"/>
              <a:t>Click to edit Master title style</a:t>
            </a:r>
          </a:p>
        </p:txBody>
      </p:sp>
      <p:sp>
        <p:nvSpPr>
          <p:cNvPr id="37" name="Text Placeholder 28">
            <a:extLst>
              <a:ext uri="{FF2B5EF4-FFF2-40B4-BE49-F238E27FC236}">
                <a16:creationId xmlns:a16="http://schemas.microsoft.com/office/drawing/2014/main" id="{20725060-FB97-FB2A-839C-88058950AD03}"/>
              </a:ext>
            </a:extLst>
          </p:cNvPr>
          <p:cNvSpPr>
            <a:spLocks noGrp="1"/>
          </p:cNvSpPr>
          <p:nvPr>
            <p:ph type="body" sz="quarter" idx="94"/>
          </p:nvPr>
        </p:nvSpPr>
        <p:spPr>
          <a:xfrm>
            <a:off x="545350" y="2421426"/>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8" name="Text Placeholder 31">
            <a:extLst>
              <a:ext uri="{FF2B5EF4-FFF2-40B4-BE49-F238E27FC236}">
                <a16:creationId xmlns:a16="http://schemas.microsoft.com/office/drawing/2014/main" id="{53AEDA35-ADD6-FCE3-846B-BF1E0A6CA883}"/>
              </a:ext>
            </a:extLst>
          </p:cNvPr>
          <p:cNvSpPr>
            <a:spLocks noGrp="1"/>
          </p:cNvSpPr>
          <p:nvPr>
            <p:ph type="body" sz="quarter" idx="60"/>
          </p:nvPr>
        </p:nvSpPr>
        <p:spPr>
          <a:xfrm>
            <a:off x="3357144" y="2426187"/>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9" name="Text Placeholder 33">
            <a:extLst>
              <a:ext uri="{FF2B5EF4-FFF2-40B4-BE49-F238E27FC236}">
                <a16:creationId xmlns:a16="http://schemas.microsoft.com/office/drawing/2014/main" id="{2C1C50A9-AF10-C8FA-22B4-FD7A9720D11F}"/>
              </a:ext>
            </a:extLst>
          </p:cNvPr>
          <p:cNvSpPr>
            <a:spLocks noGrp="1"/>
          </p:cNvSpPr>
          <p:nvPr>
            <p:ph type="body" sz="quarter" idx="95"/>
          </p:nvPr>
        </p:nvSpPr>
        <p:spPr>
          <a:xfrm>
            <a:off x="6174687" y="2426187"/>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0" name="Text Placeholder 35">
            <a:extLst>
              <a:ext uri="{FF2B5EF4-FFF2-40B4-BE49-F238E27FC236}">
                <a16:creationId xmlns:a16="http://schemas.microsoft.com/office/drawing/2014/main" id="{92186842-A495-47CB-E895-A3B746F32C1C}"/>
              </a:ext>
            </a:extLst>
          </p:cNvPr>
          <p:cNvSpPr>
            <a:spLocks noGrp="1"/>
          </p:cNvSpPr>
          <p:nvPr>
            <p:ph type="body" sz="quarter" idx="62"/>
          </p:nvPr>
        </p:nvSpPr>
        <p:spPr>
          <a:xfrm>
            <a:off x="9005296" y="2429974"/>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1" name="Text Placeholder 37">
            <a:extLst>
              <a:ext uri="{FF2B5EF4-FFF2-40B4-BE49-F238E27FC236}">
                <a16:creationId xmlns:a16="http://schemas.microsoft.com/office/drawing/2014/main" id="{6CA7FDF1-8EA1-3647-617E-68BBEC83B933}"/>
              </a:ext>
            </a:extLst>
          </p:cNvPr>
          <p:cNvSpPr>
            <a:spLocks noGrp="1"/>
          </p:cNvSpPr>
          <p:nvPr>
            <p:ph type="body" sz="quarter" idx="96"/>
          </p:nvPr>
        </p:nvSpPr>
        <p:spPr>
          <a:xfrm>
            <a:off x="543911"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2" name="Text Placeholder 39">
            <a:extLst>
              <a:ext uri="{FF2B5EF4-FFF2-40B4-BE49-F238E27FC236}">
                <a16:creationId xmlns:a16="http://schemas.microsoft.com/office/drawing/2014/main" id="{B0B8D82A-323A-DAD8-2FFF-306B1BD8A7B7}"/>
              </a:ext>
            </a:extLst>
          </p:cNvPr>
          <p:cNvSpPr>
            <a:spLocks noGrp="1"/>
          </p:cNvSpPr>
          <p:nvPr>
            <p:ph type="body" sz="quarter" idx="64"/>
          </p:nvPr>
        </p:nvSpPr>
        <p:spPr>
          <a:xfrm>
            <a:off x="3369875"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3" name="Text Placeholder 41">
            <a:extLst>
              <a:ext uri="{FF2B5EF4-FFF2-40B4-BE49-F238E27FC236}">
                <a16:creationId xmlns:a16="http://schemas.microsoft.com/office/drawing/2014/main" id="{7F998DD8-A4C0-EDC9-3264-47EC9ABA7F7E}"/>
              </a:ext>
            </a:extLst>
          </p:cNvPr>
          <p:cNvSpPr>
            <a:spLocks noGrp="1"/>
          </p:cNvSpPr>
          <p:nvPr>
            <p:ph type="body" sz="quarter" idx="97"/>
          </p:nvPr>
        </p:nvSpPr>
        <p:spPr>
          <a:xfrm>
            <a:off x="6185564" y="3988842"/>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4" name="Text Placeholder 43">
            <a:extLst>
              <a:ext uri="{FF2B5EF4-FFF2-40B4-BE49-F238E27FC236}">
                <a16:creationId xmlns:a16="http://schemas.microsoft.com/office/drawing/2014/main" id="{D6080B64-327A-4888-7E45-D37CB06BD006}"/>
              </a:ext>
            </a:extLst>
          </p:cNvPr>
          <p:cNvSpPr>
            <a:spLocks noGrp="1"/>
          </p:cNvSpPr>
          <p:nvPr>
            <p:ph type="body" sz="quarter" idx="66"/>
          </p:nvPr>
        </p:nvSpPr>
        <p:spPr>
          <a:xfrm>
            <a:off x="9013984"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5" name="Text Placeholder 45">
            <a:extLst>
              <a:ext uri="{FF2B5EF4-FFF2-40B4-BE49-F238E27FC236}">
                <a16:creationId xmlns:a16="http://schemas.microsoft.com/office/drawing/2014/main" id="{A553D40B-8982-89FD-71EF-AFB57D02AF77}"/>
              </a:ext>
            </a:extLst>
          </p:cNvPr>
          <p:cNvSpPr>
            <a:spLocks noGrp="1"/>
          </p:cNvSpPr>
          <p:nvPr>
            <p:ph type="body" sz="quarter" idx="98"/>
          </p:nvPr>
        </p:nvSpPr>
        <p:spPr>
          <a:xfrm>
            <a:off x="554038" y="5572433"/>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7" name="Text Placeholder 46">
            <a:extLst>
              <a:ext uri="{FF2B5EF4-FFF2-40B4-BE49-F238E27FC236}">
                <a16:creationId xmlns:a16="http://schemas.microsoft.com/office/drawing/2014/main" id="{CC20C2B1-E5AA-66A6-3529-09EBEC5AD9E7}"/>
              </a:ext>
            </a:extLst>
          </p:cNvPr>
          <p:cNvSpPr>
            <a:spLocks noGrp="1"/>
          </p:cNvSpPr>
          <p:nvPr>
            <p:ph type="body" sz="quarter" idx="99"/>
          </p:nvPr>
        </p:nvSpPr>
        <p:spPr>
          <a:xfrm>
            <a:off x="3375025" y="5572853"/>
            <a:ext cx="2616775" cy="588235"/>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9" name="Text Placeholder 48">
            <a:extLst>
              <a:ext uri="{FF2B5EF4-FFF2-40B4-BE49-F238E27FC236}">
                <a16:creationId xmlns:a16="http://schemas.microsoft.com/office/drawing/2014/main" id="{FAD7CA57-DD70-B459-15AA-F71085154014}"/>
              </a:ext>
            </a:extLst>
          </p:cNvPr>
          <p:cNvSpPr>
            <a:spLocks noGrp="1"/>
          </p:cNvSpPr>
          <p:nvPr>
            <p:ph type="body" sz="quarter" idx="100"/>
          </p:nvPr>
        </p:nvSpPr>
        <p:spPr>
          <a:xfrm>
            <a:off x="6194425" y="5588367"/>
            <a:ext cx="2623130" cy="572721"/>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1" name="Text Placeholder 50">
            <a:extLst>
              <a:ext uri="{FF2B5EF4-FFF2-40B4-BE49-F238E27FC236}">
                <a16:creationId xmlns:a16="http://schemas.microsoft.com/office/drawing/2014/main" id="{EC42BD93-D831-2404-6CB8-8837AFC980E9}"/>
              </a:ext>
            </a:extLst>
          </p:cNvPr>
          <p:cNvSpPr>
            <a:spLocks noGrp="1"/>
          </p:cNvSpPr>
          <p:nvPr>
            <p:ph type="body" sz="quarter" idx="101"/>
          </p:nvPr>
        </p:nvSpPr>
        <p:spPr>
          <a:xfrm>
            <a:off x="9013824" y="5572853"/>
            <a:ext cx="2612537" cy="588235"/>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2" name="Text Placeholder 10">
            <a:extLst>
              <a:ext uri="{FF2B5EF4-FFF2-40B4-BE49-F238E27FC236}">
                <a16:creationId xmlns:a16="http://schemas.microsoft.com/office/drawing/2014/main" id="{4094CC63-82FC-2C3B-297C-E0DA8033B303}"/>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 name="Freeform 5">
            <a:extLst>
              <a:ext uri="{FF2B5EF4-FFF2-40B4-BE49-F238E27FC236}">
                <a16:creationId xmlns:a16="http://schemas.microsoft.com/office/drawing/2014/main" id="{CFEF52EF-E8C0-B287-4EE6-AFF11A6B737F}"/>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138715990"/>
      </p:ext>
    </p:extLst>
  </p:cSld>
  <p:clrMapOvr>
    <a:masterClrMapping/>
  </p:clrMapOvr>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iography Spotlight 1">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39751" y="2146298"/>
            <a:ext cx="1970120" cy="1975104"/>
          </a:xfrm>
          <a:solidFill>
            <a:schemeClr val="accent1"/>
          </a:solid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3" name="Title 2">
            <a:extLst>
              <a:ext uri="{FF2B5EF4-FFF2-40B4-BE49-F238E27FC236}">
                <a16:creationId xmlns:a16="http://schemas.microsoft.com/office/drawing/2014/main" id="{1DC8F894-857C-8F07-E60C-2FD30A700DD0}"/>
              </a:ext>
            </a:extLst>
          </p:cNvPr>
          <p:cNvSpPr>
            <a:spLocks noGrp="1"/>
          </p:cNvSpPr>
          <p:nvPr>
            <p:ph type="title"/>
          </p:nvPr>
        </p:nvSpPr>
        <p:spPr/>
        <p:txBody>
          <a:bodyPr/>
          <a:lstStyle>
            <a:lvl1pPr>
              <a:defRPr b="1"/>
            </a:lvl1pPr>
          </a:lstStyle>
          <a:p>
            <a:r>
              <a:rPr lang="en-US"/>
              <a:t>Click to edit Master title style</a:t>
            </a:r>
          </a:p>
        </p:txBody>
      </p:sp>
      <p:sp>
        <p:nvSpPr>
          <p:cNvPr id="19" name="Text Placeholder 10">
            <a:extLst>
              <a:ext uri="{FF2B5EF4-FFF2-40B4-BE49-F238E27FC236}">
                <a16:creationId xmlns:a16="http://schemas.microsoft.com/office/drawing/2014/main" id="{59895743-E13E-B246-5F15-74FE000A889A}"/>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4" name="Content Placeholder 32">
            <a:extLst>
              <a:ext uri="{FF2B5EF4-FFF2-40B4-BE49-F238E27FC236}">
                <a16:creationId xmlns:a16="http://schemas.microsoft.com/office/drawing/2014/main" id="{AB8465BA-2F90-8B3C-157F-C533DC992638}"/>
              </a:ext>
            </a:extLst>
          </p:cNvPr>
          <p:cNvSpPr>
            <a:spLocks noGrp="1"/>
          </p:cNvSpPr>
          <p:nvPr>
            <p:ph sz="quarter" idx="103"/>
          </p:nvPr>
        </p:nvSpPr>
        <p:spPr>
          <a:xfrm>
            <a:off x="3367088" y="2146297"/>
            <a:ext cx="8270874" cy="3440115"/>
          </a:xfrm>
        </p:spPr>
        <p:txBody>
          <a:bodyPr>
            <a:noAutofit/>
          </a:bodyPr>
          <a:lstStyle>
            <a:lvl1pPr>
              <a:defRPr lang="en-US" sz="1200" b="1" i="0" kern="1200" dirty="0">
                <a:solidFill>
                  <a:schemeClr val="tx2"/>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marL="0" lvl="1" indent="0" algn="l" defTabSz="914400" rtl="0" eaLnBrk="1" latinLnBrk="0" hangingPunct="1">
              <a:lnSpc>
                <a:spcPct val="101000"/>
              </a:lnSpc>
              <a:spcBef>
                <a:spcPts val="0"/>
              </a:spcBef>
              <a:spcAft>
                <a:spcPts val="200"/>
              </a:spcAft>
              <a:buFont typeface="Arial" panose="020B0604020202020204" pitchFamily="34" charset="0"/>
              <a:buNone/>
            </a:pPr>
            <a:r>
              <a:rPr lang="en-US"/>
              <a:t>Second level</a:t>
            </a:r>
          </a:p>
          <a:p>
            <a:pPr marL="0" lvl="2" indent="0" algn="l" defTabSz="914400" rtl="0" eaLnBrk="1" latinLnBrk="0" hangingPunct="1">
              <a:lnSpc>
                <a:spcPct val="101000"/>
              </a:lnSpc>
              <a:spcBef>
                <a:spcPts val="0"/>
              </a:spcBef>
              <a:spcAft>
                <a:spcPts val="200"/>
              </a:spcAft>
              <a:buFont typeface="Arial" panose="020B0604020202020204" pitchFamily="34" charset="0"/>
              <a:buNone/>
            </a:pPr>
            <a:r>
              <a:rPr lang="en-US"/>
              <a:t>Third level</a:t>
            </a:r>
          </a:p>
          <a:p>
            <a:pPr marL="0" lvl="3" indent="0" algn="l" defTabSz="914400" rtl="0" eaLnBrk="1" latinLnBrk="0" hangingPunct="1">
              <a:lnSpc>
                <a:spcPct val="101000"/>
              </a:lnSpc>
              <a:spcBef>
                <a:spcPts val="0"/>
              </a:spcBef>
              <a:spcAft>
                <a:spcPts val="200"/>
              </a:spcAft>
              <a:buFont typeface="Arial" panose="020B0604020202020204" pitchFamily="34" charset="0"/>
              <a:buNone/>
            </a:pPr>
            <a:r>
              <a:rPr lang="en-US"/>
              <a:t>Fourth level</a:t>
            </a:r>
          </a:p>
          <a:p>
            <a:pPr marL="0" lvl="4" indent="0" algn="l" defTabSz="914400" rtl="0" eaLnBrk="1" latinLnBrk="0" hangingPunct="1">
              <a:lnSpc>
                <a:spcPct val="101000"/>
              </a:lnSpc>
              <a:spcBef>
                <a:spcPts val="0"/>
              </a:spcBef>
              <a:spcAft>
                <a:spcPts val="200"/>
              </a:spcAft>
              <a:buFont typeface="Arial" panose="020B0604020202020204" pitchFamily="34" charset="0"/>
              <a:buNone/>
            </a:pPr>
            <a:r>
              <a:rPr lang="en-US"/>
              <a:t>Fifth level</a:t>
            </a:r>
          </a:p>
        </p:txBody>
      </p:sp>
      <p:sp>
        <p:nvSpPr>
          <p:cNvPr id="5" name="Content Placeholder 32">
            <a:extLst>
              <a:ext uri="{FF2B5EF4-FFF2-40B4-BE49-F238E27FC236}">
                <a16:creationId xmlns:a16="http://schemas.microsoft.com/office/drawing/2014/main" id="{A839F1B7-11DF-B547-F156-26E4933C9AEE}"/>
              </a:ext>
            </a:extLst>
          </p:cNvPr>
          <p:cNvSpPr>
            <a:spLocks noGrp="1"/>
          </p:cNvSpPr>
          <p:nvPr>
            <p:ph sz="quarter" idx="104"/>
          </p:nvPr>
        </p:nvSpPr>
        <p:spPr>
          <a:xfrm>
            <a:off x="539751" y="4273551"/>
            <a:ext cx="2623978" cy="588286"/>
          </a:xfrm>
        </p:spPr>
        <p:txBody>
          <a:bodyPr>
            <a:no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marL="0" lvl="1" indent="0" algn="l" defTabSz="914400" rtl="0" eaLnBrk="1" latinLnBrk="0" hangingPunct="1">
              <a:lnSpc>
                <a:spcPct val="101000"/>
              </a:lnSpc>
              <a:spcBef>
                <a:spcPts val="0"/>
              </a:spcBef>
              <a:spcAft>
                <a:spcPts val="200"/>
              </a:spcAft>
              <a:buFont typeface="Arial" panose="020B0604020202020204" pitchFamily="34" charset="0"/>
              <a:buNone/>
            </a:pPr>
            <a:r>
              <a:rPr lang="en-US"/>
              <a:t>Second level</a:t>
            </a:r>
          </a:p>
          <a:p>
            <a:pPr marL="0" lvl="2" indent="0" algn="l" defTabSz="914400" rtl="0" eaLnBrk="1" latinLnBrk="0" hangingPunct="1">
              <a:lnSpc>
                <a:spcPct val="101000"/>
              </a:lnSpc>
              <a:spcBef>
                <a:spcPts val="0"/>
              </a:spcBef>
              <a:spcAft>
                <a:spcPts val="200"/>
              </a:spcAft>
              <a:buFont typeface="Arial" panose="020B0604020202020204" pitchFamily="34" charset="0"/>
              <a:buNone/>
            </a:pPr>
            <a:r>
              <a:rPr lang="en-US"/>
              <a:t>Third level</a:t>
            </a:r>
          </a:p>
          <a:p>
            <a:pPr marL="0" lvl="3" indent="0" algn="l" defTabSz="914400" rtl="0" eaLnBrk="1" latinLnBrk="0" hangingPunct="1">
              <a:lnSpc>
                <a:spcPct val="101000"/>
              </a:lnSpc>
              <a:spcBef>
                <a:spcPts val="0"/>
              </a:spcBef>
              <a:spcAft>
                <a:spcPts val="200"/>
              </a:spcAft>
              <a:buFont typeface="Arial" panose="020B0604020202020204" pitchFamily="34" charset="0"/>
              <a:buNone/>
            </a:pPr>
            <a:r>
              <a:rPr lang="en-US"/>
              <a:t>Fourth level</a:t>
            </a:r>
          </a:p>
          <a:p>
            <a:pPr marL="0" lvl="4" indent="0" algn="l" defTabSz="914400" rtl="0" eaLnBrk="1" latinLnBrk="0" hangingPunct="1">
              <a:lnSpc>
                <a:spcPct val="101000"/>
              </a:lnSpc>
              <a:spcBef>
                <a:spcPts val="0"/>
              </a:spcBef>
              <a:spcAft>
                <a:spcPts val="200"/>
              </a:spcAft>
              <a:buFont typeface="Arial" panose="020B0604020202020204" pitchFamily="34" charset="0"/>
              <a:buNone/>
            </a:pPr>
            <a:r>
              <a:rPr lang="en-US"/>
              <a:t>Fifth level</a:t>
            </a:r>
          </a:p>
        </p:txBody>
      </p:sp>
      <p:sp>
        <p:nvSpPr>
          <p:cNvPr id="6" name="Freeform 5">
            <a:extLst>
              <a:ext uri="{FF2B5EF4-FFF2-40B4-BE49-F238E27FC236}">
                <a16:creationId xmlns:a16="http://schemas.microsoft.com/office/drawing/2014/main" id="{8220394B-3676-A47D-2298-A38B48BED142}"/>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765510799"/>
      </p:ext>
    </p:extLst>
  </p:cSld>
  <p:clrMapOvr>
    <a:masterClrMapping/>
  </p:clrMapOvr>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iography Spotligh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6927C77-4BA5-963C-77AB-D1E17369A031}"/>
              </a:ext>
            </a:extLst>
          </p:cNvPr>
          <p:cNvSpPr/>
          <p:nvPr/>
        </p:nvSpPr>
        <p:spPr bwMode="ltGray">
          <a:xfrm>
            <a:off x="0" y="0"/>
            <a:ext cx="405765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0" y="2391176"/>
            <a:ext cx="4057649" cy="4466823"/>
          </a:xfrm>
          <a:no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17" name="Text Placeholder 28">
            <a:extLst>
              <a:ext uri="{FF2B5EF4-FFF2-40B4-BE49-F238E27FC236}">
                <a16:creationId xmlns:a16="http://schemas.microsoft.com/office/drawing/2014/main" id="{C3433E12-13DE-2F76-CD91-AD464AFB9124}"/>
              </a:ext>
            </a:extLst>
          </p:cNvPr>
          <p:cNvSpPr>
            <a:spLocks noGrp="1"/>
          </p:cNvSpPr>
          <p:nvPr>
            <p:ph type="body" sz="quarter" idx="94"/>
          </p:nvPr>
        </p:nvSpPr>
        <p:spPr>
          <a:xfrm>
            <a:off x="4784011" y="697706"/>
            <a:ext cx="2623978" cy="1448594"/>
          </a:xfrm>
        </p:spPr>
        <p:txBody>
          <a:bodyPr>
            <a:noAutofit/>
          </a:bodyPr>
          <a:lstStyle>
            <a:lvl1pPr marL="0" indent="0">
              <a:spcAft>
                <a:spcPts val="200"/>
              </a:spcAft>
              <a:buFont typeface="Arial" panose="020B0604020202020204" pitchFamily="34" charset="0"/>
              <a:buNone/>
              <a:defRPr sz="1800" b="1"/>
            </a:lvl1pPr>
            <a:lvl2pPr marL="0" indent="0">
              <a:spcAft>
                <a:spcPts val="600"/>
              </a:spcAft>
              <a:buNone/>
              <a:defRPr sz="1800"/>
            </a:lvl2pPr>
            <a:lvl3pPr marL="228600" indent="-228600">
              <a:spcAft>
                <a:spcPts val="600"/>
              </a:spcAft>
              <a:buClrTx/>
              <a:buFont typeface="GT America" charset="0"/>
              <a:buChar char="→"/>
              <a:defRPr sz="1800"/>
            </a:lvl3pPr>
            <a:lvl4pPr marL="228600" indent="-228600">
              <a:spcAft>
                <a:spcPts val="600"/>
              </a:spcAft>
              <a:buClrTx/>
              <a:buFont typeface="GT America" charset="0"/>
              <a:buChar char="→"/>
              <a:defRPr sz="1800"/>
            </a:lvl4pPr>
            <a:lvl5pPr marL="228600" indent="-228600">
              <a:spcAft>
                <a:spcPts val="600"/>
              </a:spcAft>
              <a:buClrTx/>
              <a:buFont typeface="GT America" charset="0"/>
              <a:buChar char="→"/>
              <a:defRPr sz="1800"/>
            </a:lvl5pPr>
            <a:lvl6pPr marL="228600" indent="-228600">
              <a:spcAft>
                <a:spcPts val="600"/>
              </a:spcAft>
              <a:buClrTx/>
              <a:buFont typeface="GT America" charset="0"/>
              <a:buChar char="→"/>
              <a:defRPr sz="1800"/>
            </a:lvl6pPr>
            <a:lvl7pPr marL="228600" indent="-228600">
              <a:spcAft>
                <a:spcPts val="600"/>
              </a:spcAft>
              <a:buClrTx/>
              <a:buFont typeface="GT America" charset="0"/>
              <a:buChar char="→"/>
              <a:defRPr sz="1800"/>
            </a:lvl7pPr>
            <a:lvl8pPr marL="228600" indent="-228600">
              <a:spcAft>
                <a:spcPts val="600"/>
              </a:spcAft>
              <a:buClrTx/>
              <a:buFont typeface="GT America" charset="0"/>
              <a:buChar char="→"/>
              <a:defRPr sz="1800"/>
            </a:lvl8pPr>
            <a:lvl9pPr marL="228600" indent="-228600">
              <a:spcAft>
                <a:spcPts val="600"/>
              </a:spcAft>
              <a:buClrTx/>
              <a:buFont typeface="GT America" charset="0"/>
              <a:buChar char="→"/>
              <a:defRPr sz="1800"/>
            </a:lvl9pPr>
          </a:lstStyle>
          <a:p>
            <a:pPr lvl="0"/>
            <a:r>
              <a:rPr lang="en-US"/>
              <a:t>Click to edit Master text styles</a:t>
            </a:r>
          </a:p>
          <a:p>
            <a:pPr lvl="1"/>
            <a:r>
              <a:rPr lang="en-US"/>
              <a:t>Second level</a:t>
            </a:r>
          </a:p>
          <a:p>
            <a:pPr lvl="2"/>
            <a:r>
              <a:rPr lang="en-US"/>
              <a:t>Third level</a:t>
            </a:r>
          </a:p>
        </p:txBody>
      </p:sp>
      <p:sp>
        <p:nvSpPr>
          <p:cNvPr id="19" name="Text Placeholder 18">
            <a:extLst>
              <a:ext uri="{FF2B5EF4-FFF2-40B4-BE49-F238E27FC236}">
                <a16:creationId xmlns:a16="http://schemas.microsoft.com/office/drawing/2014/main" id="{A5CC0331-67E4-97F1-FFCC-045A5FC24A40}"/>
              </a:ext>
            </a:extLst>
          </p:cNvPr>
          <p:cNvSpPr>
            <a:spLocks noGrp="1"/>
          </p:cNvSpPr>
          <p:nvPr>
            <p:ph type="body" sz="quarter" idx="95"/>
          </p:nvPr>
        </p:nvSpPr>
        <p:spPr>
          <a:xfrm>
            <a:off x="7600950" y="697706"/>
            <a:ext cx="4037013" cy="4744244"/>
          </a:xfrm>
        </p:spPr>
        <p:txBody>
          <a:bodyPr/>
          <a:lstStyle>
            <a:lvl1pPr>
              <a:defRPr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8">
            <a:extLst>
              <a:ext uri="{FF2B5EF4-FFF2-40B4-BE49-F238E27FC236}">
                <a16:creationId xmlns:a16="http://schemas.microsoft.com/office/drawing/2014/main" id="{5E6F9140-B540-5013-5831-F1E9C81243B3}"/>
              </a:ext>
            </a:extLst>
          </p:cNvPr>
          <p:cNvSpPr>
            <a:spLocks noGrp="1"/>
          </p:cNvSpPr>
          <p:nvPr>
            <p:ph type="title"/>
          </p:nvPr>
        </p:nvSpPr>
        <p:spPr>
          <a:xfrm>
            <a:off x="546101" y="552450"/>
            <a:ext cx="3346704" cy="928909"/>
          </a:xfrm>
        </p:spPr>
        <p:txBody>
          <a:bodyPr>
            <a:spAutoFit/>
          </a:bodyPr>
          <a:lstStyle>
            <a:lvl1pPr algn="l">
              <a:defRPr b="1">
                <a:solidFill>
                  <a:schemeClr val="bg1"/>
                </a:solidFill>
              </a:defRPr>
            </a:lvl1pPr>
          </a:lstStyle>
          <a:p>
            <a:r>
              <a:rPr lang="en-US"/>
              <a:t>Click to edit Master title style</a:t>
            </a:r>
          </a:p>
        </p:txBody>
      </p:sp>
      <p:sp>
        <p:nvSpPr>
          <p:cNvPr id="4" name="Text Placeholder 10">
            <a:extLst>
              <a:ext uri="{FF2B5EF4-FFF2-40B4-BE49-F238E27FC236}">
                <a16:creationId xmlns:a16="http://schemas.microsoft.com/office/drawing/2014/main" id="{6729DA4E-55B8-5A9B-E5DF-CA71583D323E}"/>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5" name="Freeform 5">
            <a:extLst>
              <a:ext uri="{FF2B5EF4-FFF2-40B4-BE49-F238E27FC236}">
                <a16:creationId xmlns:a16="http://schemas.microsoft.com/office/drawing/2014/main" id="{E1135D2B-9B8D-C0CC-7E29-3095E5284DC8}"/>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78825690"/>
      </p:ext>
    </p:extLst>
  </p:cSld>
  <p:clrMapOvr>
    <a:masterClrMapping/>
  </p:clrMapOvr>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iography Spotlight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6927C77-4BA5-963C-77AB-D1E17369A031}"/>
              </a:ext>
            </a:extLst>
          </p:cNvPr>
          <p:cNvSpPr/>
          <p:nvPr/>
        </p:nvSpPr>
        <p:spPr bwMode="ltGray">
          <a:xfrm>
            <a:off x="0" y="0"/>
            <a:ext cx="405765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4" name="Content Placeholder 14">
            <a:extLst>
              <a:ext uri="{FF2B5EF4-FFF2-40B4-BE49-F238E27FC236}">
                <a16:creationId xmlns:a16="http://schemas.microsoft.com/office/drawing/2014/main" id="{0F4207BC-188D-C830-B83A-98B60C773C10}"/>
              </a:ext>
            </a:extLst>
          </p:cNvPr>
          <p:cNvSpPr>
            <a:spLocks noGrp="1"/>
          </p:cNvSpPr>
          <p:nvPr>
            <p:ph sz="quarter" idx="18" hasCustomPrompt="1"/>
          </p:nvPr>
        </p:nvSpPr>
        <p:spPr>
          <a:xfrm>
            <a:off x="4781551" y="697706"/>
            <a:ext cx="6856412" cy="5469732"/>
          </a:xfrm>
        </p:spPr>
        <p:txBody>
          <a:bodyPr numCol="1" spcCol="219456"/>
          <a:lstStyle>
            <a:lvl1pPr>
              <a:spcAft>
                <a:spcPts val="0"/>
              </a:spcAft>
              <a:defRPr sz="1800" b="1">
                <a:solidFill>
                  <a:schemeClr val="tx1"/>
                </a:solidFill>
                <a:latin typeface="+mn-lt"/>
              </a:defRPr>
            </a:lvl1pPr>
            <a:lvl2pPr marL="0" indent="0">
              <a:buNone/>
              <a:defRPr sz="1800" b="0">
                <a:solidFill>
                  <a:schemeClr val="tx1"/>
                </a:solidFill>
              </a:defRPr>
            </a:lvl2pPr>
            <a:lvl3pPr marL="3175" indent="0">
              <a:buFont typeface="GT America Regular" charset="0"/>
              <a:buNone/>
              <a:defRPr sz="1400" b="1">
                <a:solidFill>
                  <a:schemeClr val="tx2"/>
                </a:solidFill>
              </a:defRPr>
            </a:lvl3pPr>
            <a:lvl4pPr marL="0" indent="0">
              <a:buClrTx/>
              <a:buFont typeface="GT America Regular" charset="0"/>
              <a:buNone/>
              <a:defRPr sz="1400"/>
            </a:lvl4pPr>
            <a:lvl5pPr marL="287338" indent="-287338">
              <a:buClrTx/>
              <a:buFont typeface="GT America Regular" charset="0"/>
              <a:buChar char="→"/>
              <a:defRPr sz="1400"/>
            </a:lvl5pPr>
            <a:lvl6pPr marL="458788" indent="-171450">
              <a:buClr>
                <a:schemeClr val="accent1"/>
              </a:buClr>
              <a:buFont typeface="Arial" panose="020B0604020202020204" pitchFamily="34" charset="0"/>
              <a:buChar char="•"/>
              <a:defRPr sz="1300"/>
            </a:lvl6pPr>
            <a:lvl7pPr marL="627063" indent="-174625">
              <a:buClrTx/>
              <a:buFont typeface="GT America Regular" pitchFamily="50" charset="0"/>
              <a:buChar char="–"/>
              <a:defRPr sz="1300"/>
            </a:lvl7pPr>
            <a:lvl8pPr marL="800100" indent="-174625">
              <a:buClr>
                <a:schemeClr val="accent1"/>
              </a:buClr>
              <a:buFont typeface="GT America Regular" charset="0"/>
              <a:buChar char="–"/>
              <a:defRPr sz="1200"/>
            </a:lvl8pPr>
            <a:lvl9pPr marL="973138" indent="-171450">
              <a:buClrTx/>
              <a:buFont typeface="GT America Regular" pitchFamily="50" charset="0"/>
              <a:buChar char="»"/>
              <a:defRPr sz="1200"/>
            </a:lvl9pPr>
          </a:lstStyle>
          <a:p>
            <a:pPr lvl="0"/>
            <a:r>
              <a:rPr lang="en-US" err="1"/>
              <a:t>Firstname</a:t>
            </a:r>
            <a:r>
              <a:rPr lang="en-US"/>
              <a:t> </a:t>
            </a:r>
            <a:r>
              <a:rPr lang="en-US" err="1"/>
              <a:t>Lastname</a:t>
            </a:r>
            <a:r>
              <a:rPr lang="en-US"/>
              <a:t>, first level</a:t>
            </a:r>
          </a:p>
          <a:p>
            <a:pPr lvl="1"/>
            <a:r>
              <a:rPr lang="en-US"/>
              <a:t>Title/department, second level</a:t>
            </a:r>
          </a:p>
          <a:p>
            <a:pPr lvl="2"/>
            <a:r>
              <a:rPr lang="en-US"/>
              <a:t>Introduction or highlighted passage, 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Picture Placeholder 9">
            <a:extLst>
              <a:ext uri="{FF2B5EF4-FFF2-40B4-BE49-F238E27FC236}">
                <a16:creationId xmlns:a16="http://schemas.microsoft.com/office/drawing/2014/main" id="{FB14F9FF-819F-A907-0A8B-A72101BD116F}"/>
              </a:ext>
            </a:extLst>
          </p:cNvPr>
          <p:cNvSpPr>
            <a:spLocks noGrp="1"/>
          </p:cNvSpPr>
          <p:nvPr>
            <p:ph type="pic" sz="quarter" idx="29" hasCustomPrompt="1"/>
          </p:nvPr>
        </p:nvSpPr>
        <p:spPr>
          <a:xfrm>
            <a:off x="0" y="2391176"/>
            <a:ext cx="4057649" cy="4466823"/>
          </a:xfrm>
          <a:no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6" name="Title 8">
            <a:extLst>
              <a:ext uri="{FF2B5EF4-FFF2-40B4-BE49-F238E27FC236}">
                <a16:creationId xmlns:a16="http://schemas.microsoft.com/office/drawing/2014/main" id="{D9CADC76-6396-AF54-8796-7A15A6DD18BE}"/>
              </a:ext>
            </a:extLst>
          </p:cNvPr>
          <p:cNvSpPr>
            <a:spLocks noGrp="1"/>
          </p:cNvSpPr>
          <p:nvPr>
            <p:ph type="title"/>
          </p:nvPr>
        </p:nvSpPr>
        <p:spPr>
          <a:xfrm>
            <a:off x="546101" y="552450"/>
            <a:ext cx="3346704" cy="928909"/>
          </a:xfrm>
        </p:spPr>
        <p:txBody>
          <a:bodyPr>
            <a:spAutoFit/>
          </a:bodyPr>
          <a:lstStyle>
            <a:lvl1pPr algn="l">
              <a:defRPr b="1">
                <a:solidFill>
                  <a:schemeClr val="bg1"/>
                </a:solidFill>
              </a:defRPr>
            </a:lvl1pPr>
          </a:lstStyle>
          <a:p>
            <a:r>
              <a:rPr lang="en-US"/>
              <a:t>Click to edit Master title style</a:t>
            </a:r>
          </a:p>
        </p:txBody>
      </p:sp>
      <p:sp>
        <p:nvSpPr>
          <p:cNvPr id="7" name="Text Placeholder 10">
            <a:extLst>
              <a:ext uri="{FF2B5EF4-FFF2-40B4-BE49-F238E27FC236}">
                <a16:creationId xmlns:a16="http://schemas.microsoft.com/office/drawing/2014/main" id="{C461A934-EA9F-C921-D401-6A693313325C}"/>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5" name="Freeform 5">
            <a:extLst>
              <a:ext uri="{FF2B5EF4-FFF2-40B4-BE49-F238E27FC236}">
                <a16:creationId xmlns:a16="http://schemas.microsoft.com/office/drawing/2014/main" id="{6B3339D0-0F6C-82C7-8438-B70031C5C7D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97197089"/>
      </p:ext>
    </p:extLst>
  </p:cSld>
  <p:clrMapOvr>
    <a:masterClrMapping/>
  </p:clrMapOvr>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ack Cover 1">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3" name="Freeform 5">
            <a:extLst>
              <a:ext uri="{FF2B5EF4-FFF2-40B4-BE49-F238E27FC236}">
                <a16:creationId xmlns:a16="http://schemas.microsoft.com/office/drawing/2014/main" id="{DBEF819D-FDFF-C217-9B0B-68E353B7B355}"/>
              </a:ext>
            </a:extLst>
          </p:cNvPr>
          <p:cNvSpPr/>
          <p:nvPr/>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5" name="Text Placeholder 9">
            <a:extLst>
              <a:ext uri="{FF2B5EF4-FFF2-40B4-BE49-F238E27FC236}">
                <a16:creationId xmlns:a16="http://schemas.microsoft.com/office/drawing/2014/main" id="{5FB2903F-88A1-83A6-3840-2C6F40ADA372}"/>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14" name="Text Placeholder 28">
            <a:extLst>
              <a:ext uri="{FF2B5EF4-FFF2-40B4-BE49-F238E27FC236}">
                <a16:creationId xmlns:a16="http://schemas.microsoft.com/office/drawing/2014/main" id="{E9355155-D34A-C8FB-FD7F-D8F2AFB05465}"/>
              </a:ext>
            </a:extLst>
          </p:cNvPr>
          <p:cNvSpPr>
            <a:spLocks noGrp="1"/>
          </p:cNvSpPr>
          <p:nvPr>
            <p:ph type="body" sz="quarter" idx="94"/>
          </p:nvPr>
        </p:nvSpPr>
        <p:spPr>
          <a:xfrm>
            <a:off x="534487" y="5993489"/>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15" name="Text Placeholder 31">
            <a:extLst>
              <a:ext uri="{FF2B5EF4-FFF2-40B4-BE49-F238E27FC236}">
                <a16:creationId xmlns:a16="http://schemas.microsoft.com/office/drawing/2014/main" id="{C7ABDCD6-3B21-724A-2B90-283DF93F2DD4}"/>
              </a:ext>
            </a:extLst>
          </p:cNvPr>
          <p:cNvSpPr>
            <a:spLocks noGrp="1"/>
          </p:cNvSpPr>
          <p:nvPr>
            <p:ph type="body" sz="quarter" idx="95"/>
          </p:nvPr>
        </p:nvSpPr>
        <p:spPr>
          <a:xfrm>
            <a:off x="3373598" y="6001088"/>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16" name="Text Placeholder 33">
            <a:extLst>
              <a:ext uri="{FF2B5EF4-FFF2-40B4-BE49-F238E27FC236}">
                <a16:creationId xmlns:a16="http://schemas.microsoft.com/office/drawing/2014/main" id="{9B2F4F16-C191-1C55-93DF-40C406D4E32E}"/>
              </a:ext>
            </a:extLst>
          </p:cNvPr>
          <p:cNvSpPr>
            <a:spLocks noGrp="1"/>
          </p:cNvSpPr>
          <p:nvPr>
            <p:ph type="body" sz="quarter" idx="96"/>
          </p:nvPr>
        </p:nvSpPr>
        <p:spPr>
          <a:xfrm>
            <a:off x="6194425" y="5993489"/>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 name="Title 1">
            <a:extLst>
              <a:ext uri="{FF2B5EF4-FFF2-40B4-BE49-F238E27FC236}">
                <a16:creationId xmlns:a16="http://schemas.microsoft.com/office/drawing/2014/main" id="{1352C076-8712-4C5D-E1C5-1571EB4128B5}"/>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Tree>
    <p:extLst>
      <p:ext uri="{BB962C8B-B14F-4D97-AF65-F5344CB8AC3E}">
        <p14:creationId xmlns:p14="http://schemas.microsoft.com/office/powerpoint/2010/main" val="1524523333"/>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Back Cover 2">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5" name="Text Placeholder 9">
            <a:extLst>
              <a:ext uri="{FF2B5EF4-FFF2-40B4-BE49-F238E27FC236}">
                <a16:creationId xmlns:a16="http://schemas.microsoft.com/office/drawing/2014/main" id="{925BD05B-4745-E7F4-97A1-5C222CC090F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8" name="Title 1">
            <a:extLst>
              <a:ext uri="{FF2B5EF4-FFF2-40B4-BE49-F238E27FC236}">
                <a16:creationId xmlns:a16="http://schemas.microsoft.com/office/drawing/2014/main" id="{77A47E2D-BD30-C818-22DF-44FA108B4771}"/>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Freeform 5">
            <a:extLst>
              <a:ext uri="{FF2B5EF4-FFF2-40B4-BE49-F238E27FC236}">
                <a16:creationId xmlns:a16="http://schemas.microsoft.com/office/drawing/2014/main" id="{BFA9807F-AFDD-9C54-B84B-1C8AD0D832F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128206372"/>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Back Cover 3">
    <p:bg>
      <p:bgPr>
        <a:solidFill>
          <a:schemeClr val="bg2"/>
        </a:solidFill>
        <a:effectLst/>
      </p:bgPr>
    </p:bg>
    <p:spTree>
      <p:nvGrpSpPr>
        <p:cNvPr id="1" name=""/>
        <p:cNvGrpSpPr/>
        <p:nvPr/>
      </p:nvGrpSpPr>
      <p:grpSpPr>
        <a:xfrm>
          <a:off x="0" y="0"/>
          <a:ext cx="0" cy="0"/>
          <a:chOff x="0" y="0"/>
          <a:chExt cx="0" cy="0"/>
        </a:xfrm>
      </p:grpSpPr>
      <p:pic>
        <p:nvPicPr>
          <p:cNvPr id="3" name="Picture 2" descr="A blue and black background&#10;&#10;Description automatically generated">
            <a:extLst>
              <a:ext uri="{FF2B5EF4-FFF2-40B4-BE49-F238E27FC236}">
                <a16:creationId xmlns:a16="http://schemas.microsoft.com/office/drawing/2014/main" id="{0D6E9EB7-DA68-6FEF-F74F-A0D61C26CA0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hidden">
          <a:xfrm>
            <a:off x="0" y="-1"/>
            <a:ext cx="12192000" cy="6858000"/>
          </a:xfrm>
          <a:prstGeom prst="rect">
            <a:avLst/>
          </a:prstGeom>
        </p:spPr>
      </p:pic>
      <p:sp>
        <p:nvSpPr>
          <p:cNvPr id="5" name="Text Placeholder 9">
            <a:extLst>
              <a:ext uri="{FF2B5EF4-FFF2-40B4-BE49-F238E27FC236}">
                <a16:creationId xmlns:a16="http://schemas.microsoft.com/office/drawing/2014/main" id="{925BD05B-4745-E7F4-97A1-5C222CC090F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7" name="Title 1">
            <a:extLst>
              <a:ext uri="{FF2B5EF4-FFF2-40B4-BE49-F238E27FC236}">
                <a16:creationId xmlns:a16="http://schemas.microsoft.com/office/drawing/2014/main" id="{D5FBA839-3BBA-0F89-EDC8-F3651EE49BD4}"/>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Freeform 5">
            <a:extLst>
              <a:ext uri="{FF2B5EF4-FFF2-40B4-BE49-F238E27FC236}">
                <a16:creationId xmlns:a16="http://schemas.microsoft.com/office/drawing/2014/main" id="{7F77997E-75DB-B44B-A05C-1FA794457730}"/>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629317415"/>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Back Cover 4">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3" name="Text Placeholder 9">
            <a:extLst>
              <a:ext uri="{FF2B5EF4-FFF2-40B4-BE49-F238E27FC236}">
                <a16:creationId xmlns:a16="http://schemas.microsoft.com/office/drawing/2014/main" id="{2C4DFBF5-AF25-74B3-E64C-151E88405CCD}"/>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2" name="Freeform 5">
            <a:extLst>
              <a:ext uri="{FF2B5EF4-FFF2-40B4-BE49-F238E27FC236}">
                <a16:creationId xmlns:a16="http://schemas.microsoft.com/office/drawing/2014/main" id="{6FED2A2E-7E2C-170E-AC57-174283AFEB92}"/>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92008482"/>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Back Cover 5">
    <p:bg>
      <p:bgPr>
        <a:solidFill>
          <a:schemeClr val="bg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Picture Placeholder 9">
            <a:extLst>
              <a:ext uri="{FF2B5EF4-FFF2-40B4-BE49-F238E27FC236}">
                <a16:creationId xmlns:a16="http://schemas.microsoft.com/office/drawing/2014/main" id="{65CBF573-59E2-9C93-0DC3-78AAB8C05C25}"/>
              </a:ext>
            </a:extLst>
          </p:cNvPr>
          <p:cNvSpPr>
            <a:spLocks noGrp="1"/>
          </p:cNvSpPr>
          <p:nvPr>
            <p:ph type="pic" sz="quarter" idx="13" hasCustomPrompt="1"/>
          </p:nvPr>
        </p:nvSpPr>
        <p:spPr>
          <a:xfrm>
            <a:off x="8142973" y="0"/>
            <a:ext cx="2029968" cy="6167438"/>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3" name="Picture Placeholder 9">
            <a:extLst>
              <a:ext uri="{FF2B5EF4-FFF2-40B4-BE49-F238E27FC236}">
                <a16:creationId xmlns:a16="http://schemas.microsoft.com/office/drawing/2014/main" id="{611BAA65-5556-8A7C-F1DA-A7D11150A35C}"/>
              </a:ext>
            </a:extLst>
          </p:cNvPr>
          <p:cNvSpPr>
            <a:spLocks noGrp="1"/>
          </p:cNvSpPr>
          <p:nvPr>
            <p:ph type="pic" sz="quarter" idx="14" hasCustomPrompt="1"/>
          </p:nvPr>
        </p:nvSpPr>
        <p:spPr>
          <a:xfrm>
            <a:off x="10162032" y="0"/>
            <a:ext cx="2029968" cy="3984625"/>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7" name="Text Placeholder 9">
            <a:extLst>
              <a:ext uri="{FF2B5EF4-FFF2-40B4-BE49-F238E27FC236}">
                <a16:creationId xmlns:a16="http://schemas.microsoft.com/office/drawing/2014/main" id="{E60D21F8-DDF8-0ABD-B77A-99A1823A2B21}"/>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4" name="Freeform 5">
            <a:extLst>
              <a:ext uri="{FF2B5EF4-FFF2-40B4-BE49-F238E27FC236}">
                <a16:creationId xmlns:a16="http://schemas.microsoft.com/office/drawing/2014/main" id="{4CEA83F8-DF7E-5D88-4F21-FD4880BAE4FB}"/>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72884761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Back Cover 6">
    <p:bg>
      <p:bgPr>
        <a:solidFill>
          <a:schemeClr val="bg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Picture Placeholder 9">
            <a:extLst>
              <a:ext uri="{FF2B5EF4-FFF2-40B4-BE49-F238E27FC236}">
                <a16:creationId xmlns:a16="http://schemas.microsoft.com/office/drawing/2014/main" id="{65CBF573-59E2-9C93-0DC3-78AAB8C05C25}"/>
              </a:ext>
            </a:extLst>
          </p:cNvPr>
          <p:cNvSpPr>
            <a:spLocks noGrp="1"/>
          </p:cNvSpPr>
          <p:nvPr>
            <p:ph type="pic" sz="quarter" idx="13" hasCustomPrompt="1"/>
          </p:nvPr>
        </p:nvSpPr>
        <p:spPr>
          <a:xfrm>
            <a:off x="6096000" y="2425700"/>
            <a:ext cx="2029968" cy="4432300"/>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3" name="Picture Placeholder 9">
            <a:extLst>
              <a:ext uri="{FF2B5EF4-FFF2-40B4-BE49-F238E27FC236}">
                <a16:creationId xmlns:a16="http://schemas.microsoft.com/office/drawing/2014/main" id="{611BAA65-5556-8A7C-F1DA-A7D11150A35C}"/>
              </a:ext>
            </a:extLst>
          </p:cNvPr>
          <p:cNvSpPr>
            <a:spLocks noGrp="1"/>
          </p:cNvSpPr>
          <p:nvPr>
            <p:ph type="pic" sz="quarter" idx="14" hasCustomPrompt="1"/>
          </p:nvPr>
        </p:nvSpPr>
        <p:spPr>
          <a:xfrm>
            <a:off x="8125968" y="0"/>
            <a:ext cx="4066032" cy="4567237"/>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4" name="Text Placeholder 9">
            <a:extLst>
              <a:ext uri="{FF2B5EF4-FFF2-40B4-BE49-F238E27FC236}">
                <a16:creationId xmlns:a16="http://schemas.microsoft.com/office/drawing/2014/main" id="{0A81BF85-E531-3686-907C-CABBA5BF278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7" name="Freeform 5">
            <a:extLst>
              <a:ext uri="{FF2B5EF4-FFF2-40B4-BE49-F238E27FC236}">
                <a16:creationId xmlns:a16="http://schemas.microsoft.com/office/drawing/2014/main" id="{4D067683-A753-EBE2-7800-5D3A848080CB}"/>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484127633"/>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Disclaimer">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E376998-4040-9761-674E-D9535BFB68B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B98ADA5-8554-9765-F77A-EDEF8AC9DCA3}"/>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2" name="TextBox 11">
            <a:extLst>
              <a:ext uri="{FF2B5EF4-FFF2-40B4-BE49-F238E27FC236}">
                <a16:creationId xmlns:a16="http://schemas.microsoft.com/office/drawing/2014/main" id="{3E8F0C73-A398-6456-DB05-CBC41E2EBB3E}"/>
              </a:ext>
            </a:extLst>
          </p:cNvPr>
          <p:cNvSpPr txBox="1"/>
          <p:nvPr/>
        </p:nvSpPr>
        <p:spPr>
          <a:xfrm>
            <a:off x="548639" y="552450"/>
            <a:ext cx="11089323" cy="5626363"/>
          </a:xfrm>
          <a:prstGeom prst="rect">
            <a:avLst/>
          </a:prstGeom>
          <a:noFill/>
        </p:spPr>
        <p:txBody>
          <a:bodyPr wrap="square" lIns="0" tIns="0" rIns="0" bIns="0" numCol="2" spcCol="182880">
            <a:noAutofit/>
          </a:bodyPr>
          <a:lstStyle/>
          <a:p>
            <a:pPr>
              <a:lnSpc>
                <a:spcPct val="95000"/>
              </a:lnSpc>
              <a:spcAft>
                <a:spcPts val="400"/>
              </a:spcAft>
            </a:pPr>
            <a:r>
              <a:rPr lang="en-US" sz="740">
                <a:effectLst/>
                <a:latin typeface="+mn-lt"/>
                <a:ea typeface="Calibri" panose="020F0502020204030204" pitchFamily="34" charset="0"/>
                <a:cs typeface="Calibri" panose="020F0502020204030204" pitchFamily="34" charset="0"/>
              </a:rPr>
              <a:t>© 2025</a:t>
            </a:r>
            <a:r>
              <a:rPr lang="en-US" sz="740">
                <a:solidFill>
                  <a:srgbClr val="FF0000"/>
                </a:solidFill>
                <a:effectLst/>
                <a:latin typeface="+mn-lt"/>
                <a:ea typeface="Calibri" panose="020F0502020204030204" pitchFamily="34" charset="0"/>
                <a:cs typeface="Calibri" panose="020F0502020204030204" pitchFamily="34" charset="0"/>
              </a:rPr>
              <a:t> </a:t>
            </a:r>
            <a:r>
              <a:rPr lang="en-US" sz="740">
                <a:effectLst/>
                <a:latin typeface="+mn-lt"/>
                <a:ea typeface="Calibri" panose="020F0502020204030204" pitchFamily="34" charset="0"/>
                <a:cs typeface="Calibri" panose="020F0502020204030204" pitchFamily="34" charset="0"/>
              </a:rPr>
              <a:t>Moody’s Corporation, Moody’s Investors Service, Inc., Moody’s Analytics, Inc. and/or their licensors and affiliates (collectively, “MOODY’S”). All rights reserved.</a:t>
            </a:r>
            <a:endParaRPr lang="en-CR" sz="740">
              <a:effectLst/>
              <a:latin typeface="+mn-lt"/>
              <a:ea typeface="Calibri" panose="020F0502020204030204" pitchFamily="34" charset="0"/>
              <a:cs typeface="Calibri" panose="020F0502020204030204" pitchFamily="34" charset="0"/>
            </a:endParaRPr>
          </a:p>
          <a:p>
            <a:pPr marL="9525" marR="142240" indent="0">
              <a:tabLst/>
            </a:pPr>
            <a:r>
              <a:rPr lang="en-US" sz="740" u="none" strike="noStrike">
                <a:effectLst/>
                <a:latin typeface="+mn-lt"/>
                <a:ea typeface="DengXian" panose="02010600030101010101" pitchFamily="2" charset="-122"/>
              </a:rPr>
              <a:t>CREDIT RATINGS ISSUED BY MOODY'S CREDIT RATINGS AFFILIATES ARE THEIR CURRENT OPINIONS OF THE RELATIVE FUTURE CREDIT RISK OF ENTITIES, CREDIT COMMITMENTS, OR DEBT OR DEBT-LIKE SECURITIES, AND MATERIALS, PRODUCTS, SERVICES AND INFORMATION PUBLISHED OR OTHERWISE MADE AVAILABLE BY MOODY’S (COLLECTIVELY, “MATERIALS”) MAY INCLUDE SUCH CURRENT OPINIONS. MOODY’S DEFINES CREDIT RISK AS THE RISK THAT AN ENTITY MAY NOT MEET ITS CONTRACTUAL FINANCIAL OBLIGATIONS AS THEY COME DUE AND ANY ESTIMATED FINANCIAL LOSS IN THE EVENT OF DEFAULT OR IMPAIRMENT. SEE APPLICABLE MOODY’S RATING SYMBOLS AND DEFINITIONS PUBLICATION FOR INFORMATION ON THE TYPES OF CONTRACTUAL FINANCIAL OBLIGATIONS ADDRESSED BY MOODY’S CREDIT RATINGS. CREDIT RATINGS DO NOT ADDRESS ANY OTHER RISK, INCLUDING BUT NOT LIMITED TO: LIQUIDITY RISK, MARKET VALUE RISK, OR PRICE VOLATILITY. CREDIT RATINGS, NON-CREDIT ASSESSMENTS (“ASSESSMENTS”), AND OTHER OPINIONS INCLUDED IN MOODY’S MATERIALS ARE NOT STATEMENTS OF CURRENT OR HISTORICAL FACT. MOODY’S MATERIALS MAY ALSO INCLUDE QUANTITATIVE MODEL-BASED ESTIMATES OF CREDIT RISK AND RELATED OPINIONS OR COMMENTARY PUBLISHED BY MOODY’S ANALYTICS, INC. AND/OR ITS AFFILIATES. MOODY’S CREDIT RATINGS, ASSESSMENTS, OTHER OPINIONS AND MATERIALS DO NOT CONSTITUTE OR PROVIDE INVESTMENT OR FINANCIAL ADVICE, AND MOODY’S CREDIT RATINGS, ASSESSMENTS, OTHER OPINIONS AND MATERIALS ARE NOT AND DO NOT PROVIDE RECOMMENDATIONS TO PURCHASE, SELL, OR HOLD PARTICULAR SECURITIES. MOODY’S CREDIT RATINGS, ASSESSMENTS, OTHER OPINIONS AND MATERIALS DO NOT COMMENT ON THE SUITABILITY OF AN INVESTMENT FOR ANY PARTICULAR INVESTOR. MOODY’S ISSUES ITS CREDIT RATINGS, ASSESSMENTS AND OTHER OPINIONS AND PUBLISHES OR OTHERWISE MAKES AVAILABLE ITS MATERIALS WITH THE EXPECTATION AND UNDERSTANDING THAT EACH INVESTOR WILL, WITH DUE CARE, MAKE ITS OWN STUDY AND EVALUATION OF EACH SECURITY THAT IS UNDER CONSIDERATION FOR PURCHASE, HOLDING, OR SALE. </a:t>
            </a:r>
            <a:endParaRPr lang="en-CR" sz="740" u="none" strike="noStrike">
              <a:effectLst/>
              <a:latin typeface="+mn-lt"/>
              <a:ea typeface="DengXian" panose="02010600030101010101" pitchFamily="2" charset="-122"/>
              <a:cs typeface="Calibri" panose="020F0502020204030204" pitchFamily="34" charset="0"/>
            </a:endParaRPr>
          </a:p>
          <a:p>
            <a:pPr marL="9525" marR="142240" indent="0">
              <a:tabLst/>
            </a:pPr>
            <a:endParaRPr lang="en-CR" sz="740" u="none" strike="noStrike">
              <a:effectLst/>
              <a:latin typeface="+mn-lt"/>
              <a:ea typeface="DengXian" panose="02010600030101010101" pitchFamily="2" charset="-122"/>
              <a:cs typeface="Calibri" panose="020F0502020204030204" pitchFamily="34" charset="0"/>
            </a:endParaRPr>
          </a:p>
          <a:p>
            <a:pPr marL="9525" marR="142240" indent="0">
              <a:tabLst/>
            </a:pPr>
            <a:r>
              <a:rPr lang="en-US" sz="740">
                <a:effectLst/>
                <a:latin typeface="+mn-lt"/>
                <a:ea typeface="Calibri" panose="020F0502020204030204" pitchFamily="34" charset="0"/>
                <a:cs typeface="Calibri" panose="020F0502020204030204" pitchFamily="34" charset="0"/>
              </a:rPr>
              <a:t>MOODY’S CREDIT RATINGS</a:t>
            </a:r>
            <a:r>
              <a:rPr lang="en-US" sz="740" b="1">
                <a:effectLst/>
                <a:latin typeface="+mn-lt"/>
                <a:ea typeface="Calibri" panose="020F0502020204030204" pitchFamily="34" charset="0"/>
                <a:cs typeface="Calibri" panose="020F0502020204030204" pitchFamily="34" charset="0"/>
              </a:rPr>
              <a:t>, </a:t>
            </a:r>
            <a:r>
              <a:rPr lang="en-US" sz="740">
                <a:effectLst/>
                <a:latin typeface="+mn-lt"/>
                <a:ea typeface="Calibri" panose="020F0502020204030204" pitchFamily="34" charset="0"/>
                <a:cs typeface="Calibri" panose="020F0502020204030204" pitchFamily="34" charset="0"/>
              </a:rPr>
              <a:t>ASSESSMENTS, OTHER OPINIONS, AND MATERIALS ARE NOT INTENDED FOR USE BY RETAIL INVESTORS AND IT WOULD BE RECKLESS AND INAPPROPRIATE FOR RETAIL INVESTORS TO USE MOODY’S CREDIT RATINGS, ASSESSMENTS, OTHER OPINIONS OR MATERIALS WHEN MAKING AN INVESTMENT DECISION. IF IN DOUBT YOU SHOULD CONTACT YOUR FINANCIAL OR OTHER PROFESSIONAL ADVISER.</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ALL INFORMATION CONTAINED HEREIN IS PROTECTED BY LAW, INCLUDING BUT NOT LIMITED TO, COPYRIGHT LAW, AND NONE OF SUCH INFORMATION MAY BE COPIED OR OTHERWISE REPRODUCED, REPACKAGED, FURTHER TRANSMITTED, TRANSFERRED, DISSEMINATED, REDISTRIBUTED OR RESOLD, OR STORED FOR SUBSEQUENT USE FOR ANY SUCH PURPOSE, IN WHOLE OR IN PART, IN ANY FORM OR MANNER OR BY ANY MEANS WHATSOEVER, BY ANY PERSON WITHOUT MOODY’S PRIOR WRITTEN CONSENT.  FOR CLARITY, NO INFORMATION CONTAINED HEREIN MAY BE USED TO DEVELOP, IMPROVE, TRAIN OR RETRAIN ANY SOFTWARE PROGRAM OR DATABASE, INCLUDING, BUT NOT LIMITED TO, FOR ANY ARTIFICIAL INTELLIGENCE, MACHINE LEARNING OR NATURAL LANGUAGE PROCESSING SOFTWARE, ALGORITHM, METHODOLOGY AND/OR MODEL.  </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MOODY’S CREDIT RATINGS</a:t>
            </a:r>
            <a:r>
              <a:rPr lang="en-US" sz="740" b="1">
                <a:effectLst/>
                <a:latin typeface="+mn-lt"/>
                <a:ea typeface="Calibri" panose="020F0502020204030204" pitchFamily="34" charset="0"/>
                <a:cs typeface="Calibri" panose="020F0502020204030204" pitchFamily="34" charset="0"/>
              </a:rPr>
              <a:t>, </a:t>
            </a:r>
            <a:r>
              <a:rPr lang="en-US" sz="740">
                <a:effectLst/>
                <a:latin typeface="+mn-lt"/>
                <a:ea typeface="Calibri" panose="020F0502020204030204" pitchFamily="34" charset="0"/>
                <a:cs typeface="Calibri" panose="020F0502020204030204" pitchFamily="34" charset="0"/>
              </a:rPr>
              <a:t>ASSESSMENTS, OTHER OPINIONS AND MATERIALS ARE NOT INTENDED FOR USE BY ANY PERSON AS A BENCHMARK AS THAT TERM IS DEFINED FOR REGULATORY PURPOSES AND MUST NOT BE USED IN ANY WAY THAT COULD RESULT IN THEM BEING CONSIDERED A BENCHMARK.</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All information contained herein is obtained by MOODY’S from sources believed by it to be accurate and reliable. Because of the possibility of human or mechanical error as well as other factors, however, all information contained herein is provided “AS IS” without warranty of any kind. MOODY'S adopts all necessary measures so that the information it uses in assigning a credit rating is of sufficient quality and from sources MOODY'S considers to be reliable including, when appropriate, independent third-party sources. However, MOODY’S is not an auditor and cannot in every instance independently verify or validate information received in the credit rating process or in preparing its Materials. </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To the extent permitted by law, MOODY’S and its directors, officers, employees, agents, representatives, licensors and suppliers disclaim liability to any person or entity for any indirect, special, consequential, or incidental losses or damages whatsoever arising from or in connection with the information contained herein or the use of or inability to use any such information, even if MOODY’S or any of its directors, officers, employees, agents, representatives, licensors or suppliers is advised in advance of the possibility of such losses or damages, including but not limited to: (a) any loss of present or prospective profits or (b) any loss or damage arising where the relevant financial instrument is not the subject of a particular credit rating assigned by MOODY’S.</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To the extent permitted by law, MOODY’S and its directors, officers, employees, agents, representatives, licensors and suppliers disclaim liability for any direct or compensatory losses or damages caused to any person or entity, including but not limited to by any negligence (but excluding fraud, willful misconduct or any other type of liability that, for the avoidance of doubt, by law cannot be excluded) on the part of, or any contingency within or beyond the control of, MOODY’S or any of its directors, officers, employees, agents, representatives, licensors or suppliers, arising from or in connection with the information contained herein or the use of or inability to use any such information.</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NO WARRANTY, EXPRESS OR IMPLIED, AS TO THE ACCURACY, TIMELINESS, COMPLETENESS, MERCHANTABILITY OR FITNESS FOR ANY PARTICULAR PURPOSE OF ANY CREDIT RATING, ASSESSMENT, OTHER OPINION OR INFORMATION IS GIVEN OR MADE BY MOODY’S IN ANY FORM OR MANNER WHATSOEVER.</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Moody’s Investors Service, Inc., a wholly-owned credit rating agency subsidiary of Moody’s Corporation (“MCO”), hereby discloses that most issuers of debt securities (including corporate and municipal bonds, debentures, notes and commercial paper) and preferred stock rated by Moody’s Investors Service, Inc. have, prior to assignment of any credit rating, agreed to pay Moody’s Investors Service, Inc. for credit ratings opinions and services rendered by it. MCO and all MCO entities that issue ratings under the “Moody’s Ratings” brand name (“Moody’s Ratings”), also maintain policies and procedures to address the independence of Moody’s Ratings’ credit ratings and credit rating processes. Information regarding certain affiliations that may exist between directors of MCO and rated entities, and between entities who hold credit ratings from Moody’s Investors Service, Inc. and have also publicly reported to the SEC an ownership interest in MCO of more than 5%, is posted annually at </a:t>
            </a:r>
            <a:r>
              <a:rPr lang="en-US" sz="740" err="1">
                <a:effectLst/>
                <a:latin typeface="+mn-lt"/>
                <a:ea typeface="Calibri" panose="020F0502020204030204" pitchFamily="34" charset="0"/>
                <a:cs typeface="Calibri" panose="020F0502020204030204" pitchFamily="34" charset="0"/>
              </a:rPr>
              <a:t>ir.moodys.com</a:t>
            </a:r>
            <a:r>
              <a:rPr lang="en-US" sz="740">
                <a:effectLst/>
                <a:latin typeface="+mn-lt"/>
                <a:ea typeface="Calibri" panose="020F0502020204030204" pitchFamily="34" charset="0"/>
                <a:cs typeface="Calibri" panose="020F0502020204030204" pitchFamily="34" charset="0"/>
              </a:rPr>
              <a:t> under the heading “Investor Relations — Corporate Governance — Charter and Governance Documents - Director and Shareholder Affiliation Policy.”</a:t>
            </a:r>
            <a:r>
              <a:rPr lang="en-US" sz="740">
                <a:solidFill>
                  <a:srgbClr val="1F497D"/>
                </a:solidFill>
                <a:effectLst/>
                <a:latin typeface="+mn-lt"/>
                <a:ea typeface="Calibri" panose="020F0502020204030204" pitchFamily="34" charset="0"/>
                <a:cs typeface="Calibri" panose="020F0502020204030204" pitchFamily="34" charset="0"/>
              </a:rPr>
              <a:t>  </a:t>
            </a:r>
            <a:endParaRPr lang="en-CR" sz="740">
              <a:effectLst/>
              <a:latin typeface="+mn-lt"/>
              <a:ea typeface="Calibri" panose="020F0502020204030204" pitchFamily="34" charset="0"/>
            </a:endParaRPr>
          </a:p>
          <a:p>
            <a:r>
              <a:rPr lang="en-US" sz="740">
                <a:effectLst/>
                <a:latin typeface="+mn-lt"/>
                <a:ea typeface="Calibri" panose="020F0502020204030204" pitchFamily="34" charset="0"/>
              </a:rPr>
              <a:t>Moody's SF Japan K.K., Moody's Local AR </a:t>
            </a:r>
            <a:r>
              <a:rPr lang="en-US" sz="740" err="1">
                <a:effectLst/>
                <a:latin typeface="+mn-lt"/>
                <a:ea typeface="Calibri" panose="020F0502020204030204" pitchFamily="34" charset="0"/>
              </a:rPr>
              <a:t>Agente</a:t>
            </a:r>
            <a:r>
              <a:rPr lang="en-US" sz="740">
                <a:effectLst/>
                <a:latin typeface="+mn-lt"/>
                <a:ea typeface="Calibri" panose="020F0502020204030204" pitchFamily="34" charset="0"/>
              </a:rPr>
              <a:t> de </a:t>
            </a:r>
            <a:r>
              <a:rPr lang="en-US" sz="740" err="1">
                <a:effectLst/>
                <a:latin typeface="+mn-lt"/>
                <a:ea typeface="Calibri" panose="020F0502020204030204" pitchFamily="34" charset="0"/>
              </a:rPr>
              <a:t>Calificación</a:t>
            </a:r>
            <a:r>
              <a:rPr lang="en-US" sz="740">
                <a:effectLst/>
                <a:latin typeface="+mn-lt"/>
                <a:ea typeface="Calibri" panose="020F0502020204030204" pitchFamily="34" charset="0"/>
              </a:rPr>
              <a:t> de </a:t>
            </a:r>
            <a:r>
              <a:rPr lang="en-US" sz="740" err="1">
                <a:effectLst/>
                <a:latin typeface="+mn-lt"/>
                <a:ea typeface="Calibri" panose="020F0502020204030204" pitchFamily="34" charset="0"/>
              </a:rPr>
              <a:t>Riesgo</a:t>
            </a:r>
            <a:r>
              <a:rPr lang="en-US" sz="740">
                <a:effectLst/>
                <a:latin typeface="+mn-lt"/>
                <a:ea typeface="Calibri" panose="020F0502020204030204" pitchFamily="34" charset="0"/>
              </a:rPr>
              <a:t> S.A., Moody’s Local BR </a:t>
            </a:r>
            <a:r>
              <a:rPr lang="en-US" sz="740" err="1">
                <a:effectLst/>
                <a:latin typeface="+mn-lt"/>
                <a:ea typeface="Calibri" panose="020F0502020204030204" pitchFamily="34" charset="0"/>
              </a:rPr>
              <a:t>Agência</a:t>
            </a:r>
            <a:r>
              <a:rPr lang="en-US" sz="740">
                <a:effectLst/>
                <a:latin typeface="+mn-lt"/>
                <a:ea typeface="Calibri" panose="020F0502020204030204" pitchFamily="34" charset="0"/>
              </a:rPr>
              <a:t> de </a:t>
            </a:r>
            <a:r>
              <a:rPr lang="en-US" sz="740" err="1">
                <a:effectLst/>
                <a:latin typeface="+mn-lt"/>
                <a:ea typeface="Calibri" panose="020F0502020204030204" pitchFamily="34" charset="0"/>
              </a:rPr>
              <a:t>Classificação</a:t>
            </a:r>
            <a:r>
              <a:rPr lang="en-US" sz="740">
                <a:effectLst/>
                <a:latin typeface="+mn-lt"/>
                <a:ea typeface="Calibri" panose="020F0502020204030204" pitchFamily="34" charset="0"/>
              </a:rPr>
              <a:t> de Risco LTDA, Moody’s Local MX S.A. de C.V, I.C.V., Moody's Local PE </a:t>
            </a:r>
            <a:r>
              <a:rPr lang="en-US" sz="740" err="1">
                <a:effectLst/>
                <a:latin typeface="+mn-lt"/>
                <a:ea typeface="Calibri" panose="020F0502020204030204" pitchFamily="34" charset="0"/>
              </a:rPr>
              <a:t>Clasificadora</a:t>
            </a:r>
            <a:r>
              <a:rPr lang="en-US" sz="740">
                <a:effectLst/>
                <a:latin typeface="+mn-lt"/>
                <a:ea typeface="Calibri" panose="020F0502020204030204" pitchFamily="34" charset="0"/>
              </a:rPr>
              <a:t> de </a:t>
            </a:r>
            <a:r>
              <a:rPr lang="en-US" sz="740" err="1">
                <a:effectLst/>
                <a:latin typeface="+mn-lt"/>
                <a:ea typeface="Calibri" panose="020F0502020204030204" pitchFamily="34" charset="0"/>
              </a:rPr>
              <a:t>Riesgo</a:t>
            </a:r>
            <a:r>
              <a:rPr lang="en-US" sz="740">
                <a:effectLst/>
                <a:latin typeface="+mn-lt"/>
                <a:ea typeface="Calibri" panose="020F0502020204030204" pitchFamily="34" charset="0"/>
              </a:rPr>
              <a:t> S.A., and Moody's Local PA </a:t>
            </a:r>
            <a:r>
              <a:rPr lang="en-US" sz="740" err="1">
                <a:effectLst/>
                <a:latin typeface="+mn-lt"/>
                <a:ea typeface="Calibri" panose="020F0502020204030204" pitchFamily="34" charset="0"/>
              </a:rPr>
              <a:t>Calificadora</a:t>
            </a:r>
            <a:r>
              <a:rPr lang="en-US" sz="740">
                <a:effectLst/>
                <a:latin typeface="+mn-lt"/>
                <a:ea typeface="Calibri" panose="020F0502020204030204" pitchFamily="34" charset="0"/>
              </a:rPr>
              <a:t> de </a:t>
            </a:r>
            <a:r>
              <a:rPr lang="en-US" sz="740" err="1">
                <a:effectLst/>
                <a:latin typeface="+mn-lt"/>
                <a:ea typeface="Calibri" panose="020F0502020204030204" pitchFamily="34" charset="0"/>
              </a:rPr>
              <a:t>Riesgo</a:t>
            </a:r>
            <a:r>
              <a:rPr lang="en-US" sz="740">
                <a:effectLst/>
                <a:latin typeface="+mn-lt"/>
                <a:ea typeface="Calibri" panose="020F0502020204030204" pitchFamily="34" charset="0"/>
              </a:rPr>
              <a:t> S.A. (collectively, the “Moody’s Non-NRSRO CRAs”) are all indirectly wholly-owned credit rating agency subsidiaries of MCO. None of the Moody’s Non-NRSRO CRAs is a Nationally Recognized Statistical Rating Organization.</a:t>
            </a:r>
            <a:br>
              <a:rPr lang="en-CR" sz="740">
                <a:effectLst/>
                <a:latin typeface="+mn-lt"/>
                <a:ea typeface="Calibri" panose="020F0502020204030204" pitchFamily="34" charset="0"/>
                <a:cs typeface="+mn-cs"/>
              </a:rPr>
            </a:b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Additional terms for Australia only: Any publication into Australia of this document is pursuant to the Australian Financial Services License of MOODY’S affiliate, Moody’s Investors Service Pty Limited ABN 61 003 399 657AFSL 336969 and/or Moody’s Analytics Australia Pty Ltd ABN 94 105 136 972 AFSL 383569 (as applicable). This document is intended to be provided only to “wholesale clients” within the meaning of section 761G of the Corporations Act 2001. By continuing to access this document from within Australia, you represent to MOODY’S that you are, or are accessing the document as a representative of, a “wholesale client” and that neither you nor the entity you represent will directly or indirectly disseminate this document or its contents to “retail clients” within the meaning of section 761G of the Corporations Act 2001. MOODY’S credit rating is an opinion as to the creditworthiness of a debt obligation of the issuer, not on the equity securities of the issuer or any form of security that is available to retail investors.</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Additional terms for India only:  Moody’s credit ratings, Assessments, other opinions and Materials are not intended to be and shall not be relied upon or used by any users located in India in relation to securities listed or proposed to be listed on Indian stock exchanges. </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Additional terms with respect to Second Party Opinions and Net Zero Assessments (as defined in Moody’s Ratings Rating Symbols and Definitions): Please note that neither a Second Party Opinion (“SPO”) nor a Net Zero Assessment (“NZA”) is a “credit rating”. The issuance of SPOs and NZAs is not a regulated activity in many jurisdictions, including Singapore. JAPAN: In Japan, development and provision of SPOs and NZAs fall under the category of “Ancillary Businesses”, not “Credit Rating Business”, and are not subject to the regulations applicable to “Credit Rating Business” under the Financial Instruments and Exchange Act of Japan and its relevant regulation. PRC: Any SPO: (1) does not constitute a PRC Green Bond Assessment as defined under any relevant PRC laws or regulations; (2) cannot be included in any registration statement, offering circular, prospectus or any other documents submitted to the PRC regulatory authorities or otherwise used to satisfy any PRC regulatory disclosure requirement; and (3) cannot be used within the PRC for any regulatory purpose or for any other purpose which is not permitted under relevant PRC laws or regulations. For the purposes of this disclaimer, “PRC” refers to the mainland of the People’s Republic of China, excluding Hong Kong, Macau and Taiwan.</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 </a:t>
            </a:r>
            <a:endParaRPr lang="en-CR" sz="740">
              <a:effectLst/>
              <a:latin typeface="+mn-lt"/>
              <a:ea typeface="Calibri" panose="020F0502020204030204" pitchFamily="34" charset="0"/>
              <a:cs typeface="Calibri" panose="020F0502020204030204" pitchFamily="34" charset="0"/>
            </a:endParaRPr>
          </a:p>
        </p:txBody>
      </p:sp>
      <p:sp>
        <p:nvSpPr>
          <p:cNvPr id="3" name="Freeform 5">
            <a:extLst>
              <a:ext uri="{FF2B5EF4-FFF2-40B4-BE49-F238E27FC236}">
                <a16:creationId xmlns:a16="http://schemas.microsoft.com/office/drawing/2014/main" id="{F1F6E4C1-C039-2676-3506-F084F00FD8D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74008354"/>
      </p:ext>
    </p:extLst>
  </p:cSld>
  <p:clrMapOvr>
    <a:masterClrMapping/>
  </p:clrMapOvr>
  <p:hf sldNum="0"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2 Column, Photo">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p:nvPr>
        </p:nvSpPr>
        <p:spPr>
          <a:xfrm>
            <a:off x="6191886" y="0"/>
            <a:ext cx="6000113" cy="6858000"/>
          </a:xfrm>
          <a:solidFill>
            <a:schemeClr val="bg1">
              <a:lumMod val="65000"/>
            </a:schemeClr>
          </a:solidFill>
        </p:spPr>
        <p:txBody>
          <a:bodyPr anchor="ctr"/>
          <a:lstStyle>
            <a:lvl1pPr algn="ctr">
              <a:defRPr>
                <a:solidFill>
                  <a:schemeClr val="bg1"/>
                </a:solidFill>
              </a:defRPr>
            </a:lvl1pPr>
          </a:lstStyle>
          <a:p>
            <a:r>
              <a:rPr lang="en-US"/>
              <a:t>Click icon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5" name="Title 4">
            <a:extLst>
              <a:ext uri="{FF2B5EF4-FFF2-40B4-BE49-F238E27FC236}">
                <a16:creationId xmlns:a16="http://schemas.microsoft.com/office/drawing/2014/main" id="{37E1B056-6E37-0195-3E1E-328A2FEFCC8B}"/>
              </a:ext>
            </a:extLst>
          </p:cNvPr>
          <p:cNvSpPr>
            <a:spLocks noGrp="1"/>
          </p:cNvSpPr>
          <p:nvPr>
            <p:ph type="title"/>
          </p:nvPr>
        </p:nvSpPr>
        <p:spPr>
          <a:xfrm>
            <a:off x="546101" y="552450"/>
            <a:ext cx="5445124" cy="434975"/>
          </a:xfrm>
        </p:spPr>
        <p:txBody>
          <a:bodyPr/>
          <a:lstStyle/>
          <a:p>
            <a:r>
              <a:rPr lang="en-US"/>
              <a:t>Click to edit Master title style</a:t>
            </a:r>
          </a:p>
        </p:txBody>
      </p:sp>
      <p:sp>
        <p:nvSpPr>
          <p:cNvPr id="4" name="Freeform 5">
            <a:extLst>
              <a:ext uri="{FF2B5EF4-FFF2-40B4-BE49-F238E27FC236}">
                <a16:creationId xmlns:a16="http://schemas.microsoft.com/office/drawing/2014/main" id="{90FFE920-B320-B303-4558-0F631F476859}"/>
              </a:ext>
            </a:extLst>
          </p:cNvPr>
          <p:cNvSpPr/>
          <p:nvPr/>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5" name="Text Placeholder 11">
            <a:extLst>
              <a:ext uri="{FF2B5EF4-FFF2-40B4-BE49-F238E27FC236}">
                <a16:creationId xmlns:a16="http://schemas.microsoft.com/office/drawing/2014/main" id="{5E92B4B8-6955-9D30-1BC3-A16EF74E8AD5}"/>
              </a:ext>
            </a:extLst>
          </p:cNvPr>
          <p:cNvSpPr>
            <a:spLocks noGrp="1"/>
          </p:cNvSpPr>
          <p:nvPr>
            <p:ph type="body" sz="quarter" idx="18"/>
          </p:nvPr>
        </p:nvSpPr>
        <p:spPr>
          <a:xfrm>
            <a:off x="546100" y="1127125"/>
            <a:ext cx="5445125"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AA9F4984-857B-C872-E78B-8D7B49A19FCB}"/>
              </a:ext>
            </a:extLst>
          </p:cNvPr>
          <p:cNvSpPr>
            <a:spLocks noGrp="1"/>
          </p:cNvSpPr>
          <p:nvPr>
            <p:ph type="body" sz="quarter" idx="19" hasCustomPrompt="1"/>
          </p:nvPr>
        </p:nvSpPr>
        <p:spPr>
          <a:xfrm>
            <a:off x="546100" y="6019800"/>
            <a:ext cx="5445125"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17" name="Content Placeholder 25">
            <a:extLst>
              <a:ext uri="{FF2B5EF4-FFF2-40B4-BE49-F238E27FC236}">
                <a16:creationId xmlns:a16="http://schemas.microsoft.com/office/drawing/2014/main" id="{5C8016BC-6435-33AA-70C0-6D27BA55395C}"/>
              </a:ext>
            </a:extLst>
          </p:cNvPr>
          <p:cNvSpPr>
            <a:spLocks noGrp="1"/>
          </p:cNvSpPr>
          <p:nvPr>
            <p:ph sz="quarter" idx="23"/>
          </p:nvPr>
        </p:nvSpPr>
        <p:spPr>
          <a:xfrm>
            <a:off x="546100" y="1849438"/>
            <a:ext cx="5445125"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31887360"/>
      </p:ext>
    </p:extLst>
  </p:cSld>
  <p:clrMapOvr>
    <a:masterClrMapping/>
  </p:clrMapOvr>
  <p:hf sldNum="0"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ack Cover 2">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5" name="Text Placeholder 9">
            <a:extLst>
              <a:ext uri="{FF2B5EF4-FFF2-40B4-BE49-F238E27FC236}">
                <a16:creationId xmlns:a16="http://schemas.microsoft.com/office/drawing/2014/main" id="{925BD05B-4745-E7F4-97A1-5C222CC090F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8" name="Title 1">
            <a:extLst>
              <a:ext uri="{FF2B5EF4-FFF2-40B4-BE49-F238E27FC236}">
                <a16:creationId xmlns:a16="http://schemas.microsoft.com/office/drawing/2014/main" id="{77A47E2D-BD30-C818-22DF-44FA108B4771}"/>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Freeform 5">
            <a:extLst>
              <a:ext uri="{FF2B5EF4-FFF2-40B4-BE49-F238E27FC236}">
                <a16:creationId xmlns:a16="http://schemas.microsoft.com/office/drawing/2014/main" id="{BFA9807F-AFDD-9C54-B84B-1C8AD0D832F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364025283"/>
      </p:ext>
    </p:extLst>
  </p:cSld>
  <p:clrMapOvr>
    <a:overrideClrMapping bg1="dk1" tx1="lt1" bg2="dk2" tx2="lt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Executive Summary/Key Takeaways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5" name="Text Placeholder 5">
            <a:extLst>
              <a:ext uri="{FF2B5EF4-FFF2-40B4-BE49-F238E27FC236}">
                <a16:creationId xmlns:a16="http://schemas.microsoft.com/office/drawing/2014/main" id="{F220F211-F00A-3592-8474-A66D511E950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8" name="Content Placeholder 14">
            <a:extLst>
              <a:ext uri="{FF2B5EF4-FFF2-40B4-BE49-F238E27FC236}">
                <a16:creationId xmlns:a16="http://schemas.microsoft.com/office/drawing/2014/main" id="{F09DC10E-18F7-F606-AA7D-1F193D692076}"/>
              </a:ext>
            </a:extLst>
          </p:cNvPr>
          <p:cNvSpPr>
            <a:spLocks noGrp="1"/>
          </p:cNvSpPr>
          <p:nvPr>
            <p:ph sz="quarter" idx="18"/>
          </p:nvPr>
        </p:nvSpPr>
        <p:spPr>
          <a:xfrm>
            <a:off x="4794909" y="550862"/>
            <a:ext cx="6843053" cy="5616576"/>
          </a:xfrm>
        </p:spPr>
        <p:txBody>
          <a:bodyPr/>
          <a:lstStyle>
            <a:lvl1pPr>
              <a:defRPr sz="1800" b="1">
                <a:solidFill>
                  <a:schemeClr val="tx2"/>
                </a:solidFill>
              </a:defRPr>
            </a:lvl1pPr>
            <a:lvl5pPr>
              <a:defRPr/>
            </a:lvl5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5675E2C-12F0-6E54-DD61-08CD2AF33EB6}"/>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7" name="Title 6">
            <a:extLst>
              <a:ext uri="{FF2B5EF4-FFF2-40B4-BE49-F238E27FC236}">
                <a16:creationId xmlns:a16="http://schemas.microsoft.com/office/drawing/2014/main" id="{C229B0EB-DA23-CA0E-CBCD-C8E9F08B8E8F}"/>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2" name="Freeform 5">
            <a:extLst>
              <a:ext uri="{FF2B5EF4-FFF2-40B4-BE49-F238E27FC236}">
                <a16:creationId xmlns:a16="http://schemas.microsoft.com/office/drawing/2014/main" id="{234D3584-418D-3148-61FA-2D069CDDE2EA}"/>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55058858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Executive Summary/Key Takeaways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5" name="Text Placeholder 5">
            <a:extLst>
              <a:ext uri="{FF2B5EF4-FFF2-40B4-BE49-F238E27FC236}">
                <a16:creationId xmlns:a16="http://schemas.microsoft.com/office/drawing/2014/main" id="{52482AC7-FB54-E014-C3C0-45AEDF0A6AF6}"/>
              </a:ext>
            </a:extLst>
          </p:cNvPr>
          <p:cNvSpPr>
            <a:spLocks noGrp="1"/>
          </p:cNvSpPr>
          <p:nvPr>
            <p:ph type="body" sz="quarter" idx="13" hasCustomPrompt="1"/>
          </p:nvPr>
        </p:nvSpPr>
        <p:spPr>
          <a:xfrm>
            <a:off x="546102"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5"/>
            <a:r>
              <a:rPr lang="en-US"/>
              <a:t>Click to add footnotes or disclaimer information</a:t>
            </a:r>
          </a:p>
        </p:txBody>
      </p:sp>
      <p:sp>
        <p:nvSpPr>
          <p:cNvPr id="8" name="Content Placeholder 14">
            <a:extLst>
              <a:ext uri="{FF2B5EF4-FFF2-40B4-BE49-F238E27FC236}">
                <a16:creationId xmlns:a16="http://schemas.microsoft.com/office/drawing/2014/main" id="{236722AC-0E89-9D63-9FAE-23FD3FEFCEE5}"/>
              </a:ext>
            </a:extLst>
          </p:cNvPr>
          <p:cNvSpPr>
            <a:spLocks noGrp="1"/>
          </p:cNvSpPr>
          <p:nvPr>
            <p:ph sz="quarter" idx="19"/>
          </p:nvPr>
        </p:nvSpPr>
        <p:spPr>
          <a:xfrm>
            <a:off x="4794909" y="2714625"/>
            <a:ext cx="6843053" cy="3452813"/>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4">
            <a:extLst>
              <a:ext uri="{FF2B5EF4-FFF2-40B4-BE49-F238E27FC236}">
                <a16:creationId xmlns:a16="http://schemas.microsoft.com/office/drawing/2014/main" id="{A30EF87B-5A48-3E5D-B7D1-5EC1FEC7DE51}"/>
              </a:ext>
            </a:extLst>
          </p:cNvPr>
          <p:cNvSpPr>
            <a:spLocks noGrp="1"/>
          </p:cNvSpPr>
          <p:nvPr>
            <p:ph sz="quarter" idx="20"/>
          </p:nvPr>
        </p:nvSpPr>
        <p:spPr>
          <a:xfrm>
            <a:off x="4060556" y="0"/>
            <a:ext cx="8131443" cy="2425700"/>
          </a:xfrm>
          <a:solidFill>
            <a:schemeClr val="accent1"/>
          </a:solidFill>
        </p:spPr>
        <p:txBody>
          <a:bodyPr lIns="731520" tIns="548640" rIns="548640"/>
          <a:lstStyle>
            <a:lvl1pPr>
              <a:defRPr sz="1800" b="1">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
                <a:srgbClr val="FEFEFE"/>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89AAFAA9-5AFB-6E67-56FB-1590A25DCD7E}"/>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2" name="Title 6">
            <a:extLst>
              <a:ext uri="{FF2B5EF4-FFF2-40B4-BE49-F238E27FC236}">
                <a16:creationId xmlns:a16="http://schemas.microsoft.com/office/drawing/2014/main" id="{72E40A24-F112-048E-2670-E270A9ABC67A}"/>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7" name="Freeform 5">
            <a:extLst>
              <a:ext uri="{FF2B5EF4-FFF2-40B4-BE49-F238E27FC236}">
                <a16:creationId xmlns:a16="http://schemas.microsoft.com/office/drawing/2014/main" id="{3497A463-08F1-3A4B-A706-B87CBDA2E0A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09952413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Executive Summary/Key Takeaways 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5" name="Text Placeholder 5">
            <a:extLst>
              <a:ext uri="{FF2B5EF4-FFF2-40B4-BE49-F238E27FC236}">
                <a16:creationId xmlns:a16="http://schemas.microsoft.com/office/drawing/2014/main" id="{287913A0-E5F8-8CDA-9C09-B31372EAF98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2" name="Content Placeholder 30">
            <a:extLst>
              <a:ext uri="{FF2B5EF4-FFF2-40B4-BE49-F238E27FC236}">
                <a16:creationId xmlns:a16="http://schemas.microsoft.com/office/drawing/2014/main" id="{F0F02397-A9A7-9451-4B86-0093DE0C5DAC}"/>
              </a:ext>
            </a:extLst>
          </p:cNvPr>
          <p:cNvSpPr>
            <a:spLocks noGrp="1"/>
          </p:cNvSpPr>
          <p:nvPr>
            <p:ph sz="quarter" idx="49" hasCustomPrompt="1"/>
          </p:nvPr>
        </p:nvSpPr>
        <p:spPr>
          <a:xfrm>
            <a:off x="4781550" y="552448"/>
            <a:ext cx="2103120" cy="2057400"/>
          </a:xfrm>
        </p:spPr>
        <p:txBody>
          <a:bodyPr/>
          <a:lstStyle>
            <a:lvl1pPr>
              <a:defRPr sz="4800" b="1">
                <a:solidFill>
                  <a:schemeClr val="accent1"/>
                </a:solidFill>
                <a:latin typeface="+mj-lt"/>
              </a:defRPr>
            </a:lvl1pPr>
            <a:lvl2pPr>
              <a:defRPr>
                <a:solidFill>
                  <a:schemeClr val="tx1"/>
                </a:solidFill>
              </a:defRPr>
            </a:lvl2pPr>
            <a:lvl3pPr>
              <a:buClr>
                <a:schemeClr val="accent1"/>
              </a:buClr>
              <a:defRPr>
                <a:solidFill>
                  <a:schemeClr val="tx1"/>
                </a:solidFill>
              </a:defRPr>
            </a:lvl3pPr>
            <a:lvl4pPr marL="457200" indent="0">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1" name="Content Placeholder 33">
            <a:extLst>
              <a:ext uri="{FF2B5EF4-FFF2-40B4-BE49-F238E27FC236}">
                <a16:creationId xmlns:a16="http://schemas.microsoft.com/office/drawing/2014/main" id="{E08A6D02-5787-2EA8-5353-86CF167EE5C0}"/>
              </a:ext>
            </a:extLst>
          </p:cNvPr>
          <p:cNvSpPr>
            <a:spLocks noGrp="1"/>
          </p:cNvSpPr>
          <p:nvPr>
            <p:ph sz="quarter" idx="50" hasCustomPrompt="1"/>
          </p:nvPr>
        </p:nvSpPr>
        <p:spPr>
          <a:xfrm>
            <a:off x="7157707"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3" name="Content Placeholder 35">
            <a:extLst>
              <a:ext uri="{FF2B5EF4-FFF2-40B4-BE49-F238E27FC236}">
                <a16:creationId xmlns:a16="http://schemas.microsoft.com/office/drawing/2014/main" id="{F25358D4-61D4-B82A-AA95-040B8023E1BF}"/>
              </a:ext>
            </a:extLst>
          </p:cNvPr>
          <p:cNvSpPr>
            <a:spLocks noGrp="1"/>
          </p:cNvSpPr>
          <p:nvPr>
            <p:ph sz="quarter" idx="51" hasCustomPrompt="1"/>
          </p:nvPr>
        </p:nvSpPr>
        <p:spPr>
          <a:xfrm>
            <a:off x="9533864"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5" name="Content Placeholder 37">
            <a:extLst>
              <a:ext uri="{FF2B5EF4-FFF2-40B4-BE49-F238E27FC236}">
                <a16:creationId xmlns:a16="http://schemas.microsoft.com/office/drawing/2014/main" id="{28D07FDD-A130-72D7-5662-2F5893A2F61C}"/>
              </a:ext>
            </a:extLst>
          </p:cNvPr>
          <p:cNvSpPr>
            <a:spLocks noGrp="1"/>
          </p:cNvSpPr>
          <p:nvPr>
            <p:ph sz="quarter" idx="52" hasCustomPrompt="1"/>
          </p:nvPr>
        </p:nvSpPr>
        <p:spPr>
          <a:xfrm>
            <a:off x="4768285" y="3013075"/>
            <a:ext cx="2103120" cy="2057400"/>
          </a:xfrm>
        </p:spPr>
        <p:txBody>
          <a:bodyPr/>
          <a:lstStyle>
            <a:lvl1pPr>
              <a:buClr>
                <a:schemeClr val="accent1"/>
              </a:buCl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a:buClrTx/>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a:t>
            </a:r>
            <a:r>
              <a:rPr lang="en-US" err="1"/>
              <a:t>leve</a:t>
            </a:r>
            <a:endParaRPr lang="en-US"/>
          </a:p>
        </p:txBody>
      </p:sp>
      <p:sp>
        <p:nvSpPr>
          <p:cNvPr id="17" name="Content Placeholder 39">
            <a:extLst>
              <a:ext uri="{FF2B5EF4-FFF2-40B4-BE49-F238E27FC236}">
                <a16:creationId xmlns:a16="http://schemas.microsoft.com/office/drawing/2014/main" id="{A58291F8-7E75-1EB3-64FC-0B3465A92BFE}"/>
              </a:ext>
            </a:extLst>
          </p:cNvPr>
          <p:cNvSpPr>
            <a:spLocks noGrp="1"/>
          </p:cNvSpPr>
          <p:nvPr>
            <p:ph sz="quarter" idx="53" hasCustomPrompt="1"/>
          </p:nvPr>
        </p:nvSpPr>
        <p:spPr>
          <a:xfrm>
            <a:off x="7138252" y="3013074"/>
            <a:ext cx="2103120" cy="2057400"/>
          </a:xfrm>
        </p:spPr>
        <p:txBody>
          <a:bodyPr/>
          <a:lstStyle>
            <a:lvl1pPr>
              <a:buClr>
                <a:schemeClr val="accent1"/>
              </a:buCl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8" name="Content Placeholder 41">
            <a:extLst>
              <a:ext uri="{FF2B5EF4-FFF2-40B4-BE49-F238E27FC236}">
                <a16:creationId xmlns:a16="http://schemas.microsoft.com/office/drawing/2014/main" id="{2C124D70-1F9D-DF72-C740-7D33E7E919BB}"/>
              </a:ext>
            </a:extLst>
          </p:cNvPr>
          <p:cNvSpPr>
            <a:spLocks noGrp="1"/>
          </p:cNvSpPr>
          <p:nvPr>
            <p:ph sz="quarter" idx="54" hasCustomPrompt="1"/>
          </p:nvPr>
        </p:nvSpPr>
        <p:spPr>
          <a:xfrm>
            <a:off x="9520599" y="3013074"/>
            <a:ext cx="2116385"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4" name="Text Placeholder 9">
            <a:extLst>
              <a:ext uri="{FF2B5EF4-FFF2-40B4-BE49-F238E27FC236}">
                <a16:creationId xmlns:a16="http://schemas.microsoft.com/office/drawing/2014/main" id="{22272C70-ABBC-EEA2-285E-3BD345EFC0D5}"/>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8" name="Title 6">
            <a:extLst>
              <a:ext uri="{FF2B5EF4-FFF2-40B4-BE49-F238E27FC236}">
                <a16:creationId xmlns:a16="http://schemas.microsoft.com/office/drawing/2014/main" id="{E1D6F330-952D-2D88-799F-3D68035BEE16}"/>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7" name="Freeform 5">
            <a:extLst>
              <a:ext uri="{FF2B5EF4-FFF2-40B4-BE49-F238E27FC236}">
                <a16:creationId xmlns:a16="http://schemas.microsoft.com/office/drawing/2014/main" id="{1041BA5F-E785-E961-BA33-7F9F0D5BC7BA}"/>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03047839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61" Type="http://schemas.openxmlformats.org/officeDocument/2006/relationships/slideLayout" Target="../slideLayouts/slideLayout6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8.xml"/><Relationship Id="rId2" Type="http://schemas.openxmlformats.org/officeDocument/2006/relationships/slideLayout" Target="../slideLayouts/slideLayout67.xml"/><Relationship Id="rId1" Type="http://schemas.openxmlformats.org/officeDocument/2006/relationships/slideLayout" Target="../slideLayouts/slideLayout66.xml"/><Relationship Id="rId5" Type="http://schemas.openxmlformats.org/officeDocument/2006/relationships/theme" Target="../theme/theme2.xml"/><Relationship Id="rId4"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390E15-2431-A873-A654-7B321106DAE2}"/>
              </a:ext>
            </a:extLst>
          </p:cNvPr>
          <p:cNvSpPr>
            <a:spLocks noGrp="1"/>
          </p:cNvSpPr>
          <p:nvPr>
            <p:ph type="title"/>
          </p:nvPr>
        </p:nvSpPr>
        <p:spPr>
          <a:xfrm>
            <a:off x="546100" y="548640"/>
            <a:ext cx="11091862" cy="438785"/>
          </a:xfrm>
          <a:prstGeom prst="rect">
            <a:avLst/>
          </a:prstGeom>
        </p:spPr>
        <p:txBody>
          <a:bodyPr vert="horz" lIns="0" tIns="0" rIns="0" bIns="0" rtlCol="0" anchor="t">
            <a:noAutofit/>
          </a:bodyPr>
          <a:lstStyle/>
          <a:p>
            <a:r>
              <a:rPr lang="en-US"/>
              <a:t>Click to edit Master title</a:t>
            </a:r>
          </a:p>
        </p:txBody>
      </p:sp>
      <p:sp>
        <p:nvSpPr>
          <p:cNvPr id="3" name="Text Placeholder 2">
            <a:extLst>
              <a:ext uri="{FF2B5EF4-FFF2-40B4-BE49-F238E27FC236}">
                <a16:creationId xmlns:a16="http://schemas.microsoft.com/office/drawing/2014/main" id="{9A89620C-A07A-2A72-857A-735B5C91AA54}"/>
              </a:ext>
            </a:extLst>
          </p:cNvPr>
          <p:cNvSpPr>
            <a:spLocks noGrp="1"/>
          </p:cNvSpPr>
          <p:nvPr>
            <p:ph type="body" idx="1"/>
          </p:nvPr>
        </p:nvSpPr>
        <p:spPr>
          <a:xfrm>
            <a:off x="546100" y="2146300"/>
            <a:ext cx="11091862" cy="3721101"/>
          </a:xfrm>
          <a:prstGeom prst="rect">
            <a:avLst/>
          </a:prstGeom>
        </p:spPr>
        <p:txBody>
          <a:bodyPr vert="horz" lIns="0" tIns="0" rIns="0" bIns="0" rtlCol="0">
            <a:noAutofit/>
          </a:bodyPr>
          <a:lstStyle/>
          <a:p>
            <a:pPr lvl="0"/>
            <a:r>
              <a:rPr lang="en-US"/>
              <a:t>Click to edit Master text styles, 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a:extLst>
              <a:ext uri="{FF2B5EF4-FFF2-40B4-BE49-F238E27FC236}">
                <a16:creationId xmlns:a16="http://schemas.microsoft.com/office/drawing/2014/main" id="{9286892E-5C75-BB2B-DC86-3D98574CDC6C}"/>
              </a:ext>
            </a:extLst>
          </p:cNvPr>
          <p:cNvSpPr>
            <a:spLocks noGrp="1"/>
          </p:cNvSpPr>
          <p:nvPr>
            <p:ph type="ftr" sz="quarter" idx="3"/>
          </p:nvPr>
        </p:nvSpPr>
        <p:spPr>
          <a:xfrm>
            <a:off x="4781550" y="6311900"/>
            <a:ext cx="5448300"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a:defRPr sz="1000"/>
            </a:lvl2pPr>
            <a:lvl3pPr>
              <a:defRPr sz="1000"/>
            </a:lvl3pPr>
            <a:lvl4pPr marL="0" indent="0">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6" name="Slide Number Placeholder 5">
            <a:extLst>
              <a:ext uri="{FF2B5EF4-FFF2-40B4-BE49-F238E27FC236}">
                <a16:creationId xmlns:a16="http://schemas.microsoft.com/office/drawing/2014/main" id="{9396C1FA-EF28-95E6-0423-F59B26A6F1F8}"/>
              </a:ext>
            </a:extLst>
          </p:cNvPr>
          <p:cNvSpPr>
            <a:spLocks noGrp="1"/>
          </p:cNvSpPr>
          <p:nvPr>
            <p:ph type="sldNum" sz="quarter" idx="4"/>
          </p:nvPr>
        </p:nvSpPr>
        <p:spPr>
          <a:xfrm>
            <a:off x="10428288" y="6311900"/>
            <a:ext cx="1209674"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marL="0" indent="0" algn="r">
              <a:defRPr sz="1000"/>
            </a:lvl2pPr>
            <a:lvl3pPr marL="0" indent="0">
              <a:defRPr sz="1000"/>
            </a:lvl3pPr>
            <a:lvl4pPr marL="0">
              <a:defRPr sz="1000"/>
            </a:lvl4pPr>
            <a:lvl5pPr marL="0">
              <a:defRPr sz="1000"/>
            </a:lvl5pPr>
            <a:lvl6pPr marL="0">
              <a:defRPr sz="1000"/>
            </a:lvl6pPr>
            <a:lvl7pPr marL="0">
              <a:defRPr sz="1000"/>
            </a:lvl7pPr>
            <a:lvl8pPr marL="0">
              <a:defRPr sz="1000"/>
            </a:lvl8pPr>
            <a:lvl9pPr marL="0">
              <a:defRPr sz="1000"/>
            </a:lvl9pPr>
          </a:lstStyle>
          <a:p>
            <a:fld id="{70C12960-6E85-460F-B6E3-5B82CB31AF3D}" type="slidenum">
              <a:rPr lang="en-US" smtClean="0"/>
              <a:t>‹#›</a:t>
            </a:fld>
            <a:endParaRPr lang="en-US"/>
          </a:p>
        </p:txBody>
      </p:sp>
      <p:sp>
        <p:nvSpPr>
          <p:cNvPr id="4" name="Date Placeholder 3">
            <a:extLst>
              <a:ext uri="{FF2B5EF4-FFF2-40B4-BE49-F238E27FC236}">
                <a16:creationId xmlns:a16="http://schemas.microsoft.com/office/drawing/2014/main" id="{B74C9D9E-F1D3-BF13-32B3-2BDFE3E4F7BC}"/>
              </a:ext>
            </a:extLst>
          </p:cNvPr>
          <p:cNvSpPr>
            <a:spLocks noGrp="1"/>
          </p:cNvSpPr>
          <p:nvPr>
            <p:ph type="dt" sz="half" idx="2"/>
          </p:nvPr>
        </p:nvSpPr>
        <p:spPr>
          <a:xfrm>
            <a:off x="546100" y="6332764"/>
            <a:ext cx="2619375" cy="249011"/>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8/22/2025</a:t>
            </a:fld>
            <a:endParaRPr lang="en-US"/>
          </a:p>
        </p:txBody>
      </p:sp>
    </p:spTree>
    <p:extLst>
      <p:ext uri="{BB962C8B-B14F-4D97-AF65-F5344CB8AC3E}">
        <p14:creationId xmlns:p14="http://schemas.microsoft.com/office/powerpoint/2010/main" val="281757379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 id="2147483701" r:id="rId29"/>
    <p:sldLayoutId id="2147483702" r:id="rId30"/>
    <p:sldLayoutId id="2147483703" r:id="rId31"/>
    <p:sldLayoutId id="2147483704" r:id="rId32"/>
    <p:sldLayoutId id="2147483705" r:id="rId33"/>
    <p:sldLayoutId id="2147483706" r:id="rId34"/>
    <p:sldLayoutId id="2147483707" r:id="rId35"/>
    <p:sldLayoutId id="2147483708" r:id="rId36"/>
    <p:sldLayoutId id="2147483709" r:id="rId37"/>
    <p:sldLayoutId id="2147483710" r:id="rId38"/>
    <p:sldLayoutId id="2147483711" r:id="rId39"/>
    <p:sldLayoutId id="2147483712" r:id="rId40"/>
    <p:sldLayoutId id="2147483713" r:id="rId41"/>
    <p:sldLayoutId id="2147483714" r:id="rId42"/>
    <p:sldLayoutId id="2147483715" r:id="rId43"/>
    <p:sldLayoutId id="2147483716" r:id="rId44"/>
    <p:sldLayoutId id="2147483717" r:id="rId45"/>
    <p:sldLayoutId id="2147483746" r:id="rId46"/>
    <p:sldLayoutId id="2147483719" r:id="rId47"/>
    <p:sldLayoutId id="2147483720" r:id="rId48"/>
    <p:sldLayoutId id="2147483721" r:id="rId49"/>
    <p:sldLayoutId id="2147483744" r:id="rId50"/>
    <p:sldLayoutId id="2147483723" r:id="rId51"/>
    <p:sldLayoutId id="2147483724" r:id="rId52"/>
    <p:sldLayoutId id="2147483725" r:id="rId53"/>
    <p:sldLayoutId id="2147483726" r:id="rId54"/>
    <p:sldLayoutId id="2147483727" r:id="rId55"/>
    <p:sldLayoutId id="2147483728" r:id="rId56"/>
    <p:sldLayoutId id="2147483729" r:id="rId57"/>
    <p:sldLayoutId id="2147483730" r:id="rId58"/>
    <p:sldLayoutId id="2147483731" r:id="rId59"/>
    <p:sldLayoutId id="2147483732" r:id="rId60"/>
    <p:sldLayoutId id="2147483733" r:id="rId61"/>
    <p:sldLayoutId id="2147483734" r:id="rId62"/>
    <p:sldLayoutId id="2147483735" r:id="rId63"/>
    <p:sldLayoutId id="2147483736" r:id="rId64"/>
    <p:sldLayoutId id="2147483737" r:id="rId65"/>
  </p:sldLayoutIdLst>
  <p:hf sldNum="0" hdr="0" ftr="0" dt="0"/>
  <p:txStyles>
    <p:titleStyle>
      <a:lvl1pPr algn="l" defTabSz="914400" rtl="0" eaLnBrk="1" latinLnBrk="0" hangingPunct="1">
        <a:lnSpc>
          <a:spcPts val="3600"/>
        </a:lnSpc>
        <a:spcBef>
          <a:spcPct val="0"/>
        </a:spcBef>
        <a:buNone/>
        <a:defRPr sz="3600" b="1" i="0" kern="1200">
          <a:solidFill>
            <a:schemeClr val="tx2"/>
          </a:solidFill>
          <a:latin typeface="+mj-lt"/>
          <a:ea typeface="+mj-ea"/>
          <a:cs typeface="+mj-cs"/>
        </a:defRPr>
      </a:lvl1pPr>
    </p:titleStyle>
    <p:body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67" orient="horz" pos="3976">
          <p15:clr>
            <a:srgbClr val="F26B43"/>
          </p15:clr>
        </p15:guide>
        <p15:guide id="68" pos="7331">
          <p15:clr>
            <a:srgbClr val="F26B43"/>
          </p15:clr>
        </p15:guide>
        <p15:guide id="69" orient="horz" pos="348">
          <p15:clr>
            <a:srgbClr val="F26B43"/>
          </p15:clr>
        </p15:guide>
        <p15:guide id="70" pos="344">
          <p15:clr>
            <a:srgbClr val="F26B43"/>
          </p15:clr>
        </p15:guide>
        <p15:guide id="71" orient="horz" pos="170">
          <p15:clr>
            <a:srgbClr val="F26B43"/>
          </p15:clr>
        </p15:guide>
        <p15:guide id="72" orient="horz" pos="439">
          <p15:clr>
            <a:srgbClr val="F26B43"/>
          </p15:clr>
        </p15:guide>
        <p15:guide id="73" orient="horz" pos="4146">
          <p15:clr>
            <a:srgbClr val="F26B43"/>
          </p15:clr>
        </p15:guide>
        <p15:guide id="74" orient="horz" pos="3885">
          <p15:clr>
            <a:srgbClr val="F26B43"/>
          </p15:clr>
        </p15:guide>
        <p15:guide id="75" orient="horz" pos="530">
          <p15:clr>
            <a:srgbClr val="F26B43"/>
          </p15:clr>
        </p15:guide>
        <p15:guide id="76" orient="horz" pos="622">
          <p15:clr>
            <a:srgbClr val="F26B43"/>
          </p15:clr>
        </p15:guide>
        <p15:guide id="77" orient="horz" pos="710">
          <p15:clr>
            <a:srgbClr val="F26B43"/>
          </p15:clr>
        </p15:guide>
        <p15:guide id="78" orient="horz" pos="802">
          <p15:clr>
            <a:srgbClr val="F26B43"/>
          </p15:clr>
        </p15:guide>
        <p15:guide id="79" orient="horz" pos="896">
          <p15:clr>
            <a:srgbClr val="F26B43"/>
          </p15:clr>
        </p15:guide>
        <p15:guide id="80" orient="horz" pos="987">
          <p15:clr>
            <a:srgbClr val="F26B43"/>
          </p15:clr>
        </p15:guide>
        <p15:guide id="81" orient="horz" pos="1071">
          <p15:clr>
            <a:srgbClr val="F26B43"/>
          </p15:clr>
        </p15:guide>
        <p15:guide id="82" orient="horz" pos="3792">
          <p15:clr>
            <a:srgbClr val="F26B43"/>
          </p15:clr>
        </p15:guide>
        <p15:guide id="83" orient="horz" pos="3696">
          <p15:clr>
            <a:srgbClr val="F26B43"/>
          </p15:clr>
        </p15:guide>
        <p15:guide id="84" orient="horz" pos="3611">
          <p15:clr>
            <a:srgbClr val="F26B43"/>
          </p15:clr>
        </p15:guide>
        <p15:guide id="85" orient="horz" pos="3519">
          <p15:clr>
            <a:srgbClr val="F26B43"/>
          </p15:clr>
        </p15:guide>
        <p15:guide id="86" orient="horz" pos="3428">
          <p15:clr>
            <a:srgbClr val="F26B43"/>
          </p15:clr>
        </p15:guide>
        <p15:guide id="87" orient="horz" pos="3334">
          <p15:clr>
            <a:srgbClr val="F26B43"/>
          </p15:clr>
        </p15:guide>
        <p15:guide id="88" orient="horz" pos="3245">
          <p15:clr>
            <a:srgbClr val="F26B43"/>
          </p15:clr>
        </p15:guide>
        <p15:guide id="89" orient="horz" pos="1165">
          <p15:clr>
            <a:srgbClr val="F26B43"/>
          </p15:clr>
        </p15:guide>
        <p15:guide id="90" orient="horz" pos="1259">
          <p15:clr>
            <a:srgbClr val="F26B43"/>
          </p15:clr>
        </p15:guide>
        <p15:guide id="91" orient="horz" pos="1352">
          <p15:clr>
            <a:srgbClr val="F26B43"/>
          </p15:clr>
        </p15:guide>
        <p15:guide id="92" orient="horz" pos="1436">
          <p15:clr>
            <a:srgbClr val="F26B43"/>
          </p15:clr>
        </p15:guide>
        <p15:guide id="93" orient="horz" pos="3152">
          <p15:clr>
            <a:srgbClr val="F26B43"/>
          </p15:clr>
        </p15:guide>
        <p15:guide id="94" orient="horz" pos="3058">
          <p15:clr>
            <a:srgbClr val="F26B43"/>
          </p15:clr>
        </p15:guide>
        <p15:guide id="95" orient="horz" pos="2964">
          <p15:clr>
            <a:srgbClr val="F26B43"/>
          </p15:clr>
        </p15:guide>
        <p15:guide id="96" orient="horz" pos="2877">
          <p15:clr>
            <a:srgbClr val="F26B43"/>
          </p15:clr>
        </p15:guide>
        <p15:guide id="97" orient="horz" pos="1528">
          <p15:clr>
            <a:srgbClr val="F26B43"/>
          </p15:clr>
        </p15:guide>
        <p15:guide id="98" orient="horz" pos="1619">
          <p15:clr>
            <a:srgbClr val="F26B43"/>
          </p15:clr>
        </p15:guide>
        <p15:guide id="99" orient="horz" pos="1710">
          <p15:clr>
            <a:srgbClr val="F26B43"/>
          </p15:clr>
        </p15:guide>
        <p15:guide id="100" orient="horz" pos="1794">
          <p15:clr>
            <a:srgbClr val="F26B43"/>
          </p15:clr>
        </p15:guide>
        <p15:guide id="101" orient="horz" pos="2784">
          <p15:clr>
            <a:srgbClr val="F26B43"/>
          </p15:clr>
        </p15:guide>
        <p15:guide id="102" orient="horz" pos="2692">
          <p15:clr>
            <a:srgbClr val="F26B43"/>
          </p15:clr>
        </p15:guide>
        <p15:guide id="103" orient="horz" pos="2598">
          <p15:clr>
            <a:srgbClr val="F26B43"/>
          </p15:clr>
        </p15:guide>
        <p15:guide id="104" orient="horz" pos="2510">
          <p15:clr>
            <a:srgbClr val="F26B43"/>
          </p15:clr>
        </p15:guide>
        <p15:guide id="105" orient="horz" pos="1896">
          <p15:clr>
            <a:srgbClr val="F26B43"/>
          </p15:clr>
        </p15:guide>
        <p15:guide id="106" orient="horz" pos="1982">
          <p15:clr>
            <a:srgbClr val="F26B43"/>
          </p15:clr>
        </p15:guide>
        <p15:guide id="107" orient="horz" pos="2076">
          <p15:clr>
            <a:srgbClr val="F26B43"/>
          </p15:clr>
        </p15:guide>
        <p15:guide id="108" orient="horz" pos="2162">
          <p15:clr>
            <a:srgbClr val="F26B43"/>
          </p15:clr>
        </p15:guide>
        <p15:guide id="109" orient="horz" pos="2418">
          <p15:clr>
            <a:srgbClr val="F26B43"/>
          </p15:clr>
        </p15:guide>
        <p15:guide id="110" orient="horz" pos="2324">
          <p15:clr>
            <a:srgbClr val="F26B43"/>
          </p15:clr>
        </p15:guide>
        <p15:guide id="111" orient="horz" pos="2238">
          <p15:clr>
            <a:srgbClr val="F26B43"/>
          </p15:clr>
        </p15:guide>
        <p15:guide id="112" pos="1104">
          <p15:clr>
            <a:srgbClr val="F26B43"/>
          </p15:clr>
        </p15:guide>
        <p15:guide id="113" pos="6570">
          <p15:clr>
            <a:srgbClr val="F26B43"/>
          </p15:clr>
        </p15:guide>
        <p15:guide id="115" pos="1234">
          <p15:clr>
            <a:srgbClr val="F26B43"/>
          </p15:clr>
        </p15:guide>
        <p15:guide id="116" pos="1994">
          <p15:clr>
            <a:srgbClr val="F26B43"/>
          </p15:clr>
        </p15:guide>
        <p15:guide id="117" pos="2121">
          <p15:clr>
            <a:srgbClr val="F26B43"/>
          </p15:clr>
        </p15:guide>
        <p15:guide id="118" pos="5679">
          <p15:clr>
            <a:srgbClr val="F26B43"/>
          </p15:clr>
        </p15:guide>
        <p15:guide id="119" pos="5552">
          <p15:clr>
            <a:srgbClr val="F26B43"/>
          </p15:clr>
        </p15:guide>
        <p15:guide id="120" pos="4788">
          <p15:clr>
            <a:srgbClr val="F26B43"/>
          </p15:clr>
        </p15:guide>
        <p15:guide id="121" pos="4660">
          <p15:clr>
            <a:srgbClr val="F26B43"/>
          </p15:clr>
        </p15:guide>
        <p15:guide id="122" pos="2882">
          <p15:clr>
            <a:srgbClr val="F26B43"/>
          </p15:clr>
        </p15:guide>
        <p15:guide id="123" pos="3012">
          <p15:clr>
            <a:srgbClr val="F26B43"/>
          </p15:clr>
        </p15:guide>
        <p15:guide id="124" pos="3774">
          <p15:clr>
            <a:srgbClr val="F26B43"/>
          </p15:clr>
        </p15:guide>
        <p15:guide id="125" pos="3902">
          <p15:clr>
            <a:srgbClr val="F26B43"/>
          </p15:clr>
        </p15:guide>
        <p15:guide id="126" pos="644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390E15-2431-A873-A654-7B321106DAE2}"/>
              </a:ext>
            </a:extLst>
          </p:cNvPr>
          <p:cNvSpPr>
            <a:spLocks noGrp="1"/>
          </p:cNvSpPr>
          <p:nvPr>
            <p:ph type="title"/>
          </p:nvPr>
        </p:nvSpPr>
        <p:spPr>
          <a:xfrm>
            <a:off x="546100" y="548640"/>
            <a:ext cx="11091862" cy="438785"/>
          </a:xfrm>
          <a:prstGeom prst="rect">
            <a:avLst/>
          </a:prstGeom>
        </p:spPr>
        <p:txBody>
          <a:bodyPr vert="horz" lIns="0" tIns="0" rIns="0" bIns="0" rtlCol="0" anchor="t">
            <a:noAutofit/>
          </a:bodyPr>
          <a:lstStyle/>
          <a:p>
            <a:r>
              <a:rPr lang="en-US"/>
              <a:t>Click to edit Master title</a:t>
            </a:r>
          </a:p>
        </p:txBody>
      </p:sp>
      <p:sp>
        <p:nvSpPr>
          <p:cNvPr id="3" name="Text Placeholder 2">
            <a:extLst>
              <a:ext uri="{FF2B5EF4-FFF2-40B4-BE49-F238E27FC236}">
                <a16:creationId xmlns:a16="http://schemas.microsoft.com/office/drawing/2014/main" id="{9A89620C-A07A-2A72-857A-735B5C91AA54}"/>
              </a:ext>
            </a:extLst>
          </p:cNvPr>
          <p:cNvSpPr>
            <a:spLocks noGrp="1"/>
          </p:cNvSpPr>
          <p:nvPr>
            <p:ph type="body" idx="1"/>
          </p:nvPr>
        </p:nvSpPr>
        <p:spPr>
          <a:xfrm>
            <a:off x="546100" y="2146300"/>
            <a:ext cx="11091862" cy="3721101"/>
          </a:xfrm>
          <a:prstGeom prst="rect">
            <a:avLst/>
          </a:prstGeom>
        </p:spPr>
        <p:txBody>
          <a:bodyPr vert="horz" lIns="0" tIns="0" rIns="0" bIns="0" rtlCol="0">
            <a:noAutofit/>
          </a:bodyPr>
          <a:lstStyle/>
          <a:p>
            <a:pPr lvl="0"/>
            <a:r>
              <a:rPr lang="en-US"/>
              <a:t>Click to edit Master text styles, 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a:extLst>
              <a:ext uri="{FF2B5EF4-FFF2-40B4-BE49-F238E27FC236}">
                <a16:creationId xmlns:a16="http://schemas.microsoft.com/office/drawing/2014/main" id="{9286892E-5C75-BB2B-DC86-3D98574CDC6C}"/>
              </a:ext>
            </a:extLst>
          </p:cNvPr>
          <p:cNvSpPr>
            <a:spLocks noGrp="1"/>
          </p:cNvSpPr>
          <p:nvPr>
            <p:ph type="ftr" sz="quarter" idx="3"/>
          </p:nvPr>
        </p:nvSpPr>
        <p:spPr>
          <a:xfrm>
            <a:off x="4781550" y="6311900"/>
            <a:ext cx="5448300"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a:defRPr sz="1000"/>
            </a:lvl2pPr>
            <a:lvl3pPr>
              <a:defRPr sz="1000"/>
            </a:lvl3pPr>
            <a:lvl4pPr marL="0" indent="0">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6" name="Slide Number Placeholder 5">
            <a:extLst>
              <a:ext uri="{FF2B5EF4-FFF2-40B4-BE49-F238E27FC236}">
                <a16:creationId xmlns:a16="http://schemas.microsoft.com/office/drawing/2014/main" id="{9396C1FA-EF28-95E6-0423-F59B26A6F1F8}"/>
              </a:ext>
            </a:extLst>
          </p:cNvPr>
          <p:cNvSpPr>
            <a:spLocks noGrp="1"/>
          </p:cNvSpPr>
          <p:nvPr>
            <p:ph type="sldNum" sz="quarter" idx="4"/>
          </p:nvPr>
        </p:nvSpPr>
        <p:spPr>
          <a:xfrm>
            <a:off x="10428288" y="6311900"/>
            <a:ext cx="1209674"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marL="0" indent="0" algn="r">
              <a:defRPr sz="1000"/>
            </a:lvl2pPr>
            <a:lvl3pPr marL="0" indent="0">
              <a:defRPr sz="1000"/>
            </a:lvl3pPr>
            <a:lvl4pPr marL="0">
              <a:defRPr sz="1000"/>
            </a:lvl4pPr>
            <a:lvl5pPr marL="0">
              <a:defRPr sz="1000"/>
            </a:lvl5pPr>
            <a:lvl6pPr marL="0">
              <a:defRPr sz="1000"/>
            </a:lvl6pPr>
            <a:lvl7pPr marL="0">
              <a:defRPr sz="1000"/>
            </a:lvl7pPr>
            <a:lvl8pPr marL="0">
              <a:defRPr sz="1000"/>
            </a:lvl8pPr>
            <a:lvl9pPr marL="0">
              <a:defRPr sz="1000"/>
            </a:lvl9pPr>
          </a:lstStyle>
          <a:p>
            <a:fld id="{862A5111-985B-C14D-9115-5787026182A8}" type="slidenum">
              <a:rPr lang="en-US" smtClean="0"/>
              <a:pPr/>
              <a:t>‹#›</a:t>
            </a:fld>
            <a:endParaRPr lang="en-US"/>
          </a:p>
        </p:txBody>
      </p:sp>
      <p:sp>
        <p:nvSpPr>
          <p:cNvPr id="4" name="Date Placeholder 3">
            <a:extLst>
              <a:ext uri="{FF2B5EF4-FFF2-40B4-BE49-F238E27FC236}">
                <a16:creationId xmlns:a16="http://schemas.microsoft.com/office/drawing/2014/main" id="{B74C9D9E-F1D3-BF13-32B3-2BDFE3E4F7BC}"/>
              </a:ext>
            </a:extLst>
          </p:cNvPr>
          <p:cNvSpPr>
            <a:spLocks noGrp="1"/>
          </p:cNvSpPr>
          <p:nvPr>
            <p:ph type="dt" sz="half" idx="2"/>
          </p:nvPr>
        </p:nvSpPr>
        <p:spPr>
          <a:xfrm>
            <a:off x="546100" y="6332764"/>
            <a:ext cx="2619375" cy="249011"/>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Tree>
    <p:extLst>
      <p:ext uri="{BB962C8B-B14F-4D97-AF65-F5344CB8AC3E}">
        <p14:creationId xmlns:p14="http://schemas.microsoft.com/office/powerpoint/2010/main" val="2703121335"/>
      </p:ext>
    </p:extLst>
  </p:cSld>
  <p:clrMap bg1="lt1" tx1="dk1" bg2="lt2" tx2="dk2" accent1="accent1" accent2="accent2" accent3="accent3" accent4="accent4" accent5="accent5" accent6="accent6" hlink="hlink" folHlink="folHlink"/>
  <p:sldLayoutIdLst>
    <p:sldLayoutId id="2147483718" r:id="rId1"/>
    <p:sldLayoutId id="2147483739" r:id="rId2"/>
    <p:sldLayoutId id="2147483722" r:id="rId3"/>
    <p:sldLayoutId id="2147483742" r:id="rId4"/>
  </p:sldLayoutIdLst>
  <p:hf hdr="0" ftr="0" dt="0"/>
  <p:txStyles>
    <p:titleStyle>
      <a:lvl1pPr algn="l" defTabSz="914400" rtl="0" eaLnBrk="1" latinLnBrk="0" hangingPunct="1">
        <a:lnSpc>
          <a:spcPts val="3600"/>
        </a:lnSpc>
        <a:spcBef>
          <a:spcPct val="0"/>
        </a:spcBef>
        <a:buNone/>
        <a:defRPr sz="3600" b="1" i="0" kern="1200">
          <a:solidFill>
            <a:schemeClr val="tx2"/>
          </a:solidFill>
          <a:latin typeface="+mj-lt"/>
          <a:ea typeface="+mj-ea"/>
          <a:cs typeface="+mj-cs"/>
        </a:defRPr>
      </a:lvl1pPr>
    </p:titleStyle>
    <p:body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67" orient="horz" pos="3976" userDrawn="1">
          <p15:clr>
            <a:srgbClr val="F26B43"/>
          </p15:clr>
        </p15:guide>
        <p15:guide id="68" pos="7331" userDrawn="1">
          <p15:clr>
            <a:srgbClr val="F26B43"/>
          </p15:clr>
        </p15:guide>
        <p15:guide id="69" orient="horz" pos="348" userDrawn="1">
          <p15:clr>
            <a:srgbClr val="F26B43"/>
          </p15:clr>
        </p15:guide>
        <p15:guide id="70" pos="344" userDrawn="1">
          <p15:clr>
            <a:srgbClr val="F26B43"/>
          </p15:clr>
        </p15:guide>
        <p15:guide id="71" orient="horz" pos="170" userDrawn="1">
          <p15:clr>
            <a:srgbClr val="F26B43"/>
          </p15:clr>
        </p15:guide>
        <p15:guide id="72" orient="horz" pos="439" userDrawn="1">
          <p15:clr>
            <a:srgbClr val="F26B43"/>
          </p15:clr>
        </p15:guide>
        <p15:guide id="73" orient="horz" pos="4146" userDrawn="1">
          <p15:clr>
            <a:srgbClr val="F26B43"/>
          </p15:clr>
        </p15:guide>
        <p15:guide id="74" orient="horz" pos="3885" userDrawn="1">
          <p15:clr>
            <a:srgbClr val="F26B43"/>
          </p15:clr>
        </p15:guide>
        <p15:guide id="75" orient="horz" pos="530" userDrawn="1">
          <p15:clr>
            <a:srgbClr val="F26B43"/>
          </p15:clr>
        </p15:guide>
        <p15:guide id="76" orient="horz" pos="622" userDrawn="1">
          <p15:clr>
            <a:srgbClr val="F26B43"/>
          </p15:clr>
        </p15:guide>
        <p15:guide id="77" orient="horz" pos="710" userDrawn="1">
          <p15:clr>
            <a:srgbClr val="F26B43"/>
          </p15:clr>
        </p15:guide>
        <p15:guide id="78" orient="horz" pos="802" userDrawn="1">
          <p15:clr>
            <a:srgbClr val="F26B43"/>
          </p15:clr>
        </p15:guide>
        <p15:guide id="79" orient="horz" pos="896" userDrawn="1">
          <p15:clr>
            <a:srgbClr val="F26B43"/>
          </p15:clr>
        </p15:guide>
        <p15:guide id="80" orient="horz" pos="987" userDrawn="1">
          <p15:clr>
            <a:srgbClr val="F26B43"/>
          </p15:clr>
        </p15:guide>
        <p15:guide id="81" orient="horz" pos="1071" userDrawn="1">
          <p15:clr>
            <a:srgbClr val="F26B43"/>
          </p15:clr>
        </p15:guide>
        <p15:guide id="82" orient="horz" pos="3792" userDrawn="1">
          <p15:clr>
            <a:srgbClr val="F26B43"/>
          </p15:clr>
        </p15:guide>
        <p15:guide id="83" orient="horz" pos="3696" userDrawn="1">
          <p15:clr>
            <a:srgbClr val="F26B43"/>
          </p15:clr>
        </p15:guide>
        <p15:guide id="84" orient="horz" pos="3611" userDrawn="1">
          <p15:clr>
            <a:srgbClr val="F26B43"/>
          </p15:clr>
        </p15:guide>
        <p15:guide id="85" orient="horz" pos="3519" userDrawn="1">
          <p15:clr>
            <a:srgbClr val="F26B43"/>
          </p15:clr>
        </p15:guide>
        <p15:guide id="86" orient="horz" pos="3428" userDrawn="1">
          <p15:clr>
            <a:srgbClr val="F26B43"/>
          </p15:clr>
        </p15:guide>
        <p15:guide id="87" orient="horz" pos="3334" userDrawn="1">
          <p15:clr>
            <a:srgbClr val="F26B43"/>
          </p15:clr>
        </p15:guide>
        <p15:guide id="88" orient="horz" pos="3245" userDrawn="1">
          <p15:clr>
            <a:srgbClr val="F26B43"/>
          </p15:clr>
        </p15:guide>
        <p15:guide id="89" orient="horz" pos="1165" userDrawn="1">
          <p15:clr>
            <a:srgbClr val="F26B43"/>
          </p15:clr>
        </p15:guide>
        <p15:guide id="90" orient="horz" pos="1259" userDrawn="1">
          <p15:clr>
            <a:srgbClr val="F26B43"/>
          </p15:clr>
        </p15:guide>
        <p15:guide id="91" orient="horz" pos="1352" userDrawn="1">
          <p15:clr>
            <a:srgbClr val="F26B43"/>
          </p15:clr>
        </p15:guide>
        <p15:guide id="92" orient="horz" pos="1436" userDrawn="1">
          <p15:clr>
            <a:srgbClr val="F26B43"/>
          </p15:clr>
        </p15:guide>
        <p15:guide id="93" orient="horz" pos="3152" userDrawn="1">
          <p15:clr>
            <a:srgbClr val="F26B43"/>
          </p15:clr>
        </p15:guide>
        <p15:guide id="94" orient="horz" pos="3058" userDrawn="1">
          <p15:clr>
            <a:srgbClr val="F26B43"/>
          </p15:clr>
        </p15:guide>
        <p15:guide id="95" orient="horz" pos="2964" userDrawn="1">
          <p15:clr>
            <a:srgbClr val="F26B43"/>
          </p15:clr>
        </p15:guide>
        <p15:guide id="96" orient="horz" pos="2877" userDrawn="1">
          <p15:clr>
            <a:srgbClr val="F26B43"/>
          </p15:clr>
        </p15:guide>
        <p15:guide id="97" orient="horz" pos="1528" userDrawn="1">
          <p15:clr>
            <a:srgbClr val="F26B43"/>
          </p15:clr>
        </p15:guide>
        <p15:guide id="98" orient="horz" pos="1619" userDrawn="1">
          <p15:clr>
            <a:srgbClr val="F26B43"/>
          </p15:clr>
        </p15:guide>
        <p15:guide id="99" orient="horz" pos="1710" userDrawn="1">
          <p15:clr>
            <a:srgbClr val="F26B43"/>
          </p15:clr>
        </p15:guide>
        <p15:guide id="100" orient="horz" pos="1794" userDrawn="1">
          <p15:clr>
            <a:srgbClr val="F26B43"/>
          </p15:clr>
        </p15:guide>
        <p15:guide id="101" orient="horz" pos="2784" userDrawn="1">
          <p15:clr>
            <a:srgbClr val="F26B43"/>
          </p15:clr>
        </p15:guide>
        <p15:guide id="102" orient="horz" pos="2692" userDrawn="1">
          <p15:clr>
            <a:srgbClr val="F26B43"/>
          </p15:clr>
        </p15:guide>
        <p15:guide id="103" orient="horz" pos="2598" userDrawn="1">
          <p15:clr>
            <a:srgbClr val="F26B43"/>
          </p15:clr>
        </p15:guide>
        <p15:guide id="104" orient="horz" pos="2510" userDrawn="1">
          <p15:clr>
            <a:srgbClr val="F26B43"/>
          </p15:clr>
        </p15:guide>
        <p15:guide id="105" orient="horz" pos="1896" userDrawn="1">
          <p15:clr>
            <a:srgbClr val="F26B43"/>
          </p15:clr>
        </p15:guide>
        <p15:guide id="106" orient="horz" pos="1982" userDrawn="1">
          <p15:clr>
            <a:srgbClr val="F26B43"/>
          </p15:clr>
        </p15:guide>
        <p15:guide id="107" orient="horz" pos="2076" userDrawn="1">
          <p15:clr>
            <a:srgbClr val="F26B43"/>
          </p15:clr>
        </p15:guide>
        <p15:guide id="108" orient="horz" pos="2162" userDrawn="1">
          <p15:clr>
            <a:srgbClr val="F26B43"/>
          </p15:clr>
        </p15:guide>
        <p15:guide id="109" orient="horz" pos="2418" userDrawn="1">
          <p15:clr>
            <a:srgbClr val="F26B43"/>
          </p15:clr>
        </p15:guide>
        <p15:guide id="110" orient="horz" pos="2324" userDrawn="1">
          <p15:clr>
            <a:srgbClr val="F26B43"/>
          </p15:clr>
        </p15:guide>
        <p15:guide id="111" orient="horz" pos="2238" userDrawn="1">
          <p15:clr>
            <a:srgbClr val="F26B43"/>
          </p15:clr>
        </p15:guide>
        <p15:guide id="112" pos="1104" userDrawn="1">
          <p15:clr>
            <a:srgbClr val="F26B43"/>
          </p15:clr>
        </p15:guide>
        <p15:guide id="113" pos="6570" userDrawn="1">
          <p15:clr>
            <a:srgbClr val="F26B43"/>
          </p15:clr>
        </p15:guide>
        <p15:guide id="115" pos="1234" userDrawn="1">
          <p15:clr>
            <a:srgbClr val="F26B43"/>
          </p15:clr>
        </p15:guide>
        <p15:guide id="116" pos="1994" userDrawn="1">
          <p15:clr>
            <a:srgbClr val="F26B43"/>
          </p15:clr>
        </p15:guide>
        <p15:guide id="117" pos="2121" userDrawn="1">
          <p15:clr>
            <a:srgbClr val="F26B43"/>
          </p15:clr>
        </p15:guide>
        <p15:guide id="118" pos="5679" userDrawn="1">
          <p15:clr>
            <a:srgbClr val="F26B43"/>
          </p15:clr>
        </p15:guide>
        <p15:guide id="119" pos="5552" userDrawn="1">
          <p15:clr>
            <a:srgbClr val="F26B43"/>
          </p15:clr>
        </p15:guide>
        <p15:guide id="120" pos="4788" userDrawn="1">
          <p15:clr>
            <a:srgbClr val="F26B43"/>
          </p15:clr>
        </p15:guide>
        <p15:guide id="121" pos="4660" userDrawn="1">
          <p15:clr>
            <a:srgbClr val="F26B43"/>
          </p15:clr>
        </p15:guide>
        <p15:guide id="122" pos="2882" userDrawn="1">
          <p15:clr>
            <a:srgbClr val="F26B43"/>
          </p15:clr>
        </p15:guide>
        <p15:guide id="123" pos="3012" userDrawn="1">
          <p15:clr>
            <a:srgbClr val="F26B43"/>
          </p15:clr>
        </p15:guide>
        <p15:guide id="124" pos="3774" userDrawn="1">
          <p15:clr>
            <a:srgbClr val="F26B43"/>
          </p15:clr>
        </p15:guide>
        <p15:guide id="125" pos="3902" userDrawn="1">
          <p15:clr>
            <a:srgbClr val="F26B43"/>
          </p15:clr>
        </p15:guide>
        <p15:guide id="126" pos="644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5.jpeg"/><Relationship Id="rId7" Type="http://schemas.openxmlformats.org/officeDocument/2006/relationships/diagramColors" Target="../diagrams/colors2.xml"/><Relationship Id="rId2" Type="http://schemas.openxmlformats.org/officeDocument/2006/relationships/notesSlide" Target="../notesSlides/notesSlide4.xml"/><Relationship Id="rId1" Type="http://schemas.openxmlformats.org/officeDocument/2006/relationships/slideLayout" Target="../slideLayouts/slideLayout2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Layout" Target="../slideLayouts/slideLayout69.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69.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D13E8-3718-D301-6464-237B495EE26F}"/>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3DAED1B-01A7-C2F0-8076-90C3613C222E}"/>
              </a:ext>
            </a:extLst>
          </p:cNvPr>
          <p:cNvSpPr txBox="1">
            <a:spLocks/>
          </p:cNvSpPr>
          <p:nvPr/>
        </p:nvSpPr>
        <p:spPr>
          <a:xfrm>
            <a:off x="752872" y="4210050"/>
            <a:ext cx="10416630" cy="1426604"/>
          </a:xfrm>
          <a:prstGeom prst="rect">
            <a:avLst/>
          </a:prstGeom>
        </p:spPr>
        <p:txBody>
          <a:bodyPr vert="horz" lIns="0" tIns="0" rIns="0" bIns="0" rtlCol="0" anchor="t">
            <a:noAutofit/>
          </a:bodyPr>
          <a:lstStyle>
            <a:lvl1pPr marL="0" indent="0" algn="l" defTabSz="914400" rtl="0" eaLnBrk="1" latinLnBrk="0" hangingPunct="1">
              <a:lnSpc>
                <a:spcPct val="100000"/>
              </a:lnSpc>
              <a:spcBef>
                <a:spcPct val="0"/>
              </a:spcBef>
              <a:buNone/>
              <a:tabLst/>
              <a:defRPr sz="4800" b="1" i="0" kern="1200">
                <a:solidFill>
                  <a:schemeClr val="tx1"/>
                </a:solidFill>
                <a:latin typeface="+mj-lt"/>
                <a:ea typeface="+mj-ea"/>
                <a:cs typeface="+mj-cs"/>
              </a:defRPr>
            </a:lvl1pPr>
          </a:lstStyle>
          <a:p>
            <a:r>
              <a:rPr lang="en-US" sz="5400"/>
              <a:t>KNIME AP</a:t>
            </a:r>
            <a:br>
              <a:rPr lang="en-US" sz="5400"/>
            </a:br>
            <a:r>
              <a:rPr lang="en-US" sz="5400"/>
              <a:t>Session 3 –Transform</a:t>
            </a:r>
          </a:p>
        </p:txBody>
      </p:sp>
      <p:pic>
        <p:nvPicPr>
          <p:cNvPr id="6" name="Picture 5">
            <a:extLst>
              <a:ext uri="{FF2B5EF4-FFF2-40B4-BE49-F238E27FC236}">
                <a16:creationId xmlns:a16="http://schemas.microsoft.com/office/drawing/2014/main" id="{C042D710-362C-0618-A940-611BC62D1789}"/>
              </a:ext>
            </a:extLst>
          </p:cNvPr>
          <p:cNvPicPr>
            <a:picLocks noChangeAspect="1"/>
          </p:cNvPicPr>
          <p:nvPr/>
        </p:nvPicPr>
        <p:blipFill>
          <a:blip r:embed="rId3"/>
          <a:stretch>
            <a:fillRect/>
          </a:stretch>
        </p:blipFill>
        <p:spPr>
          <a:xfrm>
            <a:off x="90691" y="1863551"/>
            <a:ext cx="3962077" cy="2867098"/>
          </a:xfrm>
          <a:prstGeom prst="rect">
            <a:avLst/>
          </a:prstGeom>
        </p:spPr>
      </p:pic>
    </p:spTree>
    <p:extLst>
      <p:ext uri="{BB962C8B-B14F-4D97-AF65-F5344CB8AC3E}">
        <p14:creationId xmlns:p14="http://schemas.microsoft.com/office/powerpoint/2010/main" val="19982184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6E6F5-9890-9B4A-238C-8D4F420A7DDD}"/>
              </a:ext>
            </a:extLst>
          </p:cNvPr>
          <p:cNvSpPr>
            <a:spLocks noGrp="1"/>
          </p:cNvSpPr>
          <p:nvPr>
            <p:ph type="title"/>
          </p:nvPr>
        </p:nvSpPr>
        <p:spPr>
          <a:xfrm>
            <a:off x="366895" y="843845"/>
            <a:ext cx="3644517" cy="1880975"/>
          </a:xfrm>
        </p:spPr>
        <p:txBody>
          <a:bodyPr vert="horz" lIns="91440" tIns="45720" rIns="91440" bIns="45720" rtlCol="0" anchor="t">
            <a:normAutofit/>
          </a:bodyPr>
          <a:lstStyle/>
          <a:p>
            <a:r>
              <a:rPr lang="en-US" sz="4800"/>
              <a:t>Session</a:t>
            </a:r>
            <a:br>
              <a:rPr lang="en-US" sz="4800"/>
            </a:br>
            <a:br>
              <a:rPr lang="en-US" sz="4800"/>
            </a:br>
            <a:r>
              <a:rPr lang="en-US" sz="4800"/>
              <a:t>Outline</a:t>
            </a:r>
          </a:p>
        </p:txBody>
      </p:sp>
      <p:pic>
        <p:nvPicPr>
          <p:cNvPr id="8" name="Content Placeholder 4" descr="Social network">
            <a:extLst>
              <a:ext uri="{FF2B5EF4-FFF2-40B4-BE49-F238E27FC236}">
                <a16:creationId xmlns:a16="http://schemas.microsoft.com/office/drawing/2014/main" id="{FA8B4976-3F01-4880-8A38-7476C4551CC4}"/>
              </a:ext>
            </a:extLst>
          </p:cNvPr>
          <p:cNvPicPr>
            <a:picLocks noChangeAspect="1"/>
          </p:cNvPicPr>
          <p:nvPr/>
        </p:nvPicPr>
        <p:blipFill>
          <a:blip r:embed="rId3"/>
          <a:stretch/>
        </p:blipFill>
        <p:spPr>
          <a:xfrm>
            <a:off x="554038" y="3710932"/>
            <a:ext cx="2822152" cy="1880975"/>
          </a:xfrm>
          <a:prstGeom prst="rect">
            <a:avLst/>
          </a:prstGeom>
          <a:noFill/>
        </p:spPr>
      </p:pic>
      <p:graphicFrame>
        <p:nvGraphicFramePr>
          <p:cNvPr id="11" name="Table Placeholder 7">
            <a:extLst>
              <a:ext uri="{FF2B5EF4-FFF2-40B4-BE49-F238E27FC236}">
                <a16:creationId xmlns:a16="http://schemas.microsoft.com/office/drawing/2014/main" id="{A869F014-C0EB-2766-5ABC-4E27BA0AA9C3}"/>
              </a:ext>
            </a:extLst>
          </p:cNvPr>
          <p:cNvGraphicFramePr>
            <a:graphicFrameLocks/>
          </p:cNvGraphicFramePr>
          <p:nvPr>
            <p:extLst>
              <p:ext uri="{D42A27DB-BD31-4B8C-83A1-F6EECF244321}">
                <p14:modId xmlns:p14="http://schemas.microsoft.com/office/powerpoint/2010/main" val="4025461721"/>
              </p:ext>
            </p:extLst>
          </p:nvPr>
        </p:nvGraphicFramePr>
        <p:xfrm>
          <a:off x="4686364" y="570105"/>
          <a:ext cx="5608625" cy="5702046"/>
        </p:xfrm>
        <a:graphic>
          <a:graphicData uri="http://schemas.openxmlformats.org/drawingml/2006/table">
            <a:tbl>
              <a:tblPr>
                <a:tableStyleId>{2D5ABB26-0587-4C30-8999-92F81FD0307C}</a:tableStyleId>
              </a:tblPr>
              <a:tblGrid>
                <a:gridCol w="1383658">
                  <a:extLst>
                    <a:ext uri="{9D8B030D-6E8A-4147-A177-3AD203B41FA5}">
                      <a16:colId xmlns:a16="http://schemas.microsoft.com/office/drawing/2014/main" val="2469643470"/>
                    </a:ext>
                  </a:extLst>
                </a:gridCol>
                <a:gridCol w="4224967">
                  <a:extLst>
                    <a:ext uri="{9D8B030D-6E8A-4147-A177-3AD203B41FA5}">
                      <a16:colId xmlns:a16="http://schemas.microsoft.com/office/drawing/2014/main" val="632822243"/>
                    </a:ext>
                  </a:extLst>
                </a:gridCol>
              </a:tblGrid>
              <a:tr h="743840">
                <a:tc>
                  <a:txBody>
                    <a:bodyPr/>
                    <a:lstStyle/>
                    <a:p>
                      <a:pPr algn="ctr"/>
                      <a:r>
                        <a:rPr lang="en-US" sz="4000" b="1">
                          <a:solidFill>
                            <a:schemeClr val="accent1"/>
                          </a:solidFill>
                          <a:latin typeface="+mj-lt"/>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n-US" sz="1400" b="1" i="0" kern="1200">
                          <a:solidFill>
                            <a:schemeClr val="tx1"/>
                          </a:solidFill>
                          <a:effectLst/>
                          <a:latin typeface="+mn-lt"/>
                          <a:ea typeface="GT America Regular" charset="0"/>
                          <a:cs typeface="GT America Regular" charset="0"/>
                        </a:rPr>
                        <a:t>Recap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6007491"/>
                  </a:ext>
                </a:extLst>
              </a:tr>
              <a:tr h="81267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kern="1200" noProof="0">
                          <a:solidFill>
                            <a:schemeClr val="accent1"/>
                          </a:solidFill>
                          <a:latin typeface="+mj-lt"/>
                          <a:ea typeface="+mn-ea"/>
                          <a:cs typeface="+mn-cs"/>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kern="1200">
                          <a:solidFill>
                            <a:schemeClr val="tx1"/>
                          </a:solidFill>
                          <a:effectLst/>
                          <a:latin typeface="+mn-lt"/>
                          <a:ea typeface="GT America Regular" charset="0"/>
                          <a:cs typeface="GT America Regular" charset="0"/>
                        </a:rPr>
                        <a:t>Session Goals</a:t>
                      </a:r>
                    </a:p>
                    <a:p>
                      <a:endParaRPr lang="en-US" sz="1400" b="0" i="0" kern="1200">
                        <a:solidFill>
                          <a:schemeClr val="tx1"/>
                        </a:solidFill>
                        <a:effectLst/>
                        <a:latin typeface="+mn-lt"/>
                        <a:ea typeface="GT America Regular" charset="0"/>
                        <a:cs typeface="GT America Regular"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7285981"/>
                  </a:ext>
                </a:extLst>
              </a:tr>
              <a:tr h="8775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kern="1200">
                          <a:solidFill>
                            <a:schemeClr val="accent1"/>
                          </a:solidFill>
                          <a:latin typeface="+mj-lt"/>
                          <a:ea typeface="+mn-ea"/>
                          <a:cs typeface="+mn-cs"/>
                        </a:rPr>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a:p>
                    <a:p>
                      <a:pPr marL="0" marR="0" lvl="0" indent="0" algn="l" rtl="0" eaLnBrk="1" fontAlgn="auto" latinLnBrk="0" hangingPunct="1">
                        <a:lnSpc>
                          <a:spcPct val="100000"/>
                        </a:lnSpc>
                        <a:spcBef>
                          <a:spcPts val="0"/>
                        </a:spcBef>
                        <a:spcAft>
                          <a:spcPts val="0"/>
                        </a:spcAft>
                        <a:buClrTx/>
                        <a:buSzTx/>
                        <a:buFontTx/>
                        <a:buNone/>
                      </a:pPr>
                      <a:r>
                        <a:rPr lang="en-US" sz="1400" b="1" i="0" kern="1200">
                          <a:solidFill>
                            <a:schemeClr val="tx1"/>
                          </a:solidFill>
                          <a:effectLst/>
                          <a:latin typeface="+mn-lt"/>
                          <a:ea typeface="GT America Regular" charset="0"/>
                          <a:cs typeface="GT America Regular" charset="0"/>
                        </a:rPr>
                        <a:t>Step 3 – Transformation of  Data</a:t>
                      </a:r>
                    </a:p>
                    <a:p>
                      <a:endParaRPr lang="en-US" sz="1400" b="0" i="0" kern="1200">
                        <a:solidFill>
                          <a:schemeClr val="tx1"/>
                        </a:solidFill>
                        <a:effectLst/>
                        <a:latin typeface="+mn-lt"/>
                        <a:ea typeface="GT America Regular" charset="0"/>
                        <a:cs typeface="GT America Regular"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334366"/>
                  </a:ext>
                </a:extLst>
              </a:tr>
              <a:tr h="7777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kern="1200" noProof="0">
                          <a:solidFill>
                            <a:schemeClr val="accent1"/>
                          </a:solidFill>
                          <a:latin typeface="+mj-lt"/>
                          <a:ea typeface="+mn-ea"/>
                          <a:cs typeface="+mn-cs"/>
                        </a:rPr>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1" i="0" kern="1200">
                          <a:solidFill>
                            <a:schemeClr val="tx1"/>
                          </a:solidFill>
                          <a:effectLst/>
                          <a:latin typeface="+mn-lt"/>
                          <a:ea typeface="GT America Regular" charset="0"/>
                          <a:cs typeface="GT America Regular" charset="0"/>
                        </a:rPr>
                        <a:t>Understanding Use Case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7412935"/>
                  </a:ext>
                </a:extLst>
              </a:tr>
              <a:tr h="24902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kern="1200">
                          <a:solidFill>
                            <a:schemeClr val="accent1"/>
                          </a:solidFill>
                          <a:latin typeface="+mj-lt"/>
                          <a:ea typeface="+mn-ea"/>
                          <a:cs typeface="+mn-cs"/>
                        </a:rPr>
                        <a:t>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a:ln>
                            <a:noFill/>
                          </a:ln>
                          <a:solidFill>
                            <a:schemeClr val="accent1"/>
                          </a:solidFill>
                          <a:effectLst/>
                          <a:uLnTx/>
                          <a:uFillTx/>
                          <a:latin typeface="+mj-lt"/>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kern="1200" noProof="0">
                          <a:solidFill>
                            <a:schemeClr val="accent1"/>
                          </a:solidFill>
                          <a:latin typeface="+mj-lt"/>
                          <a:ea typeface="+mn-ea"/>
                          <a:cs typeface="+mn-cs"/>
                        </a:rPr>
                        <a:t>6</a:t>
                      </a:r>
                    </a:p>
                    <a:p>
                      <a:pPr algn="ctr"/>
                      <a:endParaRPr lang="en-US" sz="5400" b="1">
                        <a:solidFill>
                          <a:schemeClr val="accent1"/>
                        </a:solidFill>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b="0" i="0" kern="1200">
                        <a:solidFill>
                          <a:schemeClr val="tx1"/>
                        </a:solidFill>
                        <a:effectLst/>
                        <a:latin typeface="+mn-lt"/>
                        <a:ea typeface="GT America Regular" charset="0"/>
                        <a:cs typeface="GT America Regular"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53867"/>
                  </a:ext>
                </a:extLst>
              </a:tr>
            </a:tbl>
          </a:graphicData>
        </a:graphic>
      </p:graphicFrame>
      <p:sp>
        <p:nvSpPr>
          <p:cNvPr id="16" name="TextBox 15">
            <a:extLst>
              <a:ext uri="{FF2B5EF4-FFF2-40B4-BE49-F238E27FC236}">
                <a16:creationId xmlns:a16="http://schemas.microsoft.com/office/drawing/2014/main" id="{239C24CE-193D-AC34-F230-77507983C1BA}"/>
              </a:ext>
            </a:extLst>
          </p:cNvPr>
          <p:cNvSpPr txBox="1"/>
          <p:nvPr/>
        </p:nvSpPr>
        <p:spPr>
          <a:xfrm>
            <a:off x="6132760" y="4127163"/>
            <a:ext cx="4198990" cy="524256"/>
          </a:xfrm>
          <a:prstGeom prst="rect">
            <a:avLst/>
          </a:prstGeom>
          <a:noFill/>
        </p:spPr>
        <p:txBody>
          <a:bodyPr wrap="square" lIns="0" tIns="0" rIns="0" bIns="0" rtlCol="0" anchor="t">
            <a:noAutofit/>
          </a:bodyPr>
          <a:lstStyle/>
          <a:p>
            <a:pPr>
              <a:lnSpc>
                <a:spcPct val="101000"/>
              </a:lnSpc>
              <a:spcAft>
                <a:spcPts val="600"/>
              </a:spcAft>
            </a:pPr>
            <a:r>
              <a:rPr lang="en-US" sz="1400" b="1">
                <a:ea typeface="GT America Regular" charset="0"/>
                <a:cs typeface="GT America Regular" charset="0"/>
              </a:rPr>
              <a:t>Built the Workflow </a:t>
            </a:r>
          </a:p>
          <a:p>
            <a:pPr algn="l">
              <a:lnSpc>
                <a:spcPct val="101000"/>
              </a:lnSpc>
              <a:spcAft>
                <a:spcPts val="600"/>
              </a:spcAft>
            </a:pPr>
            <a:endParaRPr kumimoji="0" lang="en-US" sz="1400" b="0" i="0" u="none" strike="noStrike" kern="1200" cap="none" spc="0" normalizeH="0" baseline="0" noProof="0">
              <a:ln>
                <a:noFill/>
              </a:ln>
              <a:solidFill>
                <a:srgbClr val="000000"/>
              </a:solidFill>
              <a:effectLst/>
              <a:uLnTx/>
              <a:uFillTx/>
              <a:ea typeface="GT America Regular" charset="0"/>
              <a:cs typeface="GT America Regular" charset="0"/>
            </a:endParaRPr>
          </a:p>
        </p:txBody>
      </p:sp>
      <p:sp>
        <p:nvSpPr>
          <p:cNvPr id="17" name="TextBox 16">
            <a:extLst>
              <a:ext uri="{FF2B5EF4-FFF2-40B4-BE49-F238E27FC236}">
                <a16:creationId xmlns:a16="http://schemas.microsoft.com/office/drawing/2014/main" id="{854C2BB7-8599-B233-0E7D-433FDBFEEADB}"/>
              </a:ext>
            </a:extLst>
          </p:cNvPr>
          <p:cNvSpPr txBox="1"/>
          <p:nvPr/>
        </p:nvSpPr>
        <p:spPr>
          <a:xfrm>
            <a:off x="6096000" y="5029680"/>
            <a:ext cx="4198990" cy="524256"/>
          </a:xfrm>
          <a:prstGeom prst="rect">
            <a:avLst/>
          </a:prstGeom>
          <a:noFill/>
        </p:spPr>
        <p:txBody>
          <a:bodyPr wrap="square" lIns="0" tIns="0" rIns="0" bIns="0" rtlCol="0" anchor="t">
            <a:noAutofit/>
          </a:bodyPr>
          <a:lstStyle/>
          <a:p>
            <a:pPr>
              <a:lnSpc>
                <a:spcPct val="101000"/>
              </a:lnSpc>
              <a:spcAft>
                <a:spcPts val="600"/>
              </a:spcAft>
            </a:pPr>
            <a:r>
              <a:rPr lang="en-US" sz="1400" b="1">
                <a:solidFill>
                  <a:srgbClr val="000000"/>
                </a:solidFill>
                <a:ea typeface="GT America Regular" charset="0"/>
                <a:cs typeface="GT America Regular" charset="0"/>
              </a:rPr>
              <a:t> </a:t>
            </a:r>
            <a:r>
              <a:rPr kumimoji="0" lang="en-US" sz="1400" b="1" i="0" u="none" strike="noStrike" kern="1200" cap="none" spc="0" normalizeH="0" baseline="0" noProof="0">
                <a:ln>
                  <a:noFill/>
                </a:ln>
                <a:solidFill>
                  <a:srgbClr val="000000"/>
                </a:solidFill>
                <a:effectLst/>
                <a:uLnTx/>
                <a:uFillTx/>
                <a:ea typeface="GT America Regular" charset="0"/>
                <a:cs typeface="GT America Regular" charset="0"/>
              </a:rPr>
              <a:t>Conclu</a:t>
            </a:r>
            <a:r>
              <a:rPr lang="en-US" sz="1400" b="1">
                <a:solidFill>
                  <a:srgbClr val="000000"/>
                </a:solidFill>
                <a:ea typeface="GT America Regular" charset="0"/>
                <a:cs typeface="GT America Regular" charset="0"/>
              </a:rPr>
              <a:t>sion &amp; Q&amp;A</a:t>
            </a:r>
            <a:endParaRPr kumimoji="0" lang="en-US" sz="1400" b="0"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215328356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61274-980A-A218-4ECE-A5C69222F889}"/>
              </a:ext>
            </a:extLst>
          </p:cNvPr>
          <p:cNvSpPr>
            <a:spLocks noGrp="1"/>
          </p:cNvSpPr>
          <p:nvPr>
            <p:ph type="title"/>
          </p:nvPr>
        </p:nvSpPr>
        <p:spPr>
          <a:xfrm>
            <a:off x="440415" y="2643164"/>
            <a:ext cx="3300984" cy="1426604"/>
          </a:xfrm>
        </p:spPr>
        <p:txBody>
          <a:bodyPr vert="horz" lIns="91440" tIns="45720" rIns="91440" bIns="45720" rtlCol="0" anchor="t">
            <a:normAutofit/>
          </a:bodyPr>
          <a:lstStyle/>
          <a:p>
            <a:r>
              <a:rPr lang="en-US"/>
              <a:t>Recap</a:t>
            </a:r>
          </a:p>
        </p:txBody>
      </p:sp>
      <p:graphicFrame>
        <p:nvGraphicFramePr>
          <p:cNvPr id="9" name="Diagram 8">
            <a:extLst>
              <a:ext uri="{FF2B5EF4-FFF2-40B4-BE49-F238E27FC236}">
                <a16:creationId xmlns:a16="http://schemas.microsoft.com/office/drawing/2014/main" id="{0DEEB0F7-B122-0F7D-C789-A38BDE348503}"/>
              </a:ext>
            </a:extLst>
          </p:cNvPr>
          <p:cNvGraphicFramePr/>
          <p:nvPr>
            <p:extLst>
              <p:ext uri="{D42A27DB-BD31-4B8C-83A1-F6EECF244321}">
                <p14:modId xmlns:p14="http://schemas.microsoft.com/office/powerpoint/2010/main" val="1793706637"/>
              </p:ext>
            </p:extLst>
          </p:nvPr>
        </p:nvGraphicFramePr>
        <p:xfrm>
          <a:off x="4202130" y="924674"/>
          <a:ext cx="6809999" cy="49353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0965375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3d illustration">
            <a:extLst>
              <a:ext uri="{FF2B5EF4-FFF2-40B4-BE49-F238E27FC236}">
                <a16:creationId xmlns:a16="http://schemas.microsoft.com/office/drawing/2014/main" id="{EAAF11E6-07DA-4D91-8931-CF084B4F1B4B}"/>
              </a:ext>
            </a:extLst>
          </p:cNvPr>
          <p:cNvPicPr>
            <a:picLocks noGrp="1" noChangeAspect="1"/>
          </p:cNvPicPr>
          <p:nvPr>
            <p:ph sz="quarter" idx="18"/>
          </p:nvPr>
        </p:nvPicPr>
        <p:blipFill>
          <a:blip r:embed="rId3"/>
          <a:stretch/>
        </p:blipFill>
        <p:spPr>
          <a:xfrm>
            <a:off x="852800" y="3739742"/>
            <a:ext cx="2482664" cy="2090833"/>
          </a:xfrm>
          <a:prstGeom prst="rect">
            <a:avLst/>
          </a:prstGeom>
          <a:noFill/>
        </p:spPr>
      </p:pic>
      <p:graphicFrame>
        <p:nvGraphicFramePr>
          <p:cNvPr id="3" name="Diagram 2">
            <a:extLst>
              <a:ext uri="{FF2B5EF4-FFF2-40B4-BE49-F238E27FC236}">
                <a16:creationId xmlns:a16="http://schemas.microsoft.com/office/drawing/2014/main" id="{8E47305E-49B2-16DC-46E1-D28FB991BD7D}"/>
              </a:ext>
            </a:extLst>
          </p:cNvPr>
          <p:cNvGraphicFramePr/>
          <p:nvPr>
            <p:extLst>
              <p:ext uri="{D42A27DB-BD31-4B8C-83A1-F6EECF244321}">
                <p14:modId xmlns:p14="http://schemas.microsoft.com/office/powerpoint/2010/main" val="1661768705"/>
              </p:ext>
            </p:extLst>
          </p:nvPr>
        </p:nvGraphicFramePr>
        <p:xfrm>
          <a:off x="4502644" y="884451"/>
          <a:ext cx="7399392" cy="508909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Title 1">
            <a:extLst>
              <a:ext uri="{FF2B5EF4-FFF2-40B4-BE49-F238E27FC236}">
                <a16:creationId xmlns:a16="http://schemas.microsoft.com/office/drawing/2014/main" id="{621C2182-6097-A3F5-B584-C593ED9964E6}"/>
              </a:ext>
            </a:extLst>
          </p:cNvPr>
          <p:cNvSpPr>
            <a:spLocks noGrp="1"/>
          </p:cNvSpPr>
          <p:nvPr>
            <p:ph type="title"/>
          </p:nvPr>
        </p:nvSpPr>
        <p:spPr/>
        <p:txBody>
          <a:bodyPr vert="horz" lIns="91440" tIns="45720" rIns="91440" bIns="45720" rtlCol="0" anchor="t">
            <a:normAutofit/>
          </a:bodyPr>
          <a:lstStyle/>
          <a:p>
            <a:r>
              <a:rPr lang="en-US"/>
              <a:t>Overview of Session Goals</a:t>
            </a:r>
          </a:p>
        </p:txBody>
      </p:sp>
    </p:spTree>
    <p:extLst>
      <p:ext uri="{BB962C8B-B14F-4D97-AF65-F5344CB8AC3E}">
        <p14:creationId xmlns:p14="http://schemas.microsoft.com/office/powerpoint/2010/main" val="322897408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4441C-F036-932D-733C-2189065F4767}"/>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7AC172A4-72A5-AA7B-1917-47AA9CBCED68}"/>
              </a:ext>
            </a:extLst>
          </p:cNvPr>
          <p:cNvSpPr>
            <a:spLocks noGrp="1"/>
          </p:cNvSpPr>
          <p:nvPr>
            <p:ph type="body" sz="quarter" idx="15"/>
          </p:nvPr>
        </p:nvSpPr>
        <p:spPr>
          <a:xfrm>
            <a:off x="338795" y="2600980"/>
            <a:ext cx="3300984" cy="896948"/>
          </a:xfrm>
        </p:spPr>
        <p:txBody>
          <a:bodyPr vert="horz" lIns="0" tIns="0" rIns="0" bIns="0" rtlCol="0" anchor="t">
            <a:noAutofit/>
          </a:bodyPr>
          <a:lstStyle/>
          <a:p>
            <a:endParaRPr lang="en-US" sz="3600" b="1">
              <a:latin typeface="+mj-lt"/>
              <a:ea typeface="+mj-ea"/>
              <a:cs typeface="+mj-cs"/>
            </a:endParaRPr>
          </a:p>
          <a:p>
            <a:endParaRPr lang="en-US"/>
          </a:p>
        </p:txBody>
      </p:sp>
      <p:pic>
        <p:nvPicPr>
          <p:cNvPr id="2" name="Picture 1">
            <a:extLst>
              <a:ext uri="{FF2B5EF4-FFF2-40B4-BE49-F238E27FC236}">
                <a16:creationId xmlns:a16="http://schemas.microsoft.com/office/drawing/2014/main" id="{896B13FC-B2CF-A503-41FC-81476791F1E4}"/>
              </a:ext>
            </a:extLst>
          </p:cNvPr>
          <p:cNvPicPr>
            <a:picLocks noChangeAspect="1"/>
          </p:cNvPicPr>
          <p:nvPr/>
        </p:nvPicPr>
        <p:blipFill>
          <a:blip r:embed="rId2">
            <a:duotone>
              <a:schemeClr val="accent6">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4142156" y="2274514"/>
            <a:ext cx="7983982" cy="2692656"/>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3" name="Text Placeholder 8">
            <a:extLst>
              <a:ext uri="{FF2B5EF4-FFF2-40B4-BE49-F238E27FC236}">
                <a16:creationId xmlns:a16="http://schemas.microsoft.com/office/drawing/2014/main" id="{E03E2E19-EB09-988B-2356-F0322B97CEE5}"/>
              </a:ext>
            </a:extLst>
          </p:cNvPr>
          <p:cNvSpPr txBox="1">
            <a:spLocks/>
          </p:cNvSpPr>
          <p:nvPr/>
        </p:nvSpPr>
        <p:spPr>
          <a:xfrm>
            <a:off x="349274" y="2681696"/>
            <a:ext cx="3300984" cy="896948"/>
          </a:xfrm>
          <a:prstGeom prst="rect">
            <a:avLst/>
          </a:prstGeom>
        </p:spPr>
        <p:txBody>
          <a:bodyPr vert="horz" lIns="0" tIns="0" rIns="0" bIns="0" rtlCol="0" anchor="t">
            <a:noAutofit/>
          </a:bodyPr>
          <a:lstStyle>
            <a:lvl1pPr marL="0" indent="0" algn="l" defTabSz="914400" rtl="0" eaLnBrk="1" latinLnBrk="0" hangingPunct="1">
              <a:lnSpc>
                <a:spcPct val="101000"/>
              </a:lnSpc>
              <a:spcBef>
                <a:spcPts val="2400"/>
              </a:spcBef>
              <a:spcAft>
                <a:spcPts val="600"/>
              </a:spcAft>
              <a:buFont typeface="GT America Regular"/>
              <a:buNone/>
              <a:defRPr sz="1400" b="0" i="0" kern="1200">
                <a:solidFill>
                  <a:schemeClr val="bg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pitchFamily="2" charset="77"/>
              <a:buChar char="→"/>
              <a:defRPr sz="1400" b="0" i="0" kern="1200">
                <a:solidFill>
                  <a:schemeClr val="bg1"/>
                </a:solidFill>
                <a:latin typeface="+mn-lt"/>
                <a:ea typeface="GT America Regular"/>
                <a:cs typeface="GT America Regular"/>
              </a:defRPr>
            </a:lvl2pPr>
            <a:lvl3pPr marL="0" indent="0" algn="l" defTabSz="914400" rtl="0" eaLnBrk="1" latinLnBrk="0" hangingPunct="1">
              <a:lnSpc>
                <a:spcPct val="101000"/>
              </a:lnSpc>
              <a:spcBef>
                <a:spcPts val="0"/>
              </a:spcBef>
              <a:spcAft>
                <a:spcPts val="600"/>
              </a:spcAft>
              <a:buClr>
                <a:schemeClr val="accent1"/>
              </a:buClr>
              <a:buFont typeface="GT America Regular" pitchFamily="50" charset="0"/>
              <a:buNone/>
              <a:defRPr sz="1400" b="0" i="0" kern="1200">
                <a:solidFill>
                  <a:schemeClr val="bg1"/>
                </a:solidFill>
                <a:latin typeface="+mn-lt"/>
                <a:ea typeface="GT America Regular" pitchFamily="2" charset="77"/>
                <a:cs typeface="GT America Regular" pitchFamily="2" charset="77"/>
              </a:defRPr>
            </a:lvl3pPr>
            <a:lvl4pPr marL="283464"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bg1"/>
                </a:solidFill>
                <a:latin typeface="+mn-lt"/>
                <a:ea typeface="GT America Regular" pitchFamily="2" charset="77"/>
                <a:cs typeface="GT America Regular" pitchFamily="2" charset="77"/>
              </a:defRPr>
            </a:lvl4pPr>
            <a:lvl5pPr marL="283464" indent="0" algn="l" defTabSz="914400" rtl="0" eaLnBrk="1" latinLnBrk="0" hangingPunct="1">
              <a:lnSpc>
                <a:spcPct val="101000"/>
              </a:lnSpc>
              <a:spcBef>
                <a:spcPts val="0"/>
              </a:spcBef>
              <a:spcAft>
                <a:spcPts val="600"/>
              </a:spcAft>
              <a:buClr>
                <a:schemeClr val="accent1"/>
              </a:buClr>
              <a:buFont typeface="GT America Regular" charset="0"/>
              <a:buNone/>
              <a:tabLst/>
              <a:defRPr sz="1400" b="0" i="0" kern="1200">
                <a:solidFill>
                  <a:schemeClr val="bg1"/>
                </a:solidFill>
                <a:latin typeface="+mn-lt"/>
                <a:ea typeface="GT America Regular" pitchFamily="2" charset="77"/>
                <a:cs typeface="GT America Regular" pitchFamily="2" charset="77"/>
              </a:defRPr>
            </a:lvl5pPr>
            <a:lvl6pPr marL="283464"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bg1"/>
                </a:solidFill>
                <a:latin typeface="+mn-lt"/>
                <a:ea typeface="GT America Regular" pitchFamily="2" charset="77"/>
                <a:cs typeface="GT America Regular" pitchFamily="2" charset="77"/>
              </a:defRPr>
            </a:lvl6pPr>
            <a:lvl7pPr marL="283464" indent="0" algn="l" defTabSz="914400" rtl="0" eaLnBrk="1" latinLnBrk="0" hangingPunct="1">
              <a:lnSpc>
                <a:spcPct val="101000"/>
              </a:lnSpc>
              <a:spcBef>
                <a:spcPts val="0"/>
              </a:spcBef>
              <a:spcAft>
                <a:spcPts val="600"/>
              </a:spcAft>
              <a:buClr>
                <a:schemeClr val="accent1"/>
              </a:buClr>
              <a:buFont typeface="GT America Regular" charset="0"/>
              <a:buNone/>
              <a:defRPr sz="1100" kern="1200">
                <a:solidFill>
                  <a:schemeClr val="bg1"/>
                </a:solidFill>
                <a:latin typeface="+mn-lt"/>
                <a:ea typeface="GT America Regular" pitchFamily="2" charset="77"/>
                <a:cs typeface="GT America Regular" pitchFamily="2" charset="77"/>
              </a:defRPr>
            </a:lvl7pPr>
            <a:lvl8pPr marL="283464"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bg1"/>
                </a:solidFill>
                <a:latin typeface="+mn-lt"/>
                <a:ea typeface="GT America Regular" pitchFamily="2" charset="77"/>
                <a:cs typeface="GT America Regular" pitchFamily="2" charset="77"/>
              </a:defRPr>
            </a:lvl8pPr>
            <a:lvl9pPr marL="283464" indent="0" algn="l" defTabSz="914400" rtl="0" eaLnBrk="1" latinLnBrk="0" hangingPunct="1">
              <a:lnSpc>
                <a:spcPct val="101000"/>
              </a:lnSpc>
              <a:spcBef>
                <a:spcPts val="0"/>
              </a:spcBef>
              <a:spcAft>
                <a:spcPts val="600"/>
              </a:spcAft>
              <a:buClr>
                <a:schemeClr val="accent1"/>
              </a:buClr>
              <a:buFont typeface="GT America Regular" charset="0"/>
              <a:buNone/>
              <a:defRPr sz="1100" kern="1200">
                <a:solidFill>
                  <a:schemeClr val="bg1"/>
                </a:solidFill>
                <a:latin typeface="+mn-lt"/>
                <a:ea typeface="GT America Regular" pitchFamily="2" charset="77"/>
                <a:cs typeface="GT America Regular" pitchFamily="2" charset="77"/>
              </a:defRPr>
            </a:lvl9pPr>
          </a:lstStyle>
          <a:p>
            <a:endParaRPr lang="en-US"/>
          </a:p>
        </p:txBody>
      </p:sp>
      <p:sp>
        <p:nvSpPr>
          <p:cNvPr id="12" name="TextBox 11">
            <a:extLst>
              <a:ext uri="{FF2B5EF4-FFF2-40B4-BE49-F238E27FC236}">
                <a16:creationId xmlns:a16="http://schemas.microsoft.com/office/drawing/2014/main" id="{2B888B8D-157B-F69C-6B80-0BA2070E81F4}"/>
              </a:ext>
            </a:extLst>
          </p:cNvPr>
          <p:cNvSpPr txBox="1"/>
          <p:nvPr/>
        </p:nvSpPr>
        <p:spPr>
          <a:xfrm>
            <a:off x="169533" y="1124141"/>
            <a:ext cx="3780516" cy="1446550"/>
          </a:xfrm>
          <a:prstGeom prst="rect">
            <a:avLst/>
          </a:prstGeom>
          <a:noFill/>
        </p:spPr>
        <p:txBody>
          <a:bodyPr wrap="square">
            <a:spAutoFit/>
          </a:bodyPr>
          <a:lstStyle/>
          <a:p>
            <a:br>
              <a:rPr kumimoji="0" lang="en-US" sz="4400" b="1" i="0" u="none" strike="noStrike" kern="1200" cap="none" spc="0" normalizeH="0" baseline="0" noProof="0">
                <a:ln>
                  <a:noFill/>
                </a:ln>
                <a:solidFill>
                  <a:prstClr val="white"/>
                </a:solidFill>
                <a:effectLst/>
                <a:uLnTx/>
                <a:uFillTx/>
                <a:latin typeface="Times New Roman" panose="02020603050405020304"/>
                <a:ea typeface="+mj-ea"/>
                <a:cs typeface="+mj-cs"/>
              </a:rPr>
            </a:br>
            <a:endParaRPr lang="en-US" sz="4400"/>
          </a:p>
        </p:txBody>
      </p:sp>
      <p:sp>
        <p:nvSpPr>
          <p:cNvPr id="13" name="TextBox 12">
            <a:extLst>
              <a:ext uri="{FF2B5EF4-FFF2-40B4-BE49-F238E27FC236}">
                <a16:creationId xmlns:a16="http://schemas.microsoft.com/office/drawing/2014/main" id="{0B16E043-8B57-F6A1-157E-D88EE3F7AE5F}"/>
              </a:ext>
            </a:extLst>
          </p:cNvPr>
          <p:cNvSpPr txBox="1"/>
          <p:nvPr/>
        </p:nvSpPr>
        <p:spPr>
          <a:xfrm>
            <a:off x="169533" y="273984"/>
            <a:ext cx="3780516" cy="769441"/>
          </a:xfrm>
          <a:prstGeom prst="rect">
            <a:avLst/>
          </a:prstGeom>
          <a:noFill/>
        </p:spPr>
        <p:txBody>
          <a:bodyPr wrap="square" lIns="91440" tIns="45720" rIns="91440" bIns="45720" anchor="t">
            <a:spAutoFit/>
          </a:bodyPr>
          <a:lstStyle/>
          <a:p>
            <a:r>
              <a:rPr kumimoji="0" lang="en-US" sz="4400" b="1" i="0" u="none" strike="noStrike" kern="1200" cap="none" spc="0" normalizeH="0" baseline="0" noProof="0">
                <a:ln>
                  <a:noFill/>
                </a:ln>
                <a:solidFill>
                  <a:prstClr val="white"/>
                </a:solidFill>
                <a:effectLst/>
                <a:uLnTx/>
                <a:uFillTx/>
                <a:latin typeface="Times New Roman" panose="02020603050405020304"/>
                <a:ea typeface="+mj-ea"/>
                <a:cs typeface="+mj-cs"/>
              </a:rPr>
              <a:t>STEP </a:t>
            </a:r>
            <a:r>
              <a:rPr lang="en-US" sz="4400" b="1">
                <a:solidFill>
                  <a:prstClr val="white"/>
                </a:solidFill>
                <a:latin typeface="Times New Roman" panose="02020603050405020304"/>
                <a:ea typeface="+mj-ea"/>
                <a:cs typeface="+mj-cs"/>
              </a:rPr>
              <a:t>3</a:t>
            </a:r>
            <a:endParaRPr lang="en-US" sz="4400">
              <a:solidFill>
                <a:prstClr val="white"/>
              </a:solidFill>
            </a:endParaRPr>
          </a:p>
        </p:txBody>
      </p:sp>
      <p:pic>
        <p:nvPicPr>
          <p:cNvPr id="7" name="Picture 6">
            <a:extLst>
              <a:ext uri="{FF2B5EF4-FFF2-40B4-BE49-F238E27FC236}">
                <a16:creationId xmlns:a16="http://schemas.microsoft.com/office/drawing/2014/main" id="{164F6895-D271-37E9-2AD8-86A18B18BA14}"/>
              </a:ext>
            </a:extLst>
          </p:cNvPr>
          <p:cNvPicPr>
            <a:picLocks noChangeAspect="1"/>
          </p:cNvPicPr>
          <p:nvPr/>
        </p:nvPicPr>
        <p:blipFill>
          <a:blip r:embed="rId4"/>
          <a:stretch>
            <a:fillRect/>
          </a:stretch>
        </p:blipFill>
        <p:spPr>
          <a:xfrm>
            <a:off x="5757778" y="1865561"/>
            <a:ext cx="5026627" cy="2963758"/>
          </a:xfrm>
          <a:prstGeom prst="rect">
            <a:avLst/>
          </a:prstGeom>
        </p:spPr>
      </p:pic>
      <p:pic>
        <p:nvPicPr>
          <p:cNvPr id="11" name="Picture 10">
            <a:extLst>
              <a:ext uri="{FF2B5EF4-FFF2-40B4-BE49-F238E27FC236}">
                <a16:creationId xmlns:a16="http://schemas.microsoft.com/office/drawing/2014/main" id="{646F5D24-9762-4105-0B47-5A4AA67A40C6}"/>
              </a:ext>
            </a:extLst>
          </p:cNvPr>
          <p:cNvPicPr>
            <a:picLocks noChangeAspect="1"/>
          </p:cNvPicPr>
          <p:nvPr/>
        </p:nvPicPr>
        <p:blipFill>
          <a:blip r:embed="rId5"/>
          <a:stretch>
            <a:fillRect/>
          </a:stretch>
        </p:blipFill>
        <p:spPr>
          <a:xfrm>
            <a:off x="10506184" y="2338842"/>
            <a:ext cx="1441433" cy="1517050"/>
          </a:xfrm>
          <a:prstGeom prst="rect">
            <a:avLst/>
          </a:prstGeom>
        </p:spPr>
      </p:pic>
    </p:spTree>
    <p:extLst>
      <p:ext uri="{BB962C8B-B14F-4D97-AF65-F5344CB8AC3E}">
        <p14:creationId xmlns:p14="http://schemas.microsoft.com/office/powerpoint/2010/main" val="847836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877290-0742-CBE3-69AD-44B9EFDDF177}"/>
              </a:ext>
            </a:extLst>
          </p:cNvPr>
          <p:cNvSpPr>
            <a:spLocks noGrp="1"/>
          </p:cNvSpPr>
          <p:nvPr>
            <p:ph type="sldNum" sz="quarter" idx="12"/>
          </p:nvPr>
        </p:nvSpPr>
        <p:spPr/>
        <p:txBody>
          <a:bodyPr/>
          <a:lstStyle/>
          <a:p>
            <a:fld id="{862A5111-985B-C14D-9115-5787026182A8}" type="slidenum">
              <a:rPr lang="en-US" smtClean="0"/>
              <a:t>6</a:t>
            </a:fld>
            <a:endParaRPr lang="en-US"/>
          </a:p>
        </p:txBody>
      </p:sp>
      <p:sp>
        <p:nvSpPr>
          <p:cNvPr id="4" name="Content Placeholder 3">
            <a:extLst>
              <a:ext uri="{FF2B5EF4-FFF2-40B4-BE49-F238E27FC236}">
                <a16:creationId xmlns:a16="http://schemas.microsoft.com/office/drawing/2014/main" id="{34786B65-A7BC-2E56-8783-6B2CF1209303}"/>
              </a:ext>
            </a:extLst>
          </p:cNvPr>
          <p:cNvSpPr>
            <a:spLocks noGrp="1"/>
          </p:cNvSpPr>
          <p:nvPr>
            <p:ph sz="quarter" idx="49"/>
          </p:nvPr>
        </p:nvSpPr>
        <p:spPr>
          <a:xfrm>
            <a:off x="4781549" y="552448"/>
            <a:ext cx="6242621" cy="2057400"/>
          </a:xfrm>
        </p:spPr>
        <p:txBody>
          <a:bodyPr/>
          <a:lstStyle/>
          <a:p>
            <a:r>
              <a:rPr lang="en-US" sz="3600" dirty="0"/>
              <a:t>Objectives of Data Analysis</a:t>
            </a:r>
          </a:p>
        </p:txBody>
      </p:sp>
      <p:sp>
        <p:nvSpPr>
          <p:cNvPr id="10" name="Text Placeholder 9">
            <a:extLst>
              <a:ext uri="{FF2B5EF4-FFF2-40B4-BE49-F238E27FC236}">
                <a16:creationId xmlns:a16="http://schemas.microsoft.com/office/drawing/2014/main" id="{EA4BD9A8-9D1A-B49D-4502-EF75FB168DFB}"/>
              </a:ext>
            </a:extLst>
          </p:cNvPr>
          <p:cNvSpPr>
            <a:spLocks noGrp="1"/>
          </p:cNvSpPr>
          <p:nvPr>
            <p:ph type="body" sz="quarter" idx="15"/>
          </p:nvPr>
        </p:nvSpPr>
        <p:spPr>
          <a:xfrm>
            <a:off x="546099" y="2425699"/>
            <a:ext cx="3300984" cy="1656495"/>
          </a:xfrm>
        </p:spPr>
        <p:txBody>
          <a:bodyPr/>
          <a:lstStyle/>
          <a:p>
            <a:r>
              <a:rPr lang="en-US" dirty="0"/>
              <a:t>This use case focuses on analyzing e-commerce data to understand customer behavior, transaction patterns, and sales trends to optimize operation and boost revenue.</a:t>
            </a:r>
          </a:p>
          <a:p>
            <a:endParaRPr lang="en-US" dirty="0"/>
          </a:p>
        </p:txBody>
      </p:sp>
      <p:sp>
        <p:nvSpPr>
          <p:cNvPr id="11" name="Title 10">
            <a:extLst>
              <a:ext uri="{FF2B5EF4-FFF2-40B4-BE49-F238E27FC236}">
                <a16:creationId xmlns:a16="http://schemas.microsoft.com/office/drawing/2014/main" id="{E28B6027-3597-2D77-747F-0C970EA4212E}"/>
              </a:ext>
            </a:extLst>
          </p:cNvPr>
          <p:cNvSpPr>
            <a:spLocks noGrp="1"/>
          </p:cNvSpPr>
          <p:nvPr>
            <p:ph type="title"/>
          </p:nvPr>
        </p:nvSpPr>
        <p:spPr>
          <a:xfrm>
            <a:off x="546100" y="552450"/>
            <a:ext cx="3300983" cy="1656494"/>
          </a:xfrm>
        </p:spPr>
        <p:txBody>
          <a:bodyPr/>
          <a:lstStyle/>
          <a:p>
            <a:r>
              <a:rPr lang="en-US" sz="3500" dirty="0"/>
              <a:t>Use Case:</a:t>
            </a:r>
            <a:br>
              <a:rPr lang="en-US" sz="3500" dirty="0"/>
            </a:br>
            <a:r>
              <a:rPr lang="en-US" sz="3500" dirty="0"/>
              <a:t> E-Commerce Data</a:t>
            </a:r>
          </a:p>
        </p:txBody>
      </p:sp>
      <p:pic>
        <p:nvPicPr>
          <p:cNvPr id="12" name="Picture 11">
            <a:extLst>
              <a:ext uri="{FF2B5EF4-FFF2-40B4-BE49-F238E27FC236}">
                <a16:creationId xmlns:a16="http://schemas.microsoft.com/office/drawing/2014/main" id="{F559F303-1EAE-2F51-CB3F-F1BE3CF35FEA}"/>
              </a:ext>
            </a:extLst>
          </p:cNvPr>
          <p:cNvPicPr>
            <a:picLocks noChangeAspect="1"/>
          </p:cNvPicPr>
          <p:nvPr/>
        </p:nvPicPr>
        <p:blipFill>
          <a:blip r:embed="rId2"/>
          <a:stretch>
            <a:fillRect/>
          </a:stretch>
        </p:blipFill>
        <p:spPr>
          <a:xfrm>
            <a:off x="465691" y="4082195"/>
            <a:ext cx="3461799" cy="2057400"/>
          </a:xfrm>
          <a:prstGeom prst="rect">
            <a:avLst/>
          </a:prstGeom>
        </p:spPr>
      </p:pic>
      <p:sp>
        <p:nvSpPr>
          <p:cNvPr id="13" name="TextBox 12">
            <a:extLst>
              <a:ext uri="{FF2B5EF4-FFF2-40B4-BE49-F238E27FC236}">
                <a16:creationId xmlns:a16="http://schemas.microsoft.com/office/drawing/2014/main" id="{8BF08E3A-6550-A38B-CC64-BA52AAC4B986}"/>
              </a:ext>
            </a:extLst>
          </p:cNvPr>
          <p:cNvSpPr txBox="1"/>
          <p:nvPr/>
        </p:nvSpPr>
        <p:spPr>
          <a:xfrm>
            <a:off x="4781549" y="1489754"/>
            <a:ext cx="6242620" cy="4520628"/>
          </a:xfrm>
          <a:prstGeom prst="rect">
            <a:avLst/>
          </a:prstGeom>
          <a:noFill/>
        </p:spPr>
        <p:txBody>
          <a:bodyPr wrap="square" lIns="0" tIns="0" rIns="0" bIns="0" rtlCol="0">
            <a:noAutofit/>
          </a:bodyPr>
          <a:lstStyle/>
          <a:p>
            <a:pPr marL="285750" indent="-285750">
              <a:buFont typeface="Arial" panose="020B0604020202020204" pitchFamily="34" charset="0"/>
              <a:buChar char="•"/>
            </a:pPr>
            <a:r>
              <a:rPr lang="en-US" sz="2800" dirty="0">
                <a:latin typeface="+mj-lt"/>
              </a:rPr>
              <a:t>Identify top-selling products</a:t>
            </a:r>
          </a:p>
          <a:p>
            <a:endParaRPr lang="en-US" sz="2800" dirty="0">
              <a:latin typeface="+mj-lt"/>
            </a:endParaRPr>
          </a:p>
          <a:p>
            <a:pPr marL="285750" indent="-285750">
              <a:buFont typeface="Arial" panose="020B0604020202020204" pitchFamily="34" charset="0"/>
              <a:buChar char="•"/>
            </a:pPr>
            <a:r>
              <a:rPr lang="en-US" sz="2800" dirty="0">
                <a:latin typeface="+mj-lt"/>
              </a:rPr>
              <a:t>Understand customer purchasing behavior</a:t>
            </a:r>
          </a:p>
          <a:p>
            <a:pPr marL="285750" indent="-285750">
              <a:buFont typeface="Arial" panose="020B0604020202020204" pitchFamily="34" charset="0"/>
              <a:buChar char="•"/>
            </a:pPr>
            <a:endParaRPr lang="en-US" sz="2800" dirty="0">
              <a:latin typeface="+mj-lt"/>
            </a:endParaRPr>
          </a:p>
          <a:p>
            <a:pPr marL="285750" indent="-285750">
              <a:buFont typeface="Arial" panose="020B0604020202020204" pitchFamily="34" charset="0"/>
              <a:buChar char="•"/>
            </a:pPr>
            <a:r>
              <a:rPr lang="en-US" sz="2800" dirty="0">
                <a:latin typeface="+mj-lt"/>
              </a:rPr>
              <a:t>Optimize inventory and supply chain</a:t>
            </a:r>
          </a:p>
          <a:p>
            <a:endParaRPr lang="en-US" sz="2800" dirty="0">
              <a:latin typeface="+mj-lt"/>
            </a:endParaRPr>
          </a:p>
          <a:p>
            <a:pPr marL="285750" indent="-285750">
              <a:buFont typeface="Arial" panose="020B0604020202020204" pitchFamily="34" charset="0"/>
              <a:buChar char="•"/>
            </a:pPr>
            <a:r>
              <a:rPr lang="en-US" sz="2800" dirty="0">
                <a:latin typeface="+mj-lt"/>
              </a:rPr>
              <a:t>Increase revenue through targeted marketing</a:t>
            </a:r>
          </a:p>
          <a:p>
            <a:pPr marL="285750" indent="-285750" algn="l">
              <a:lnSpc>
                <a:spcPct val="101000"/>
              </a:lnSpc>
              <a:spcAft>
                <a:spcPts val="600"/>
              </a:spcAft>
              <a:buFont typeface="Arial" panose="020B0604020202020204" pitchFamily="34" charset="0"/>
              <a:buChar char="•"/>
            </a:pPr>
            <a:endParaRPr kumimoji="0" lang="en-US" sz="2800" b="0" i="0" u="none" strike="noStrike" kern="1200" cap="none" spc="0" normalizeH="0" baseline="0" noProof="0" dirty="0" err="1">
              <a:ln>
                <a:noFill/>
              </a:ln>
              <a:solidFill>
                <a:srgbClr val="000000"/>
              </a:solidFill>
              <a:effectLst/>
              <a:uLnTx/>
              <a:uFillTx/>
              <a:latin typeface="+mj-lt"/>
              <a:ea typeface="GT America Regular" charset="0"/>
              <a:cs typeface="GT America Regular" charset="0"/>
            </a:endParaRPr>
          </a:p>
        </p:txBody>
      </p:sp>
    </p:spTree>
    <p:extLst>
      <p:ext uri="{BB962C8B-B14F-4D97-AF65-F5344CB8AC3E}">
        <p14:creationId xmlns:p14="http://schemas.microsoft.com/office/powerpoint/2010/main" val="3094360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BB4D1A-17F5-1FC9-5DDD-2D982EF00426}"/>
              </a:ext>
            </a:extLst>
          </p:cNvPr>
          <p:cNvSpPr>
            <a:spLocks noGrp="1"/>
          </p:cNvSpPr>
          <p:nvPr>
            <p:ph type="sldNum" sz="quarter" idx="12"/>
          </p:nvPr>
        </p:nvSpPr>
        <p:spPr/>
        <p:txBody>
          <a:bodyPr/>
          <a:lstStyle/>
          <a:p>
            <a:fld id="{862A5111-985B-C14D-9115-5787026182A8}" type="slidenum">
              <a:rPr lang="en-US" smtClean="0"/>
              <a:t>7</a:t>
            </a:fld>
            <a:endParaRPr lang="en-US"/>
          </a:p>
        </p:txBody>
      </p:sp>
      <p:sp>
        <p:nvSpPr>
          <p:cNvPr id="4" name="Content Placeholder 3">
            <a:extLst>
              <a:ext uri="{FF2B5EF4-FFF2-40B4-BE49-F238E27FC236}">
                <a16:creationId xmlns:a16="http://schemas.microsoft.com/office/drawing/2014/main" id="{022B37EB-5F85-FD32-FB2B-F6323CC3FC5C}"/>
              </a:ext>
            </a:extLst>
          </p:cNvPr>
          <p:cNvSpPr>
            <a:spLocks noGrp="1"/>
          </p:cNvSpPr>
          <p:nvPr>
            <p:ph sz="quarter" idx="49"/>
          </p:nvPr>
        </p:nvSpPr>
        <p:spPr>
          <a:xfrm>
            <a:off x="4686731" y="680499"/>
            <a:ext cx="6758517" cy="331240"/>
          </a:xfrm>
        </p:spPr>
        <p:txBody>
          <a:bodyPr/>
          <a:lstStyle/>
          <a:p>
            <a:r>
              <a:rPr lang="en-US" sz="1100"/>
              <a:t>Data Ingestion</a:t>
            </a:r>
          </a:p>
          <a:p>
            <a:endParaRPr lang="en-US" sz="1100"/>
          </a:p>
        </p:txBody>
      </p:sp>
      <p:sp>
        <p:nvSpPr>
          <p:cNvPr id="10" name="Text Placeholder 9">
            <a:extLst>
              <a:ext uri="{FF2B5EF4-FFF2-40B4-BE49-F238E27FC236}">
                <a16:creationId xmlns:a16="http://schemas.microsoft.com/office/drawing/2014/main" id="{B7EE0308-9A82-B57A-66A2-1159CBEF1414}"/>
              </a:ext>
            </a:extLst>
          </p:cNvPr>
          <p:cNvSpPr>
            <a:spLocks noGrp="1"/>
          </p:cNvSpPr>
          <p:nvPr>
            <p:ph type="body" sz="quarter" idx="15"/>
          </p:nvPr>
        </p:nvSpPr>
        <p:spPr>
          <a:xfrm>
            <a:off x="423333" y="1617133"/>
            <a:ext cx="3423750" cy="1989667"/>
          </a:xfrm>
        </p:spPr>
        <p:txBody>
          <a:bodyPr/>
          <a:lstStyle/>
          <a:p>
            <a:pPr lvl="1"/>
            <a:endParaRPr lang="en-US" sz="900"/>
          </a:p>
        </p:txBody>
      </p:sp>
      <p:sp>
        <p:nvSpPr>
          <p:cNvPr id="11" name="Title 10">
            <a:extLst>
              <a:ext uri="{FF2B5EF4-FFF2-40B4-BE49-F238E27FC236}">
                <a16:creationId xmlns:a16="http://schemas.microsoft.com/office/drawing/2014/main" id="{16C7CC48-AEDE-BBD8-402C-E063020B1204}"/>
              </a:ext>
            </a:extLst>
          </p:cNvPr>
          <p:cNvSpPr>
            <a:spLocks noGrp="1"/>
          </p:cNvSpPr>
          <p:nvPr>
            <p:ph type="title"/>
          </p:nvPr>
        </p:nvSpPr>
        <p:spPr/>
        <p:txBody>
          <a:bodyPr/>
          <a:lstStyle/>
          <a:p>
            <a:r>
              <a:rPr lang="en-US"/>
              <a:t>Transformation Nodes</a:t>
            </a:r>
          </a:p>
        </p:txBody>
      </p:sp>
      <p:pic>
        <p:nvPicPr>
          <p:cNvPr id="17" name="Picture 16">
            <a:extLst>
              <a:ext uri="{FF2B5EF4-FFF2-40B4-BE49-F238E27FC236}">
                <a16:creationId xmlns:a16="http://schemas.microsoft.com/office/drawing/2014/main" id="{E145E44C-AF80-D77B-0C69-46389AF66CB0}"/>
              </a:ext>
            </a:extLst>
          </p:cNvPr>
          <p:cNvPicPr>
            <a:picLocks noChangeAspect="1"/>
          </p:cNvPicPr>
          <p:nvPr/>
        </p:nvPicPr>
        <p:blipFill>
          <a:blip r:embed="rId2"/>
          <a:stretch>
            <a:fillRect/>
          </a:stretch>
        </p:blipFill>
        <p:spPr>
          <a:xfrm>
            <a:off x="4349556" y="926370"/>
            <a:ext cx="2121009" cy="1189052"/>
          </a:xfrm>
          <a:prstGeom prst="rect">
            <a:avLst/>
          </a:prstGeom>
        </p:spPr>
      </p:pic>
      <p:pic>
        <p:nvPicPr>
          <p:cNvPr id="19" name="Picture 18">
            <a:extLst>
              <a:ext uri="{FF2B5EF4-FFF2-40B4-BE49-F238E27FC236}">
                <a16:creationId xmlns:a16="http://schemas.microsoft.com/office/drawing/2014/main" id="{34BB4428-8E7B-6E0D-1D3C-070A73CFD91C}"/>
              </a:ext>
            </a:extLst>
          </p:cNvPr>
          <p:cNvPicPr>
            <a:picLocks noChangeAspect="1"/>
          </p:cNvPicPr>
          <p:nvPr/>
        </p:nvPicPr>
        <p:blipFill>
          <a:blip r:embed="rId3"/>
          <a:stretch>
            <a:fillRect/>
          </a:stretch>
        </p:blipFill>
        <p:spPr>
          <a:xfrm>
            <a:off x="6663406" y="1048539"/>
            <a:ext cx="2116385" cy="1081229"/>
          </a:xfrm>
          <a:prstGeom prst="rect">
            <a:avLst/>
          </a:prstGeom>
        </p:spPr>
      </p:pic>
      <p:pic>
        <p:nvPicPr>
          <p:cNvPr id="21" name="Picture 20">
            <a:extLst>
              <a:ext uri="{FF2B5EF4-FFF2-40B4-BE49-F238E27FC236}">
                <a16:creationId xmlns:a16="http://schemas.microsoft.com/office/drawing/2014/main" id="{E3F24133-377D-539F-7682-23D694B605D2}"/>
              </a:ext>
            </a:extLst>
          </p:cNvPr>
          <p:cNvPicPr>
            <a:picLocks noChangeAspect="1"/>
          </p:cNvPicPr>
          <p:nvPr/>
        </p:nvPicPr>
        <p:blipFill>
          <a:blip r:embed="rId4"/>
          <a:stretch>
            <a:fillRect/>
          </a:stretch>
        </p:blipFill>
        <p:spPr>
          <a:xfrm>
            <a:off x="9319330" y="985064"/>
            <a:ext cx="1714588" cy="1130358"/>
          </a:xfrm>
          <a:prstGeom prst="rect">
            <a:avLst/>
          </a:prstGeom>
        </p:spPr>
      </p:pic>
      <p:sp>
        <p:nvSpPr>
          <p:cNvPr id="25" name="TextBox 24">
            <a:extLst>
              <a:ext uri="{FF2B5EF4-FFF2-40B4-BE49-F238E27FC236}">
                <a16:creationId xmlns:a16="http://schemas.microsoft.com/office/drawing/2014/main" id="{0B81C9F5-44BB-014C-CD50-6DDE7E41C49F}"/>
              </a:ext>
            </a:extLst>
          </p:cNvPr>
          <p:cNvSpPr txBox="1"/>
          <p:nvPr/>
        </p:nvSpPr>
        <p:spPr>
          <a:xfrm>
            <a:off x="4673598" y="2209718"/>
            <a:ext cx="6096000" cy="261610"/>
          </a:xfrm>
          <a:prstGeom prst="rect">
            <a:avLst/>
          </a:prstGeom>
          <a:noFill/>
        </p:spPr>
        <p:txBody>
          <a:bodyPr wrap="square">
            <a:spAutoFit/>
          </a:bodyPr>
          <a:lstStyle/>
          <a:p>
            <a:r>
              <a:rPr lang="en-US" sz="1100" b="1">
                <a:solidFill>
                  <a:schemeClr val="accent1"/>
                </a:solidFill>
                <a:latin typeface="+mj-lt"/>
                <a:ea typeface="GT America Regular" charset="0"/>
                <a:cs typeface="GT America Regular" charset="0"/>
              </a:rPr>
              <a:t>Data</a:t>
            </a:r>
            <a:r>
              <a:rPr lang="en-US" sz="1000">
                <a:solidFill>
                  <a:srgbClr val="424242"/>
                </a:solidFill>
                <a:effectLst/>
              </a:rPr>
              <a:t> </a:t>
            </a:r>
            <a:r>
              <a:rPr lang="en-US" sz="1100" b="1">
                <a:solidFill>
                  <a:schemeClr val="accent1"/>
                </a:solidFill>
                <a:latin typeface="+mj-lt"/>
                <a:ea typeface="GT America Regular" charset="0"/>
                <a:cs typeface="GT America Regular" charset="0"/>
              </a:rPr>
              <a:t>Cleaning</a:t>
            </a:r>
            <a:r>
              <a:rPr lang="en-US" sz="1000">
                <a:solidFill>
                  <a:srgbClr val="424242"/>
                </a:solidFill>
                <a:effectLst/>
              </a:rPr>
              <a:t> </a:t>
            </a:r>
            <a:endParaRPr lang="en-US"/>
          </a:p>
        </p:txBody>
      </p:sp>
      <p:pic>
        <p:nvPicPr>
          <p:cNvPr id="27" name="Picture 26">
            <a:extLst>
              <a:ext uri="{FF2B5EF4-FFF2-40B4-BE49-F238E27FC236}">
                <a16:creationId xmlns:a16="http://schemas.microsoft.com/office/drawing/2014/main" id="{47C5F884-C6D1-C748-0903-1D84B7044246}"/>
              </a:ext>
            </a:extLst>
          </p:cNvPr>
          <p:cNvPicPr>
            <a:picLocks noChangeAspect="1"/>
          </p:cNvPicPr>
          <p:nvPr/>
        </p:nvPicPr>
        <p:blipFill>
          <a:blip r:embed="rId5"/>
          <a:stretch>
            <a:fillRect/>
          </a:stretch>
        </p:blipFill>
        <p:spPr>
          <a:xfrm>
            <a:off x="4686731" y="2471328"/>
            <a:ext cx="6573936" cy="1301817"/>
          </a:xfrm>
          <a:prstGeom prst="rect">
            <a:avLst/>
          </a:prstGeom>
        </p:spPr>
      </p:pic>
      <p:sp>
        <p:nvSpPr>
          <p:cNvPr id="29" name="TextBox 28">
            <a:extLst>
              <a:ext uri="{FF2B5EF4-FFF2-40B4-BE49-F238E27FC236}">
                <a16:creationId xmlns:a16="http://schemas.microsoft.com/office/drawing/2014/main" id="{AE4F1C2A-BB36-79A3-225C-67014DE0C597}"/>
              </a:ext>
            </a:extLst>
          </p:cNvPr>
          <p:cNvSpPr txBox="1"/>
          <p:nvPr/>
        </p:nvSpPr>
        <p:spPr>
          <a:xfrm>
            <a:off x="4673598" y="3773145"/>
            <a:ext cx="6360320" cy="538609"/>
          </a:xfrm>
          <a:prstGeom prst="rect">
            <a:avLst/>
          </a:prstGeom>
          <a:noFill/>
        </p:spPr>
        <p:txBody>
          <a:bodyPr wrap="square">
            <a:spAutoFit/>
          </a:bodyPr>
          <a:lstStyle/>
          <a:p>
            <a:r>
              <a:rPr lang="en-US" sz="1100" b="1">
                <a:solidFill>
                  <a:schemeClr val="accent1"/>
                </a:solidFill>
                <a:latin typeface="+mj-lt"/>
                <a:ea typeface="GT America Regular" charset="0"/>
                <a:cs typeface="GT America Regular" charset="0"/>
              </a:rPr>
              <a:t>Transformation &amp; Calculation</a:t>
            </a:r>
          </a:p>
          <a:p>
            <a:endParaRPr lang="en-US"/>
          </a:p>
        </p:txBody>
      </p:sp>
      <p:pic>
        <p:nvPicPr>
          <p:cNvPr id="31" name="Picture 30">
            <a:extLst>
              <a:ext uri="{FF2B5EF4-FFF2-40B4-BE49-F238E27FC236}">
                <a16:creationId xmlns:a16="http://schemas.microsoft.com/office/drawing/2014/main" id="{382B6611-A138-13FC-6F46-8F019CC07E4D}"/>
              </a:ext>
            </a:extLst>
          </p:cNvPr>
          <p:cNvPicPr>
            <a:picLocks noChangeAspect="1"/>
          </p:cNvPicPr>
          <p:nvPr/>
        </p:nvPicPr>
        <p:blipFill>
          <a:blip r:embed="rId6"/>
          <a:stretch>
            <a:fillRect/>
          </a:stretch>
        </p:blipFill>
        <p:spPr>
          <a:xfrm>
            <a:off x="4720251" y="4034755"/>
            <a:ext cx="6724997" cy="1295467"/>
          </a:xfrm>
          <a:prstGeom prst="rect">
            <a:avLst/>
          </a:prstGeom>
        </p:spPr>
      </p:pic>
      <p:sp>
        <p:nvSpPr>
          <p:cNvPr id="32" name="TextBox 31">
            <a:extLst>
              <a:ext uri="{FF2B5EF4-FFF2-40B4-BE49-F238E27FC236}">
                <a16:creationId xmlns:a16="http://schemas.microsoft.com/office/drawing/2014/main" id="{54FB6E14-56AE-3A57-D1E0-F926024CC63A}"/>
              </a:ext>
            </a:extLst>
          </p:cNvPr>
          <p:cNvSpPr txBox="1"/>
          <p:nvPr/>
        </p:nvSpPr>
        <p:spPr>
          <a:xfrm>
            <a:off x="4840192" y="5330222"/>
            <a:ext cx="6651709" cy="707886"/>
          </a:xfrm>
          <a:prstGeom prst="rect">
            <a:avLst/>
          </a:prstGeom>
          <a:noFill/>
        </p:spPr>
        <p:txBody>
          <a:bodyPr wrap="square">
            <a:spAutoFit/>
          </a:bodyPr>
          <a:lstStyle/>
          <a:p>
            <a:r>
              <a:rPr lang="en-US" sz="1100" b="1">
                <a:solidFill>
                  <a:schemeClr val="accent1"/>
                </a:solidFill>
                <a:latin typeface="+mj-lt"/>
                <a:ea typeface="GT America Regular" charset="0"/>
                <a:cs typeface="GT America Regular" charset="0"/>
              </a:rPr>
              <a:t>Aggregation &amp; Reshaping</a:t>
            </a:r>
          </a:p>
          <a:p>
            <a:endParaRPr lang="en-US" sz="1100" b="1">
              <a:solidFill>
                <a:schemeClr val="accent1"/>
              </a:solidFill>
              <a:latin typeface="+mj-lt"/>
              <a:ea typeface="GT America Regular" charset="0"/>
              <a:cs typeface="GT America Regular" charset="0"/>
            </a:endParaRPr>
          </a:p>
          <a:p>
            <a:endParaRPr lang="en-US"/>
          </a:p>
        </p:txBody>
      </p:sp>
      <p:pic>
        <p:nvPicPr>
          <p:cNvPr id="34" name="Picture 33">
            <a:extLst>
              <a:ext uri="{FF2B5EF4-FFF2-40B4-BE49-F238E27FC236}">
                <a16:creationId xmlns:a16="http://schemas.microsoft.com/office/drawing/2014/main" id="{401A2497-F07F-4DF2-AB08-2056630B1683}"/>
              </a:ext>
            </a:extLst>
          </p:cNvPr>
          <p:cNvPicPr>
            <a:picLocks noChangeAspect="1"/>
          </p:cNvPicPr>
          <p:nvPr/>
        </p:nvPicPr>
        <p:blipFill>
          <a:blip r:embed="rId7"/>
          <a:stretch>
            <a:fillRect/>
          </a:stretch>
        </p:blipFill>
        <p:spPr>
          <a:xfrm>
            <a:off x="4907541" y="5570431"/>
            <a:ext cx="3511730" cy="1219263"/>
          </a:xfrm>
          <a:prstGeom prst="rect">
            <a:avLst/>
          </a:prstGeom>
        </p:spPr>
      </p:pic>
    </p:spTree>
    <p:extLst>
      <p:ext uri="{BB962C8B-B14F-4D97-AF65-F5344CB8AC3E}">
        <p14:creationId xmlns:p14="http://schemas.microsoft.com/office/powerpoint/2010/main" val="1763876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50FAE9C-7D63-ACC3-CFE5-75319118F649}"/>
              </a:ext>
            </a:extLst>
          </p:cNvPr>
          <p:cNvSpPr>
            <a:spLocks noGrp="1"/>
          </p:cNvSpPr>
          <p:nvPr>
            <p:ph type="sldNum" sz="quarter" idx="12"/>
          </p:nvPr>
        </p:nvSpPr>
        <p:spPr/>
        <p:txBody>
          <a:bodyPr/>
          <a:lstStyle/>
          <a:p>
            <a:fld id="{862A5111-985B-C14D-9115-5787026182A8}" type="slidenum">
              <a:rPr lang="en-US" smtClean="0"/>
              <a:t>8</a:t>
            </a:fld>
            <a:endParaRPr lang="en-US"/>
          </a:p>
        </p:txBody>
      </p:sp>
      <p:sp>
        <p:nvSpPr>
          <p:cNvPr id="3" name="Text Placeholder 2">
            <a:extLst>
              <a:ext uri="{FF2B5EF4-FFF2-40B4-BE49-F238E27FC236}">
                <a16:creationId xmlns:a16="http://schemas.microsoft.com/office/drawing/2014/main" id="{423FED97-FA2B-7490-EA85-B50DA15908FE}"/>
              </a:ext>
            </a:extLst>
          </p:cNvPr>
          <p:cNvSpPr>
            <a:spLocks noGrp="1"/>
          </p:cNvSpPr>
          <p:nvPr>
            <p:ph type="body" sz="quarter" idx="13"/>
          </p:nvPr>
        </p:nvSpPr>
        <p:spPr/>
        <p:txBody>
          <a:bodyPr/>
          <a:lstStyle/>
          <a:p>
            <a:endParaRPr lang="en-US"/>
          </a:p>
        </p:txBody>
      </p:sp>
      <p:sp>
        <p:nvSpPr>
          <p:cNvPr id="10" name="Text Placeholder 9">
            <a:extLst>
              <a:ext uri="{FF2B5EF4-FFF2-40B4-BE49-F238E27FC236}">
                <a16:creationId xmlns:a16="http://schemas.microsoft.com/office/drawing/2014/main" id="{B57430E1-A3FD-9599-5264-8BA364DF5838}"/>
              </a:ext>
            </a:extLst>
          </p:cNvPr>
          <p:cNvSpPr>
            <a:spLocks noGrp="1"/>
          </p:cNvSpPr>
          <p:nvPr>
            <p:ph type="body" sz="quarter" idx="15"/>
          </p:nvPr>
        </p:nvSpPr>
        <p:spPr/>
        <p:txBody>
          <a:bodyPr/>
          <a:lstStyle/>
          <a:p>
            <a:endParaRPr lang="en-US"/>
          </a:p>
        </p:txBody>
      </p:sp>
      <p:sp>
        <p:nvSpPr>
          <p:cNvPr id="11" name="Title 10">
            <a:extLst>
              <a:ext uri="{FF2B5EF4-FFF2-40B4-BE49-F238E27FC236}">
                <a16:creationId xmlns:a16="http://schemas.microsoft.com/office/drawing/2014/main" id="{4ADA63DD-F692-5780-73A2-3DEB9266C66A}"/>
              </a:ext>
            </a:extLst>
          </p:cNvPr>
          <p:cNvSpPr>
            <a:spLocks noGrp="1"/>
          </p:cNvSpPr>
          <p:nvPr>
            <p:ph type="title"/>
          </p:nvPr>
        </p:nvSpPr>
        <p:spPr/>
        <p:txBody>
          <a:bodyPr/>
          <a:lstStyle/>
          <a:p>
            <a:endParaRPr lang="en-US"/>
          </a:p>
        </p:txBody>
      </p:sp>
      <p:sp>
        <p:nvSpPr>
          <p:cNvPr id="12" name="TextBox 11">
            <a:extLst>
              <a:ext uri="{FF2B5EF4-FFF2-40B4-BE49-F238E27FC236}">
                <a16:creationId xmlns:a16="http://schemas.microsoft.com/office/drawing/2014/main" id="{86DF8F94-F336-1538-7410-928660E373C1}"/>
              </a:ext>
            </a:extLst>
          </p:cNvPr>
          <p:cNvSpPr txBox="1"/>
          <p:nvPr/>
        </p:nvSpPr>
        <p:spPr>
          <a:xfrm>
            <a:off x="4382209" y="775156"/>
            <a:ext cx="6651709" cy="707886"/>
          </a:xfrm>
          <a:prstGeom prst="rect">
            <a:avLst/>
          </a:prstGeom>
          <a:noFill/>
        </p:spPr>
        <p:txBody>
          <a:bodyPr wrap="square">
            <a:spAutoFit/>
          </a:bodyPr>
          <a:lstStyle/>
          <a:p>
            <a:r>
              <a:rPr lang="en-US" sz="1100" b="1">
                <a:solidFill>
                  <a:schemeClr val="accent1"/>
                </a:solidFill>
                <a:latin typeface="+mj-lt"/>
                <a:ea typeface="GT America Regular" charset="0"/>
                <a:cs typeface="GT America Regular" charset="0"/>
              </a:rPr>
              <a:t> Filtering &amp; Sampling</a:t>
            </a:r>
          </a:p>
          <a:p>
            <a:endParaRPr lang="en-US" sz="1100" b="1">
              <a:solidFill>
                <a:schemeClr val="accent1"/>
              </a:solidFill>
              <a:latin typeface="+mj-lt"/>
              <a:ea typeface="GT America Regular" charset="0"/>
              <a:cs typeface="GT America Regular" charset="0"/>
            </a:endParaRPr>
          </a:p>
          <a:p>
            <a:endParaRPr lang="en-US"/>
          </a:p>
        </p:txBody>
      </p:sp>
      <p:pic>
        <p:nvPicPr>
          <p:cNvPr id="14" name="Picture 13">
            <a:extLst>
              <a:ext uri="{FF2B5EF4-FFF2-40B4-BE49-F238E27FC236}">
                <a16:creationId xmlns:a16="http://schemas.microsoft.com/office/drawing/2014/main" id="{8063AFAC-2957-978B-C007-7D57ADFBF2D1}"/>
              </a:ext>
            </a:extLst>
          </p:cNvPr>
          <p:cNvPicPr>
            <a:picLocks noChangeAspect="1"/>
          </p:cNvPicPr>
          <p:nvPr/>
        </p:nvPicPr>
        <p:blipFill>
          <a:blip r:embed="rId2"/>
          <a:stretch>
            <a:fillRect/>
          </a:stretch>
        </p:blipFill>
        <p:spPr>
          <a:xfrm>
            <a:off x="4165413" y="1129099"/>
            <a:ext cx="7264773" cy="1225613"/>
          </a:xfrm>
          <a:prstGeom prst="rect">
            <a:avLst/>
          </a:prstGeom>
        </p:spPr>
      </p:pic>
      <p:sp>
        <p:nvSpPr>
          <p:cNvPr id="15" name="TextBox 14">
            <a:extLst>
              <a:ext uri="{FF2B5EF4-FFF2-40B4-BE49-F238E27FC236}">
                <a16:creationId xmlns:a16="http://schemas.microsoft.com/office/drawing/2014/main" id="{E78F1C38-F52D-02EA-A774-96C2998F4501}"/>
              </a:ext>
            </a:extLst>
          </p:cNvPr>
          <p:cNvSpPr txBox="1"/>
          <p:nvPr/>
        </p:nvSpPr>
        <p:spPr>
          <a:xfrm>
            <a:off x="4382209" y="2708655"/>
            <a:ext cx="6651709" cy="815608"/>
          </a:xfrm>
          <a:prstGeom prst="rect">
            <a:avLst/>
          </a:prstGeom>
          <a:noFill/>
        </p:spPr>
        <p:txBody>
          <a:bodyPr wrap="square">
            <a:spAutoFit/>
          </a:bodyPr>
          <a:lstStyle/>
          <a:p>
            <a:r>
              <a:rPr lang="en-US" sz="1100" b="1">
                <a:solidFill>
                  <a:schemeClr val="accent1"/>
                </a:solidFill>
                <a:latin typeface="+mj-lt"/>
                <a:ea typeface="GT America Regular" charset="0"/>
                <a:cs typeface="GT America Regular" charset="0"/>
              </a:rPr>
              <a:t>Final</a:t>
            </a:r>
            <a:r>
              <a:rPr lang="en-US"/>
              <a:t> </a:t>
            </a:r>
            <a:r>
              <a:rPr lang="en-US" sz="1100" b="1">
                <a:solidFill>
                  <a:schemeClr val="accent1"/>
                </a:solidFill>
                <a:latin typeface="+mj-lt"/>
                <a:ea typeface="GT America Regular" charset="0"/>
                <a:cs typeface="GT America Regular" charset="0"/>
              </a:rPr>
              <a:t>Structuring</a:t>
            </a:r>
          </a:p>
          <a:p>
            <a:endParaRPr lang="en-US" sz="1100" b="1">
              <a:solidFill>
                <a:schemeClr val="accent1"/>
              </a:solidFill>
              <a:latin typeface="+mj-lt"/>
              <a:ea typeface="GT America Regular" charset="0"/>
              <a:cs typeface="GT America Regular" charset="0"/>
            </a:endParaRPr>
          </a:p>
          <a:p>
            <a:endParaRPr lang="en-US"/>
          </a:p>
        </p:txBody>
      </p:sp>
      <p:pic>
        <p:nvPicPr>
          <p:cNvPr id="17" name="Picture 16">
            <a:extLst>
              <a:ext uri="{FF2B5EF4-FFF2-40B4-BE49-F238E27FC236}">
                <a16:creationId xmlns:a16="http://schemas.microsoft.com/office/drawing/2014/main" id="{E8403184-9BA7-42A8-C873-DD097868D5ED}"/>
              </a:ext>
            </a:extLst>
          </p:cNvPr>
          <p:cNvPicPr>
            <a:picLocks noChangeAspect="1"/>
          </p:cNvPicPr>
          <p:nvPr/>
        </p:nvPicPr>
        <p:blipFill>
          <a:blip r:embed="rId3"/>
          <a:stretch>
            <a:fillRect/>
          </a:stretch>
        </p:blipFill>
        <p:spPr>
          <a:xfrm>
            <a:off x="4319004" y="3429000"/>
            <a:ext cx="2114659" cy="1162110"/>
          </a:xfrm>
          <a:prstGeom prst="rect">
            <a:avLst/>
          </a:prstGeom>
        </p:spPr>
      </p:pic>
    </p:spTree>
    <p:extLst>
      <p:ext uri="{BB962C8B-B14F-4D97-AF65-F5344CB8AC3E}">
        <p14:creationId xmlns:p14="http://schemas.microsoft.com/office/powerpoint/2010/main" val="3317512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C6D4B-B28D-98BF-CBA5-DF50CB57C95A}"/>
              </a:ext>
            </a:extLst>
          </p:cNvPr>
          <p:cNvSpPr>
            <a:spLocks noGrp="1"/>
          </p:cNvSpPr>
          <p:nvPr>
            <p:ph type="title"/>
          </p:nvPr>
        </p:nvSpPr>
        <p:spPr>
          <a:xfrm>
            <a:off x="539751" y="4567237"/>
            <a:ext cx="5441950" cy="1165225"/>
          </a:xfrm>
        </p:spPr>
        <p:txBody>
          <a:bodyPr/>
          <a:lstStyle/>
          <a:p>
            <a:r>
              <a:rPr lang="en-US"/>
              <a:t>Q&amp;A</a:t>
            </a:r>
            <a:br>
              <a:rPr lang="en-US"/>
            </a:br>
            <a:br>
              <a:rPr lang="en-US"/>
            </a:br>
            <a:r>
              <a:rPr lang="en-US"/>
              <a:t>Thank you</a:t>
            </a:r>
            <a:endParaRPr lang="en-CR"/>
          </a:p>
        </p:txBody>
      </p:sp>
    </p:spTree>
    <p:extLst>
      <p:ext uri="{BB962C8B-B14F-4D97-AF65-F5344CB8AC3E}">
        <p14:creationId xmlns:p14="http://schemas.microsoft.com/office/powerpoint/2010/main" val="2021282658"/>
      </p:ext>
    </p:extLst>
  </p:cSld>
  <p:clrMapOvr>
    <a:masterClrMapping/>
  </p:clrMapOvr>
</p:sld>
</file>

<file path=ppt/theme/theme1.xml><?xml version="1.0" encoding="utf-8"?>
<a:theme xmlns:a="http://schemas.openxmlformats.org/drawingml/2006/main" name="Moody's">
  <a:themeElements>
    <a:clrScheme name="Moody's">
      <a:dk1>
        <a:srgbClr val="000000"/>
      </a:dk1>
      <a:lt1>
        <a:sysClr val="window" lastClr="FFFFFF"/>
      </a:lt1>
      <a:dk2>
        <a:srgbClr val="0A1264"/>
      </a:dk2>
      <a:lt2>
        <a:srgbClr val="D7D8D7"/>
      </a:lt2>
      <a:accent1>
        <a:srgbClr val="005EFF"/>
      </a:accent1>
      <a:accent2>
        <a:srgbClr val="35397E"/>
      </a:accent2>
      <a:accent3>
        <a:srgbClr val="7677A7"/>
      </a:accent3>
      <a:accent4>
        <a:srgbClr val="A2A2C4"/>
      </a:accent4>
      <a:accent5>
        <a:srgbClr val="CFD0E1"/>
      </a:accent5>
      <a:accent6>
        <a:srgbClr val="11174F"/>
      </a:accent6>
      <a:hlink>
        <a:srgbClr val="005EFF"/>
      </a:hlink>
      <a:folHlink>
        <a:srgbClr val="D9017A"/>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ody'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01000"/>
          </a:lnSpc>
          <a:spcAft>
            <a:spcPts val="600"/>
          </a:spcAft>
          <a:defRPr kumimoji="0" sz="1400" b="0" i="0" u="none" strike="noStrike" kern="1200" cap="none" spc="0" normalizeH="0" baseline="0" noProof="0" dirty="0" err="1" smtClean="0">
            <a:ln>
              <a:noFill/>
            </a:ln>
            <a:solidFill>
              <a:srgbClr val="000000"/>
            </a:solidFill>
            <a:effectLst/>
            <a:uLnTx/>
            <a:uFillTx/>
            <a:ea typeface="GT America Regular" charset="0"/>
            <a:cs typeface="GT America Regular" charset="0"/>
          </a:defRPr>
        </a:defPPr>
      </a:lstStyle>
    </a:txDef>
  </a:objectDefaults>
  <a:extraClrSchemeLst/>
  <a:custClrLst>
    <a:custClr name="Moody's Blue 02">
      <a:srgbClr val="CFD0E1"/>
    </a:custClr>
    <a:custClr name="Moody's Blue 04">
      <a:srgbClr val="A2A2C4"/>
    </a:custClr>
    <a:custClr name="Moody's Blue 06">
      <a:srgbClr val="7677A7"/>
    </a:custClr>
    <a:custClr name="Moody's Blue 09">
      <a:srgbClr val="35397E"/>
    </a:custClr>
    <a:custClr name="Moody's Blue 10">
      <a:srgbClr val="0A1264"/>
    </a:custClr>
    <a:custClr name="Moody's Blue 11">
      <a:srgbClr val="11174F"/>
    </a:custClr>
    <a:custClr name="Moody's Blue 12">
      <a:srgbClr val="040826"/>
    </a:custClr>
    <a:custClr name=" ">
      <a:srgbClr val="FFFFFF"/>
    </a:custClr>
    <a:custClr name=" ">
      <a:srgbClr val="FFFFFF"/>
    </a:custClr>
    <a:custClr name=" ">
      <a:srgbClr val="FFFFFF"/>
    </a:custClr>
    <a:custClr name="Bright Blue 03">
      <a:srgbClr val="9DC1FF"/>
    </a:custClr>
    <a:custClr name="Bright Blue 05">
      <a:srgbClr val="5996FF"/>
    </a:custClr>
    <a:custClr name="Bright Blue 06">
      <a:srgbClr val="347FFF"/>
    </a:custClr>
    <a:custClr name="Bright Blue 07">
      <a:srgbClr val="005EFF"/>
    </a:custClr>
    <a:custClr name="Bright Blue 09">
      <a:srgbClr val="0044B7"/>
    </a:custClr>
    <a:custClr name="Bright Blue 10">
      <a:srgbClr val="003590"/>
    </a:custClr>
    <a:custClr name="Bright Blue 11">
      <a:srgbClr val="00276A"/>
    </a:custClr>
    <a:custClr name=" ">
      <a:srgbClr val="FFFFFF"/>
    </a:custClr>
    <a:custClr name=" ">
      <a:srgbClr val="FFFFFF"/>
    </a:custClr>
    <a:custClr name=" ">
      <a:srgbClr val="FFFFFF"/>
    </a:custClr>
    <a:custClr name="Extra Light Grey 01">
      <a:srgbClr val="F0F0F1"/>
    </a:custClr>
    <a:custClr name="Light Grey 02">
      <a:srgbClr val="D7D8D7"/>
    </a:custClr>
    <a:custClr name="Medium Grey 04">
      <a:srgbClr val="A6A9AA"/>
    </a:custClr>
    <a:custClr name="Grey 06">
      <a:srgbClr val="75787B"/>
    </a:custClr>
    <a:custClr name="Dark Grey 08">
      <a:srgbClr val="4F5153"/>
    </a:custClr>
    <a:custClr name="Extra Dark Grey 10">
      <a:srgbClr val="292B2C"/>
    </a:custClr>
    <a:custClr name="Rich Black 12">
      <a:srgbClr val="000000"/>
    </a:custClr>
    <a:custClr name=" ">
      <a:srgbClr val="FFFFFF"/>
    </a:custClr>
    <a:custClr name=" ">
      <a:srgbClr val="FFFFFF"/>
    </a:custClr>
    <a:custClr name=" ">
      <a:srgbClr val="FFFFFF"/>
    </a:custClr>
    <a:custClr name="Red 08">
      <a:srgbClr val="BA0C2F"/>
    </a:custClr>
    <a:custClr name="Orange 06">
      <a:srgbClr val="E35205"/>
    </a:custClr>
    <a:custClr name="Yellow 03">
      <a:srgbClr val="FDDA25"/>
    </a:custClr>
    <a:custClr name="Green 04">
      <a:srgbClr val="78BE20"/>
    </a:custClr>
    <a:custClr name="Teal 06">
      <a:srgbClr val="008C95"/>
    </a:custClr>
    <a:custClr name="Purple 10">
      <a:srgbClr val="5C068C"/>
    </a:custClr>
    <a:custClr name="Magenta 07">
      <a:srgbClr val="D9017A"/>
    </a:custClr>
    <a:custClr name=" ">
      <a:srgbClr val="FFFFFF"/>
    </a:custClr>
    <a:custClr name=" ">
      <a:srgbClr val="FFFFFF"/>
    </a:custClr>
    <a:custClr name=" ">
      <a:srgbClr val="FFFFFF"/>
    </a:custClr>
    <a:custClr name="Red 01">
      <a:srgbClr val="F8E5E9"/>
    </a:custClr>
    <a:custClr name="Orange 01">
      <a:srgbClr val="FBE6DA"/>
    </a:custClr>
    <a:custClr name="Yellow 01">
      <a:srgbClr val="FDF3BD"/>
    </a:custClr>
    <a:custClr name="Green 01">
      <a:srgbClr val="DDF0CE"/>
    </a:custClr>
    <a:custClr name="Teal 01">
      <a:srgbClr val="D7EDEF"/>
    </a:custClr>
    <a:custClr name="Purple 01">
      <a:srgbClr val="EEE7F3"/>
    </a:custClr>
    <a:custClr name="Magenta 01">
      <a:srgbClr val="FDE3F2"/>
    </a:custClr>
    <a:custClr name=" ">
      <a:srgbClr val="FFFFFF"/>
    </a:custClr>
    <a:custClr name=" ">
      <a:srgbClr val="FFFFFF"/>
    </a:custClr>
    <a:custClr name=" ">
      <a:srgbClr val="FFFFFF"/>
    </a:custClr>
  </a:custClrLst>
  <a:extLst>
    <a:ext uri="{05A4C25C-085E-4340-85A3-A5531E510DB2}">
      <thm15:themeFamily xmlns:thm15="http://schemas.microsoft.com/office/thememl/2012/main" name="MOODYS_PPT_Template_25.1.pptx" id="{FF56F906-F4D2-4832-B4B9-4A36D9E6E357}" vid="{5C99AA1B-0B41-46A9-853A-E478BB7EED75}"/>
    </a:ext>
  </a:extLst>
</a:theme>
</file>

<file path=ppt/theme/theme2.xml><?xml version="1.0" encoding="utf-8"?>
<a:theme xmlns:a="http://schemas.openxmlformats.org/drawingml/2006/main" name="Moody's">
  <a:themeElements>
    <a:clrScheme name="Moody's">
      <a:dk1>
        <a:srgbClr val="000000"/>
      </a:dk1>
      <a:lt1>
        <a:sysClr val="window" lastClr="FFFFFF"/>
      </a:lt1>
      <a:dk2>
        <a:srgbClr val="0A1264"/>
      </a:dk2>
      <a:lt2>
        <a:srgbClr val="D7D8D7"/>
      </a:lt2>
      <a:accent1>
        <a:srgbClr val="005EFF"/>
      </a:accent1>
      <a:accent2>
        <a:srgbClr val="35397E"/>
      </a:accent2>
      <a:accent3>
        <a:srgbClr val="7677A7"/>
      </a:accent3>
      <a:accent4>
        <a:srgbClr val="A2A2C4"/>
      </a:accent4>
      <a:accent5>
        <a:srgbClr val="CFD0E1"/>
      </a:accent5>
      <a:accent6>
        <a:srgbClr val="11174F"/>
      </a:accent6>
      <a:hlink>
        <a:srgbClr val="005EFF"/>
      </a:hlink>
      <a:folHlink>
        <a:srgbClr val="D9017A"/>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ody'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01000"/>
          </a:lnSpc>
          <a:spcAft>
            <a:spcPts val="600"/>
          </a:spcAft>
          <a:defRPr kumimoji="0" sz="1400" b="0" i="0" u="none" strike="noStrike" kern="1200" cap="none" spc="0" normalizeH="0" baseline="0" noProof="0" dirty="0" err="1" smtClean="0">
            <a:ln>
              <a:noFill/>
            </a:ln>
            <a:solidFill>
              <a:srgbClr val="000000"/>
            </a:solidFill>
            <a:effectLst/>
            <a:uLnTx/>
            <a:uFillTx/>
            <a:ea typeface="GT America Regular" charset="0"/>
            <a:cs typeface="GT America Regular" charset="0"/>
          </a:defRPr>
        </a:defPPr>
      </a:lstStyle>
    </a:txDef>
  </a:objectDefaults>
  <a:extraClrSchemeLst/>
  <a:custClrLst>
    <a:custClr name="Moody's Blue 02">
      <a:srgbClr val="CFD0E1"/>
    </a:custClr>
    <a:custClr name="Moody's Blue 04">
      <a:srgbClr val="A2A2C4"/>
    </a:custClr>
    <a:custClr name="Moody's Blue 06">
      <a:srgbClr val="7677A7"/>
    </a:custClr>
    <a:custClr name="Moody's Blue 09">
      <a:srgbClr val="35397E"/>
    </a:custClr>
    <a:custClr name="Moody's Blue 10">
      <a:srgbClr val="0A1264"/>
    </a:custClr>
    <a:custClr name="Moody's Blue 11">
      <a:srgbClr val="11174F"/>
    </a:custClr>
    <a:custClr name="Moody's Blue 12">
      <a:srgbClr val="040826"/>
    </a:custClr>
    <a:custClr name=" ">
      <a:srgbClr val="FFFFFF"/>
    </a:custClr>
    <a:custClr name=" ">
      <a:srgbClr val="FFFFFF"/>
    </a:custClr>
    <a:custClr name=" ">
      <a:srgbClr val="FFFFFF"/>
    </a:custClr>
    <a:custClr name="Bright Blue 03">
      <a:srgbClr val="9DC1FF"/>
    </a:custClr>
    <a:custClr name="Bright Blue 05">
      <a:srgbClr val="5996FF"/>
    </a:custClr>
    <a:custClr name="Bright Blue 06">
      <a:srgbClr val="347FFF"/>
    </a:custClr>
    <a:custClr name="Bright Blue 07">
      <a:srgbClr val="005EFF"/>
    </a:custClr>
    <a:custClr name="Bright Blue 09">
      <a:srgbClr val="0044B7"/>
    </a:custClr>
    <a:custClr name="Bright Blue 10">
      <a:srgbClr val="003590"/>
    </a:custClr>
    <a:custClr name="Bright Blue 11">
      <a:srgbClr val="00276A"/>
    </a:custClr>
    <a:custClr name=" ">
      <a:srgbClr val="FFFFFF"/>
    </a:custClr>
    <a:custClr name=" ">
      <a:srgbClr val="FFFFFF"/>
    </a:custClr>
    <a:custClr name=" ">
      <a:srgbClr val="FFFFFF"/>
    </a:custClr>
    <a:custClr name="Extra Light Grey 01">
      <a:srgbClr val="F0F0F1"/>
    </a:custClr>
    <a:custClr name="Light Grey 02">
      <a:srgbClr val="D7D8D7"/>
    </a:custClr>
    <a:custClr name="Medium Grey 04">
      <a:srgbClr val="A6A9AA"/>
    </a:custClr>
    <a:custClr name="Grey 06">
      <a:srgbClr val="75787B"/>
    </a:custClr>
    <a:custClr name="Dark Grey 08">
      <a:srgbClr val="4F5153"/>
    </a:custClr>
    <a:custClr name="Extra Dark Grey 10">
      <a:srgbClr val="292B2C"/>
    </a:custClr>
    <a:custClr name="Rich Black 12">
      <a:srgbClr val="000000"/>
    </a:custClr>
    <a:custClr name=" ">
      <a:srgbClr val="FFFFFF"/>
    </a:custClr>
    <a:custClr name=" ">
      <a:srgbClr val="FFFFFF"/>
    </a:custClr>
    <a:custClr name=" ">
      <a:srgbClr val="FFFFFF"/>
    </a:custClr>
    <a:custClr name="Red 08">
      <a:srgbClr val="BA0C2F"/>
    </a:custClr>
    <a:custClr name="Orange 06">
      <a:srgbClr val="E35205"/>
    </a:custClr>
    <a:custClr name="Yellow 03">
      <a:srgbClr val="FDDA25"/>
    </a:custClr>
    <a:custClr name="Green 04">
      <a:srgbClr val="78BE20"/>
    </a:custClr>
    <a:custClr name="Teal 06">
      <a:srgbClr val="008C95"/>
    </a:custClr>
    <a:custClr name="Purple 10">
      <a:srgbClr val="5C068C"/>
    </a:custClr>
    <a:custClr name="Magenta 07">
      <a:srgbClr val="D9017A"/>
    </a:custClr>
    <a:custClr name=" ">
      <a:srgbClr val="FFFFFF"/>
    </a:custClr>
    <a:custClr name=" ">
      <a:srgbClr val="FFFFFF"/>
    </a:custClr>
    <a:custClr name=" ">
      <a:srgbClr val="FFFFFF"/>
    </a:custClr>
    <a:custClr name="Red 01">
      <a:srgbClr val="F8E5E9"/>
    </a:custClr>
    <a:custClr name="Orange 01">
      <a:srgbClr val="FBE6DA"/>
    </a:custClr>
    <a:custClr name="Yellow 01">
      <a:srgbClr val="FDF3BD"/>
    </a:custClr>
    <a:custClr name="Green 01">
      <a:srgbClr val="DDF0CE"/>
    </a:custClr>
    <a:custClr name="Teal 01">
      <a:srgbClr val="D7EDEF"/>
    </a:custClr>
    <a:custClr name="Purple 01">
      <a:srgbClr val="EEE7F3"/>
    </a:custClr>
    <a:custClr name="Magenta 01">
      <a:srgbClr val="FDE3F2"/>
    </a:custClr>
    <a:custClr name=" ">
      <a:srgbClr val="FFFFFF"/>
    </a:custClr>
    <a:custClr name=" ">
      <a:srgbClr val="FFFFFF"/>
    </a:custClr>
    <a:custClr name=" ">
      <a:srgbClr val="FFFFFF"/>
    </a:custClr>
  </a:custClrLst>
  <a:extLst>
    <a:ext uri="{05A4C25C-085E-4340-85A3-A5531E510DB2}">
      <thm15:themeFamily xmlns:thm15="http://schemas.microsoft.com/office/thememl/2012/main" name="MOODYS_PPT_Template_25.1.pptx" id="{FF56F906-F4D2-4832-B4B9-4A36D9E6E357}" vid="{5C99AA1B-0B41-46A9-853A-E478BB7EED7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334</Words>
  <Application>Microsoft Office PowerPoint</Application>
  <PresentationFormat>Widescreen</PresentationFormat>
  <Paragraphs>59</Paragraphs>
  <Slides>9</Slides>
  <Notes>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9</vt:i4>
      </vt:variant>
    </vt:vector>
  </HeadingPairs>
  <TitlesOfParts>
    <vt:vector size="16" baseType="lpstr">
      <vt:lpstr>GT America</vt:lpstr>
      <vt:lpstr>Aptos</vt:lpstr>
      <vt:lpstr>Arial</vt:lpstr>
      <vt:lpstr>GT America Regular</vt:lpstr>
      <vt:lpstr>Times New Roman</vt:lpstr>
      <vt:lpstr>Moody's</vt:lpstr>
      <vt:lpstr>Moody's</vt:lpstr>
      <vt:lpstr>PowerPoint Presentation</vt:lpstr>
      <vt:lpstr>Session  Outline</vt:lpstr>
      <vt:lpstr>Recap</vt:lpstr>
      <vt:lpstr>Overview of Session Goals</vt:lpstr>
      <vt:lpstr>PowerPoint Presentation</vt:lpstr>
      <vt:lpstr>Use Case:  E-Commerce Data</vt:lpstr>
      <vt:lpstr>Transformation Nodes</vt:lpstr>
      <vt:lpstr>PowerPoint Presentation</vt:lpstr>
      <vt:lpstr>Q&amp;A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Vartika Goel (Ratings - Tech)</dc:creator>
  <cp:lastModifiedBy>Lata S (Ratings - Tech)</cp:lastModifiedBy>
  <cp:revision>6</cp:revision>
  <dcterms:created xsi:type="dcterms:W3CDTF">2025-05-12T07:46:41Z</dcterms:created>
  <dcterms:modified xsi:type="dcterms:W3CDTF">2025-08-22T08:29:36Z</dcterms:modified>
</cp:coreProperties>
</file>